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7"/>
  </p:notesMasterIdLst>
  <p:sldIdLst>
    <p:sldId id="256" r:id="rId2"/>
    <p:sldId id="344" r:id="rId3"/>
    <p:sldId id="345" r:id="rId4"/>
    <p:sldId id="346" r:id="rId5"/>
    <p:sldId id="294" r:id="rId6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69" d="100"/>
          <a:sy n="69" d="100"/>
        </p:scale>
        <p:origin x="184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#9.2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 dirty="0"/>
              <a:t>College of IT Engineering, KNU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#9.2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511273"/>
            <a:ext cx="8229600" cy="46414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 err="1" smtClean="0"/>
              <a:t>Remoteable</a:t>
            </a:r>
            <a:r>
              <a:rPr lang="en-US" altLang="ko-KR" dirty="0" smtClean="0"/>
              <a:t> interface</a:t>
            </a:r>
            <a:r>
              <a:rPr lang="ko-KR" altLang="en-US" dirty="0" smtClean="0"/>
              <a:t>를 활용하여 두 개의 값을 받아 덧셈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곱셈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96358"/>
            <a:ext cx="2553843" cy="421990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425" y="2396357"/>
            <a:ext cx="2553843" cy="421990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650" y="2396358"/>
            <a:ext cx="2553843" cy="421990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10540" y="2727960"/>
            <a:ext cx="876300" cy="228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n-ea"/>
              </a:rPr>
              <a:t>Practice_9.2</a:t>
            </a:r>
            <a:endParaRPr lang="ko-KR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377374" y="2727960"/>
            <a:ext cx="876300" cy="228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n-ea"/>
              </a:rPr>
              <a:t>Practice_9.2</a:t>
            </a:r>
            <a:endParaRPr lang="ko-KR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198535" y="2727960"/>
            <a:ext cx="876300" cy="228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n-ea"/>
              </a:rPr>
              <a:t>Practice_9.2</a:t>
            </a:r>
            <a:endParaRPr lang="ko-KR" altLang="en-US" sz="9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8352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7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45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33670</TotalTime>
  <Words>84</Words>
  <Application>Microsoft Office PowerPoint</Application>
  <PresentationFormat>화면 슬라이드 쇼(4:3)</PresentationFormat>
  <Paragraphs>33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실습 #9.2</vt:lpstr>
      <vt:lpstr>Practice #9.2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1797</cp:revision>
  <cp:lastPrinted>2015-10-12T13:11:35Z</cp:lastPrinted>
  <dcterms:created xsi:type="dcterms:W3CDTF">2010-10-12T07:50:15Z</dcterms:created>
  <dcterms:modified xsi:type="dcterms:W3CDTF">2017-11-21T04:13:46Z</dcterms:modified>
</cp:coreProperties>
</file>