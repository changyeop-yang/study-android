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8"/>
  </p:notesMasterIdLst>
  <p:sldIdLst>
    <p:sldId id="256" r:id="rId2"/>
    <p:sldId id="340" r:id="rId3"/>
    <p:sldId id="346" r:id="rId4"/>
    <p:sldId id="338" r:id="rId5"/>
    <p:sldId id="347" r:id="rId6"/>
    <p:sldId id="294" r:id="rId7"/>
  </p:sldIdLst>
  <p:sldSz cx="9144000" cy="6858000" type="screen4x3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  <p15:guide id="3" orient="horz" pos="3224">
          <p15:clr>
            <a:srgbClr val="A4A3A4"/>
          </p15:clr>
        </p15:guide>
        <p15:guide id="4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222"/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19" autoAdjust="0"/>
    <p:restoredTop sz="78515" autoAdjust="0"/>
  </p:normalViewPr>
  <p:slideViewPr>
    <p:cSldViewPr snapToGrid="0">
      <p:cViewPr varScale="1">
        <p:scale>
          <a:sx n="90" d="100"/>
          <a:sy n="90" d="100"/>
        </p:scale>
        <p:origin x="-224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orient="horz" pos="3224"/>
        <p:guide pos="2142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9013" y="766763"/>
            <a:ext cx="5121275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61" tIns="47531" rIns="95061" bIns="47531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5"/>
          </a:xfrm>
          <a:prstGeom prst="rect">
            <a:avLst/>
          </a:prstGeom>
        </p:spPr>
        <p:txBody>
          <a:bodyPr vert="horz" lIns="95061" tIns="47531" rIns="95061" bIns="47531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0"/>
          </a:xfrm>
          <a:prstGeom prst="rect">
            <a:avLst/>
          </a:prstGeom>
        </p:spPr>
        <p:txBody>
          <a:bodyPr vert="horz" lIns="95061" tIns="47531" rIns="95061" bIns="47531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935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214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 </a:t>
            </a:r>
            <a:r>
              <a:rPr lang="en-US" altLang="ko-KR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#12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#12_1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Location Based Service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851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#12.1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536804" y="1568574"/>
            <a:ext cx="3019198" cy="5000174"/>
            <a:chOff x="1422173" y="1607684"/>
            <a:chExt cx="3019198" cy="500017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173" y="1607684"/>
              <a:ext cx="3019198" cy="5000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직사각형 3"/>
            <p:cNvSpPr/>
            <p:nvPr/>
          </p:nvSpPr>
          <p:spPr>
            <a:xfrm>
              <a:off x="1856378" y="1964163"/>
              <a:ext cx="1375149" cy="216568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400" b="1" dirty="0" smtClean="0">
                  <a:solidFill>
                    <a:schemeClr val="bg1"/>
                  </a:solidFill>
                  <a:latin typeface="+mn-ea"/>
                </a:rPr>
                <a:t>Practice 12_1</a:t>
              </a:r>
              <a:endParaRPr lang="ko-KR" altLang="en-US" sz="1400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432" y="1583322"/>
            <a:ext cx="2891794" cy="5000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5"/>
          <p:cNvSpPr txBox="1">
            <a:spLocks/>
          </p:cNvSpPr>
          <p:nvPr/>
        </p:nvSpPr>
        <p:spPr>
          <a:xfrm>
            <a:off x="6837111" y="2443061"/>
            <a:ext cx="2393978" cy="1625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ko-KR" altLang="en-US" sz="1800" dirty="0" smtClean="0"/>
              <a:t>지역 </a:t>
            </a:r>
            <a:r>
              <a:rPr lang="en-US" altLang="ko-KR" sz="1800" dirty="0" smtClean="0"/>
              <a:t>4</a:t>
            </a:r>
            <a:r>
              <a:rPr lang="ko-KR" altLang="en-US" sz="1800" dirty="0" smtClean="0"/>
              <a:t>개를 저장</a:t>
            </a:r>
            <a:endParaRPr lang="en-US" altLang="ko-KR" sz="1800" dirty="0" smtClean="0"/>
          </a:p>
          <a:p>
            <a:pPr>
              <a:buFontTx/>
              <a:buChar char="-"/>
            </a:pPr>
            <a:r>
              <a:rPr lang="ko-KR" altLang="en-US" sz="1800" dirty="0" smtClean="0"/>
              <a:t>해당되는 지역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ko-KR" altLang="en-US" sz="1800" dirty="0" smtClean="0"/>
              <a:t>       </a:t>
            </a:r>
            <a:r>
              <a:rPr lang="ko-KR" altLang="en-US" sz="1800" dirty="0" err="1" smtClean="0"/>
              <a:t>맵</a:t>
            </a:r>
            <a:r>
              <a:rPr lang="ko-KR" altLang="en-US" sz="1800" dirty="0" smtClean="0"/>
              <a:t> 보여주기</a:t>
            </a:r>
            <a:endParaRPr lang="en-US" altLang="ko-KR" sz="1800" dirty="0" smtClean="0"/>
          </a:p>
          <a:p>
            <a:pPr lvl="1"/>
            <a:endParaRPr lang="en-US" altLang="ko-KR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682171" y="2904959"/>
            <a:ext cx="2728685" cy="3752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09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u="sng" smtClean="0">
                <a:solidFill>
                  <a:srgbClr val="FF0000"/>
                </a:solidFill>
              </a:rPr>
              <a:t>반드시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47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77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33625</TotalTime>
  <Words>89</Words>
  <Application>Microsoft Office PowerPoint</Application>
  <PresentationFormat>화면 슬라이드 쇼(4:3)</PresentationFormat>
  <Paragraphs>37</Paragraphs>
  <Slides>6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Executive</vt:lpstr>
      <vt:lpstr>실습 #12</vt:lpstr>
      <vt:lpstr>Practice #12_1</vt:lpstr>
      <vt:lpstr>Practice #12.1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1797</cp:revision>
  <cp:lastPrinted>2015-10-12T13:11:35Z</cp:lastPrinted>
  <dcterms:created xsi:type="dcterms:W3CDTF">2010-10-12T07:50:15Z</dcterms:created>
  <dcterms:modified xsi:type="dcterms:W3CDTF">2017-11-28T08:30:45Z</dcterms:modified>
</cp:coreProperties>
</file>