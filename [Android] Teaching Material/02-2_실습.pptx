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5"/>
  </p:notesMasterIdLst>
  <p:sldIdLst>
    <p:sldId id="378" r:id="rId2"/>
    <p:sldId id="381" r:id="rId3"/>
    <p:sldId id="383" r:id="rId4"/>
    <p:sldId id="384" r:id="rId5"/>
    <p:sldId id="385" r:id="rId6"/>
    <p:sldId id="395" r:id="rId7"/>
    <p:sldId id="396" r:id="rId8"/>
    <p:sldId id="410" r:id="rId9"/>
    <p:sldId id="414" r:id="rId10"/>
    <p:sldId id="397" r:id="rId11"/>
    <p:sldId id="398" r:id="rId12"/>
    <p:sldId id="420" r:id="rId13"/>
    <p:sldId id="416" r:id="rId14"/>
    <p:sldId id="399" r:id="rId15"/>
    <p:sldId id="417" r:id="rId16"/>
    <p:sldId id="418" r:id="rId17"/>
    <p:sldId id="419" r:id="rId18"/>
    <p:sldId id="401" r:id="rId19"/>
    <p:sldId id="421" r:id="rId20"/>
    <p:sldId id="422" r:id="rId21"/>
    <p:sldId id="424" r:id="rId22"/>
    <p:sldId id="425" r:id="rId23"/>
    <p:sldId id="294" r:id="rId24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868"/>
    <a:srgbClr val="005BE2"/>
    <a:srgbClr val="0066FF"/>
    <a:srgbClr val="004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2" autoAdjust="0"/>
    <p:restoredTop sz="82814" autoAdjust="0"/>
  </p:normalViewPr>
  <p:slideViewPr>
    <p:cSldViewPr snapToGrid="0">
      <p:cViewPr varScale="1">
        <p:scale>
          <a:sx n="95" d="100"/>
          <a:sy n="95" d="100"/>
        </p:scale>
        <p:origin x="-22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07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29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296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baseline="0" dirty="0" err="1" smtClean="0"/>
              <a:t>dp</a:t>
            </a:r>
            <a:r>
              <a:rPr lang="en-US" altLang="ko-KR" b="1" baseline="0" dirty="0" smtClean="0"/>
              <a:t> </a:t>
            </a:r>
            <a:r>
              <a:rPr lang="ko-KR" altLang="en-US" b="1" baseline="0" dirty="0" smtClean="0"/>
              <a:t>혹은 </a:t>
            </a:r>
            <a:r>
              <a:rPr lang="en-US" altLang="ko-KR" b="1" dirty="0" smtClean="0"/>
              <a:t>dip (Density-independent Pixels) : </a:t>
            </a:r>
          </a:p>
          <a:p>
            <a:endParaRPr lang="en-US" altLang="ko-KR" dirty="0" smtClean="0"/>
          </a:p>
          <a:p>
            <a:pPr rtl="0"/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화면의 크기를 기준으로 표시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 화면의 크기에서도 동일한 크기를 표시 하게 된다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스크린의 픽셀과  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160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경우에는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1dp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1pixel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 같다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dpi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240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 경우에는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1dp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 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1.5pixel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 된다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en-US" altLang="ko-KR" dirty="0" smtClean="0"/>
          </a:p>
          <a:p>
            <a:pPr rtl="0"/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 공식은 아래와 같다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pixel / (density / 160)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 화면의 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 구하기 위해서는 아래와 같이 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WindowManager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 쓰면 된다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DisplayMetrics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outMetrics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new 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DisplayMetrics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    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getWindowManager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getDefaultDisplay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getMetrics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outMetrics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endParaRPr lang="ko-KR" altLang="en-US" dirty="0" smtClean="0">
              <a:effectLst/>
            </a:endParaRPr>
          </a:p>
          <a:p>
            <a:pPr rtl="0"/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 = 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outMetrics.densityDpi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ko-KR" altLang="en-US" dirty="0" smtClean="0">
              <a:effectLst/>
            </a:endParaRP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rtl="0" fontAlgn="base"/>
            <a:r>
              <a:rPr lang="en-US" altLang="ko-KR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</a:t>
            </a:r>
            <a:r>
              <a:rPr lang="en-US" altLang="ko-KR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(Scale-independent Pixels)</a:t>
            </a:r>
          </a:p>
          <a:p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 비슷하다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 사용자가 선택한 글꼴 크기에 의해 크기가 조절된다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65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668811"/>
            <a:chOff x="983729" y="101774"/>
            <a:chExt cx="1474704" cy="66881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  <a:p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13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Studio </a:t>
            </a:r>
            <a:r>
              <a:rPr lang="ko-KR" altLang="en-US" dirty="0" smtClean="0"/>
              <a:t>유용한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199" y="1474840"/>
            <a:ext cx="3927987" cy="464149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코드 스타일 일관성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File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Settings</a:t>
            </a:r>
            <a:br>
              <a:rPr lang="en-US" altLang="ko-KR" dirty="0" smtClean="0"/>
            </a:br>
            <a:r>
              <a:rPr lang="en-US" altLang="ko-KR" dirty="0" smtClean="0"/>
              <a:t>Editor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Code Folding/Completion</a:t>
            </a:r>
          </a:p>
          <a:p>
            <a:pPr lvl="1"/>
            <a:endParaRPr lang="en-US" altLang="ko-KR" dirty="0">
              <a:sym typeface="Wingdings" pitchFamily="2" charset="2"/>
            </a:endParaRPr>
          </a:p>
          <a:p>
            <a:r>
              <a:rPr lang="ko-KR" altLang="en-US" dirty="0" smtClean="0"/>
              <a:t>코드 정리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특정 </a:t>
            </a:r>
            <a:r>
              <a:rPr lang="ko-KR" altLang="en-US" dirty="0"/>
              <a:t>코드 영역을 선택한 후 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Ctrl + Alt + L </a:t>
            </a:r>
          </a:p>
          <a:p>
            <a:pPr lvl="1"/>
            <a:endParaRPr lang="en-US" altLang="ko-KR" dirty="0"/>
          </a:p>
          <a:p>
            <a:r>
              <a:rPr lang="ko-KR" altLang="en-US" sz="2200" dirty="0" smtClean="0"/>
              <a:t>클래스 자동 </a:t>
            </a:r>
            <a:r>
              <a:rPr lang="en-US" altLang="ko-KR" sz="2200" dirty="0" smtClean="0"/>
              <a:t>import</a:t>
            </a:r>
            <a:endParaRPr lang="en-US" altLang="ko-KR" sz="2200" dirty="0"/>
          </a:p>
          <a:p>
            <a:pPr lvl="1"/>
            <a:r>
              <a:rPr lang="en-US" altLang="ko-KR" sz="1400" dirty="0" smtClean="0"/>
              <a:t>Alt + Enter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206" y="1484672"/>
            <a:ext cx="4354768" cy="412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9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Studio </a:t>
            </a:r>
            <a:r>
              <a:rPr lang="ko-KR" altLang="en-US" dirty="0" smtClean="0"/>
              <a:t>유용한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자동 블록 구문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블록으로 감쌀 부분을 선택한 후  </a:t>
            </a:r>
            <a:r>
              <a:rPr lang="en-US" altLang="ko-KR" dirty="0" smtClean="0"/>
              <a:t>Ctrl + Alt + T </a:t>
            </a:r>
            <a:r>
              <a:rPr lang="ko-KR" altLang="en-US" dirty="0" smtClean="0"/>
              <a:t>를 누르면 블록 종류를 선택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53" y="2523049"/>
            <a:ext cx="79343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Studio </a:t>
            </a:r>
            <a:r>
              <a:rPr lang="ko-KR" altLang="en-US" dirty="0"/>
              <a:t>유용한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주석 처리</a:t>
            </a:r>
            <a:r>
              <a:rPr lang="en-US" altLang="ko-KR" dirty="0" smtClean="0"/>
              <a:t>/</a:t>
            </a:r>
            <a:r>
              <a:rPr lang="ko-KR" altLang="en-US" dirty="0" smtClean="0"/>
              <a:t>해제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주석 처리할 부분을 선택한 후 </a:t>
            </a:r>
            <a:r>
              <a:rPr lang="en-US" altLang="ko-KR" dirty="0" smtClean="0"/>
              <a:t>Ctrl + Shift + / </a:t>
            </a:r>
            <a:r>
              <a:rPr lang="ko-KR" altLang="en-US" dirty="0" smtClean="0"/>
              <a:t>를 누르면 주석 처리 </a:t>
            </a:r>
            <a:r>
              <a:rPr lang="en-US" altLang="ko-KR" dirty="0" smtClean="0"/>
              <a:t>/ </a:t>
            </a:r>
            <a:r>
              <a:rPr lang="ko-KR" altLang="en-US" dirty="0" smtClean="0"/>
              <a:t>해제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433609"/>
            <a:ext cx="55245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1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77" y="2788467"/>
            <a:ext cx="5524500" cy="15049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Studio </a:t>
            </a:r>
            <a:r>
              <a:rPr lang="ko-KR" altLang="en-US" dirty="0"/>
              <a:t>유용한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 smtClean="0"/>
              <a:t>도움말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알고 싶은 클래스나 </a:t>
            </a:r>
            <a:r>
              <a:rPr lang="ko-KR" altLang="en-US" dirty="0" err="1" smtClean="0"/>
              <a:t>메서드</a:t>
            </a:r>
            <a:r>
              <a:rPr lang="ko-KR" altLang="en-US" dirty="0" smtClean="0"/>
              <a:t> 위에서 </a:t>
            </a:r>
            <a:r>
              <a:rPr lang="en-US" altLang="ko-KR" dirty="0" smtClean="0"/>
              <a:t>Shift + F1 </a:t>
            </a:r>
            <a:r>
              <a:rPr lang="ko-KR" altLang="en-US" dirty="0" smtClean="0"/>
              <a:t>키로</a:t>
            </a:r>
            <a:r>
              <a:rPr lang="en-US" altLang="ko-KR" dirty="0"/>
              <a:t> </a:t>
            </a:r>
            <a:r>
              <a:rPr lang="ko-KR" altLang="en-US" dirty="0" smtClean="0"/>
              <a:t>온라인 도움말 참고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25" y="3594100"/>
            <a:ext cx="62769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5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#2.1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Application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23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</a:t>
            </a:r>
            <a:r>
              <a:rPr lang="en-US" altLang="ko-KR" dirty="0" smtClean="0"/>
              <a:t>name	: Ex2_Application</a:t>
            </a:r>
          </a:p>
          <a:p>
            <a:pPr lvl="1"/>
            <a:r>
              <a:rPr lang="en-US" altLang="ko-KR" dirty="0" smtClean="0"/>
              <a:t>Target Android Devices	: Android </a:t>
            </a:r>
            <a:r>
              <a:rPr lang="en-US" altLang="ko-KR" dirty="0" smtClean="0"/>
              <a:t>5.0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Add an Activity to Mobile: Empty Activity</a:t>
            </a:r>
          </a:p>
          <a:p>
            <a:pPr lvl="1"/>
            <a:r>
              <a:rPr lang="en-US" altLang="ko-KR" dirty="0" smtClean="0"/>
              <a:t>Activity Name	: Act1</a:t>
            </a:r>
          </a:p>
          <a:p>
            <a:pPr lvl="1"/>
            <a:r>
              <a:rPr lang="en-US" altLang="ko-KR" dirty="0" smtClean="0"/>
              <a:t>Layout Name 	: main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88" y="1290638"/>
            <a:ext cx="3571875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86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69" y="1253034"/>
            <a:ext cx="7409009" cy="4899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564" y="3852669"/>
            <a:ext cx="6956427" cy="4600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22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76" y="1421352"/>
            <a:ext cx="8220520" cy="543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81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구현사</a:t>
            </a:r>
            <a:r>
              <a:rPr lang="ko-KR" altLang="en-US" dirty="0"/>
              <a:t>항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출력되는 문자열의 크기와 색상 조작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코드상에서의 문자열 속성 조작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동적으로 속성 변화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437" y="1595247"/>
            <a:ext cx="379095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21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3"/>
          <a:stretch/>
        </p:blipFill>
        <p:spPr bwMode="auto">
          <a:xfrm>
            <a:off x="205522" y="1656338"/>
            <a:ext cx="8820000" cy="3434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/res/layout/main.xml</a:t>
            </a:r>
            <a:endParaRPr lang="ko-KR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22" y="5278413"/>
            <a:ext cx="6353774" cy="66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146048" y="3973200"/>
            <a:ext cx="1194816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891694" y="1841757"/>
            <a:ext cx="963168" cy="268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078480" y="5509391"/>
            <a:ext cx="589596" cy="368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386984" y="2072263"/>
            <a:ext cx="2553816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22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/res/layout/main.xml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7" y="1343025"/>
            <a:ext cx="3705225" cy="551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>
            <a:off x="3657600" y="2845446"/>
            <a:ext cx="891389" cy="3198960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4414139" y="6428434"/>
            <a:ext cx="105507" cy="296426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98761" y="3745552"/>
            <a:ext cx="33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059" y="3223009"/>
            <a:ext cx="30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4132385" y="2672863"/>
            <a:ext cx="979312" cy="3626051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48989" y="6488668"/>
            <a:ext cx="30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5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/res/layout/main.xml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9" y="1548382"/>
            <a:ext cx="5745917" cy="501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37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/res/layout/main.xml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838" y="2011363"/>
            <a:ext cx="4048125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49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dirty="0" err="1" smtClean="0"/>
              <a:t>RelativeLayout</a:t>
            </a:r>
            <a:r>
              <a:rPr lang="en-US" altLang="ko-KR" sz="4400" dirty="0" smtClean="0"/>
              <a:t>, </a:t>
            </a:r>
            <a:r>
              <a:rPr lang="en-US" altLang="ko-KR" sz="4400" dirty="0" err="1" smtClean="0"/>
              <a:t>TextView</a:t>
            </a:r>
            <a:r>
              <a:rPr lang="en-US" altLang="ko-KR" sz="4400" dirty="0" smtClean="0"/>
              <a:t> </a:t>
            </a:r>
            <a:r>
              <a:rPr lang="ko-KR" altLang="en-US" sz="4400" dirty="0"/>
              <a:t>속성 변경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064" y="1733360"/>
            <a:ext cx="426720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184176" y="2163291"/>
            <a:ext cx="1182022" cy="184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91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400" dirty="0" err="1"/>
              <a:t>RelativeLayout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TextView</a:t>
            </a:r>
            <a:r>
              <a:rPr lang="en-US" altLang="ko-KR" sz="4400" dirty="0"/>
              <a:t> </a:t>
            </a:r>
            <a:r>
              <a:rPr lang="ko-KR" altLang="en-US" sz="4400" dirty="0"/>
              <a:t>속성 변경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2088260" y="1361661"/>
            <a:ext cx="4349115" cy="5231544"/>
            <a:chOff x="2088260" y="1361661"/>
            <a:chExt cx="4349115" cy="523154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260" y="1361661"/>
              <a:ext cx="4349115" cy="5231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3912492" y="1570438"/>
              <a:ext cx="1182022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12492" y="1754538"/>
              <a:ext cx="1182022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14910" y="3976739"/>
              <a:ext cx="1182022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827270" y="4569591"/>
              <a:ext cx="2367728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827270" y="4971525"/>
              <a:ext cx="2367728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827270" y="5155625"/>
              <a:ext cx="2367728" cy="184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121666" y="3125670"/>
              <a:ext cx="176851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447868"/>
                  </a:solidFill>
                </a:rPr>
                <a:t>“vertical”</a:t>
              </a:r>
              <a:r>
                <a:rPr lang="en-US" altLang="ko-KR" sz="1600" dirty="0" smtClean="0"/>
                <a:t>&gt;</a:t>
              </a:r>
              <a:endParaRPr lang="ko-KR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742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88010" y="1479295"/>
            <a:ext cx="8376866" cy="4038473"/>
            <a:chOff x="388010" y="1479295"/>
            <a:chExt cx="8376866" cy="4038473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10" y="1479295"/>
              <a:ext cx="8376866" cy="4038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577" y="5153024"/>
              <a:ext cx="1313090" cy="174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000" dirty="0" err="1"/>
              <a:t>RelativeLayout</a:t>
            </a:r>
            <a:r>
              <a:rPr lang="en-US" altLang="ko-KR" sz="4000" dirty="0"/>
              <a:t>, </a:t>
            </a:r>
            <a:r>
              <a:rPr lang="en-US" altLang="ko-KR" sz="4000" dirty="0" err="1"/>
              <a:t>TextView</a:t>
            </a:r>
            <a:r>
              <a:rPr lang="en-US" altLang="ko-KR" sz="4000" dirty="0"/>
              <a:t> </a:t>
            </a:r>
            <a:r>
              <a:rPr lang="ko-KR" altLang="en-US" sz="4000" dirty="0"/>
              <a:t>속성 변경</a:t>
            </a:r>
            <a:endParaRPr lang="ko-KR" altLang="en-US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4720282" y="5731813"/>
            <a:ext cx="373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선택한 개체의 </a:t>
            </a:r>
            <a:r>
              <a:rPr lang="en-US" altLang="ko-KR" dirty="0" smtClean="0">
                <a:solidFill>
                  <a:srgbClr val="FF0000"/>
                </a:solidFill>
              </a:rPr>
              <a:t>properties</a:t>
            </a:r>
            <a:r>
              <a:rPr lang="ko-KR" altLang="en-US" dirty="0" smtClean="0">
                <a:solidFill>
                  <a:srgbClr val="FF0000"/>
                </a:solidFill>
              </a:rPr>
              <a:t>창에서도 속성을 수정할 수 있음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817800" y="1674130"/>
            <a:ext cx="1947076" cy="2847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71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000" dirty="0" err="1"/>
              <a:t>RelativeLayout</a:t>
            </a:r>
            <a:r>
              <a:rPr lang="en-US" altLang="ko-KR" sz="4000" dirty="0"/>
              <a:t>, </a:t>
            </a:r>
            <a:r>
              <a:rPr lang="en-US" altLang="ko-KR" sz="4000" dirty="0" err="1"/>
              <a:t>TextView</a:t>
            </a:r>
            <a:r>
              <a:rPr lang="en-US" altLang="ko-KR" sz="4000" dirty="0"/>
              <a:t> </a:t>
            </a:r>
            <a:r>
              <a:rPr lang="ko-KR" altLang="en-US" sz="4000" dirty="0"/>
              <a:t>속성 변경</a:t>
            </a:r>
            <a:endParaRPr lang="ko-KR" altLang="en-US" sz="4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3873499" y="1773234"/>
            <a:ext cx="4825657" cy="4564065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색상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Alpha, Red, Green, Blue</a:t>
            </a:r>
            <a:r>
              <a:rPr lang="ko-KR" altLang="en-US" dirty="0" smtClean="0"/>
              <a:t>의 순서로 </a:t>
            </a:r>
            <a:r>
              <a:rPr lang="en-US" altLang="ko-KR" dirty="0" smtClean="0"/>
              <a:t>16</a:t>
            </a:r>
            <a:r>
              <a:rPr lang="ko-KR" altLang="en-US" dirty="0" smtClean="0"/>
              <a:t>진수 표기 </a:t>
            </a:r>
            <a:r>
              <a:rPr lang="en-US" altLang="ko-KR" dirty="0" smtClean="0"/>
              <a:t>- </a:t>
            </a:r>
            <a:r>
              <a:rPr lang="en-US" altLang="ko-KR" dirty="0"/>
              <a:t>#</a:t>
            </a:r>
            <a:r>
              <a:rPr lang="en-US" altLang="ko-KR" dirty="0" smtClean="0"/>
              <a:t>AARRGGBB</a:t>
            </a:r>
          </a:p>
          <a:p>
            <a:pPr lvl="1"/>
            <a:r>
              <a:rPr lang="en-US" altLang="ko-KR" dirty="0" smtClean="0"/>
              <a:t>Alpha ‘00’: </a:t>
            </a:r>
            <a:r>
              <a:rPr lang="ko-KR" altLang="en-US" dirty="0" smtClean="0"/>
              <a:t>완전히 투명</a:t>
            </a:r>
            <a:r>
              <a:rPr lang="en-US" altLang="ko-KR" dirty="0" smtClean="0"/>
              <a:t>, Alpha ‘</a:t>
            </a:r>
            <a:r>
              <a:rPr lang="en-US" altLang="ko-KR" dirty="0" err="1" smtClean="0"/>
              <a:t>ff</a:t>
            </a:r>
            <a:r>
              <a:rPr lang="en-US" altLang="ko-KR" dirty="0" smtClean="0"/>
              <a:t>’: </a:t>
            </a:r>
            <a:r>
              <a:rPr lang="ko-KR" altLang="en-US" dirty="0" smtClean="0"/>
              <a:t>완전히 불투명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크기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 가능한 단위는 </a:t>
            </a:r>
            <a:r>
              <a:rPr lang="en-US" altLang="ko-KR" dirty="0" err="1" smtClean="0"/>
              <a:t>px</a:t>
            </a:r>
            <a:r>
              <a:rPr lang="en-US" altLang="ko-KR" dirty="0" smtClean="0"/>
              <a:t>(</a:t>
            </a:r>
            <a:r>
              <a:rPr lang="ko-KR" altLang="en-US" dirty="0" smtClean="0"/>
              <a:t>픽셀</a:t>
            </a:r>
            <a:r>
              <a:rPr lang="en-US" altLang="ko-KR" dirty="0" smtClean="0"/>
              <a:t>), in(</a:t>
            </a:r>
            <a:r>
              <a:rPr lang="ko-KR" altLang="en-US" dirty="0" smtClean="0"/>
              <a:t>인치</a:t>
            </a:r>
            <a:r>
              <a:rPr lang="en-US" altLang="ko-KR" dirty="0" smtClean="0"/>
              <a:t>), mm(</a:t>
            </a:r>
            <a:r>
              <a:rPr lang="ko-KR" altLang="en-US" dirty="0" smtClean="0"/>
              <a:t>밀리미터</a:t>
            </a:r>
            <a:r>
              <a:rPr lang="en-US" altLang="ko-KR" dirty="0" smtClean="0"/>
              <a:t>), </a:t>
            </a:r>
            <a:r>
              <a:rPr lang="en-US" altLang="ko-KR" dirty="0" err="1" smtClean="0"/>
              <a:t>pt</a:t>
            </a:r>
            <a:r>
              <a:rPr lang="en-US" altLang="ko-KR" dirty="0" smtClean="0"/>
              <a:t>(</a:t>
            </a:r>
            <a:r>
              <a:rPr lang="ko-KR" altLang="en-US" dirty="0" smtClean="0"/>
              <a:t>포인트</a:t>
            </a:r>
            <a:r>
              <a:rPr lang="en-US" altLang="ko-KR" dirty="0" smtClean="0"/>
              <a:t>), </a:t>
            </a:r>
            <a:r>
              <a:rPr lang="en-US" altLang="ko-KR" dirty="0" err="1" smtClean="0"/>
              <a:t>dp</a:t>
            </a:r>
            <a:r>
              <a:rPr lang="en-US" altLang="ko-KR" dirty="0" smtClean="0"/>
              <a:t>(</a:t>
            </a:r>
            <a:r>
              <a:rPr lang="ko-KR" altLang="en-US" dirty="0" smtClean="0"/>
              <a:t>밀도 독립적 픽셀</a:t>
            </a:r>
            <a:r>
              <a:rPr lang="en-US" altLang="ko-KR" dirty="0" smtClean="0"/>
              <a:t>), </a:t>
            </a:r>
            <a:r>
              <a:rPr lang="en-US" altLang="ko-KR" dirty="0" err="1" smtClean="0"/>
              <a:t>sp</a:t>
            </a:r>
            <a:r>
              <a:rPr lang="en-US" altLang="ko-KR" dirty="0" smtClean="0"/>
              <a:t>(</a:t>
            </a:r>
            <a:r>
              <a:rPr lang="ko-KR" altLang="en-US" dirty="0" smtClean="0"/>
              <a:t>축척 독립적 픽셀</a:t>
            </a:r>
            <a:r>
              <a:rPr lang="en-US" altLang="ko-KR" dirty="0" smtClean="0"/>
              <a:t>) </a:t>
            </a:r>
            <a:r>
              <a:rPr lang="ko-KR" altLang="en-US" dirty="0" smtClean="0"/>
              <a:t>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71" y="1676400"/>
            <a:ext cx="2495773" cy="4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25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Plain Text 2</a:t>
            </a:r>
            <a:r>
              <a:rPr lang="ko-KR" altLang="en-US" dirty="0" smtClean="0"/>
              <a:t>개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50" y="1474427"/>
            <a:ext cx="8961350" cy="4609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직선 화살표 연결선 7"/>
          <p:cNvCxnSpPr/>
          <p:nvPr/>
        </p:nvCxnSpPr>
        <p:spPr>
          <a:xfrm flipH="1">
            <a:off x="1406769" y="1974612"/>
            <a:ext cx="120580" cy="3486779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2200589" y="1904274"/>
            <a:ext cx="1406769" cy="1875133"/>
          </a:xfrm>
          <a:prstGeom prst="straightConnector1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00589" y="3348669"/>
            <a:ext cx="10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OR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1316" y="4538061"/>
            <a:ext cx="353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Plain Text</a:t>
            </a:r>
            <a:r>
              <a:rPr lang="ko-KR" altLang="en-US" dirty="0" smtClean="0">
                <a:solidFill>
                  <a:srgbClr val="FF0000"/>
                </a:solidFill>
              </a:rPr>
              <a:t>를 드래그 후 속성을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추가 혹은 수정해 보라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 smtClean="0">
                <a:solidFill>
                  <a:srgbClr val="FF0000"/>
                </a:solidFill>
              </a:rPr>
              <a:t>( Properties </a:t>
            </a:r>
            <a:r>
              <a:rPr lang="ko-KR" altLang="en-US" dirty="0" smtClean="0">
                <a:solidFill>
                  <a:srgbClr val="FF0000"/>
                </a:solidFill>
              </a:rPr>
              <a:t>창 혹은 </a:t>
            </a:r>
            <a:r>
              <a:rPr lang="en-US" altLang="ko-KR" dirty="0" smtClean="0">
                <a:solidFill>
                  <a:srgbClr val="FF0000"/>
                </a:solidFill>
              </a:rPr>
              <a:t>xml</a:t>
            </a:r>
            <a:r>
              <a:rPr lang="ko-KR" altLang="en-US" dirty="0" smtClean="0">
                <a:solidFill>
                  <a:srgbClr val="FF0000"/>
                </a:solidFill>
              </a:rPr>
              <a:t>을 수정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230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689" y="1416817"/>
            <a:ext cx="2879047" cy="5230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454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#2.1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아래와 같은 화면을 출력하도록 </a:t>
            </a:r>
            <a:r>
              <a:rPr lang="en-US" altLang="ko-KR" dirty="0" smtClean="0"/>
              <a:t>main.xml</a:t>
            </a:r>
            <a:r>
              <a:rPr lang="ko-KR" altLang="en-US" dirty="0" smtClean="0"/>
              <a:t>을 편집합니다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68" y="2161134"/>
            <a:ext cx="462915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60601" y="4332655"/>
            <a:ext cx="2280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굴림"/>
                <a:ea typeface="굴림"/>
              </a:rPr>
              <a:t>※</a:t>
            </a:r>
            <a:r>
              <a:rPr lang="ko-KR" altLang="en-US" dirty="0" smtClean="0">
                <a:solidFill>
                  <a:srgbClr val="FF0000"/>
                </a:solidFill>
                <a:latin typeface="굴림"/>
                <a:ea typeface="굴림"/>
              </a:rPr>
              <a:t>주의</a:t>
            </a:r>
            <a:r>
              <a:rPr lang="en-US" altLang="ko-KR" dirty="0" smtClean="0">
                <a:solidFill>
                  <a:srgbClr val="FF0000"/>
                </a:solidFill>
                <a:latin typeface="굴림"/>
                <a:ea typeface="굴림"/>
              </a:rPr>
              <a:t>: </a:t>
            </a:r>
            <a:r>
              <a:rPr lang="ko-KR" altLang="en-US" dirty="0" smtClean="0">
                <a:solidFill>
                  <a:srgbClr val="FF0000"/>
                </a:solidFill>
                <a:latin typeface="굴림"/>
                <a:ea typeface="굴림"/>
              </a:rPr>
              <a:t>최종 화면 </a:t>
            </a:r>
            <a:r>
              <a:rPr lang="ko-KR" altLang="en-US" dirty="0" err="1" smtClean="0">
                <a:solidFill>
                  <a:srgbClr val="FF0000"/>
                </a:solidFill>
                <a:latin typeface="굴림"/>
                <a:ea typeface="굴림"/>
              </a:rPr>
              <a:t>캡쳐한</a:t>
            </a:r>
            <a:r>
              <a:rPr lang="ko-KR" altLang="en-US" dirty="0" smtClean="0">
                <a:solidFill>
                  <a:srgbClr val="FF0000"/>
                </a:solidFill>
                <a:latin typeface="굴림"/>
                <a:ea typeface="굴림"/>
              </a:rPr>
              <a:t> 영상은 좌측과 다름</a:t>
            </a:r>
            <a:r>
              <a:rPr lang="en-US" altLang="ko-KR" dirty="0" smtClean="0">
                <a:solidFill>
                  <a:srgbClr val="FF0000"/>
                </a:solidFill>
                <a:latin typeface="굴림"/>
                <a:ea typeface="굴림"/>
              </a:rPr>
              <a:t>. </a:t>
            </a:r>
            <a:r>
              <a:rPr lang="ko-KR" altLang="en-US" dirty="0" smtClean="0">
                <a:solidFill>
                  <a:srgbClr val="FF0000"/>
                </a:solidFill>
                <a:latin typeface="굴림"/>
                <a:ea typeface="굴림"/>
              </a:rPr>
              <a:t>지시사항만 따르면 됨 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5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#2.1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자신의 이름을 포함하여 </a:t>
            </a:r>
            <a:r>
              <a:rPr lang="ko-KR" altLang="en-US" dirty="0" err="1" smtClean="0"/>
              <a:t>캡쳐합니다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수업을 마치고 난 후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Practice </a:t>
            </a:r>
            <a:r>
              <a:rPr lang="ko-KR" altLang="en-US" dirty="0" smtClean="0"/>
              <a:t>결과를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본인의 과제 제출 저장소에 저장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97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37425</TotalTime>
  <Words>306</Words>
  <Application>Microsoft Office PowerPoint</Application>
  <PresentationFormat>화면 슬라이드 쇼(4:3)</PresentationFormat>
  <Paragraphs>102</Paragraphs>
  <Slides>23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Executive</vt:lpstr>
      <vt:lpstr>실습</vt:lpstr>
      <vt:lpstr>Android Studio 유용한 기능</vt:lpstr>
      <vt:lpstr>Android Studio 유용한 기능</vt:lpstr>
      <vt:lpstr>Android Studio 유용한 기능</vt:lpstr>
      <vt:lpstr>Android Studio 유용한 기능</vt:lpstr>
      <vt:lpstr>Example #2.1</vt:lpstr>
      <vt:lpstr>New Project</vt:lpstr>
      <vt:lpstr>New Project</vt:lpstr>
      <vt:lpstr>PowerPoint 프레젠테이션</vt:lpstr>
      <vt:lpstr>New Project</vt:lpstr>
      <vt:lpstr>/res/layout/main.xml</vt:lpstr>
      <vt:lpstr>/res/layout/main.xml</vt:lpstr>
      <vt:lpstr>/res/layout/main.xml</vt:lpstr>
      <vt:lpstr>/res/layout/main.xml</vt:lpstr>
      <vt:lpstr>RelativeLayout, TextView 속성 변경</vt:lpstr>
      <vt:lpstr>RelativeLayout, TextView 속성 변경</vt:lpstr>
      <vt:lpstr>RelativeLayout, TextView 속성 변경</vt:lpstr>
      <vt:lpstr>RelativeLayout, TextView 속성 변경</vt:lpstr>
      <vt:lpstr>Plain Text 2개 추가</vt:lpstr>
      <vt:lpstr>PowerPoint 프레젠테이션</vt:lpstr>
      <vt:lpstr>Practice #2.1</vt:lpstr>
      <vt:lpstr>Practice #2.1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1934</cp:revision>
  <cp:lastPrinted>2011-03-01T18:43:48Z</cp:lastPrinted>
  <dcterms:created xsi:type="dcterms:W3CDTF">2010-10-12T07:50:15Z</dcterms:created>
  <dcterms:modified xsi:type="dcterms:W3CDTF">2017-09-05T02:19:04Z</dcterms:modified>
</cp:coreProperties>
</file>