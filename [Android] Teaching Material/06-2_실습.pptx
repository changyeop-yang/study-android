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28" r:id="rId1"/>
  </p:sldMasterIdLst>
  <p:notesMasterIdLst>
    <p:notesMasterId r:id="rId18"/>
  </p:notesMasterIdLst>
  <p:sldIdLst>
    <p:sldId id="256" r:id="rId2"/>
    <p:sldId id="356" r:id="rId3"/>
    <p:sldId id="357" r:id="rId4"/>
    <p:sldId id="358" r:id="rId5"/>
    <p:sldId id="359" r:id="rId6"/>
    <p:sldId id="360" r:id="rId7"/>
    <p:sldId id="361" r:id="rId8"/>
    <p:sldId id="353" r:id="rId9"/>
    <p:sldId id="347" r:id="rId10"/>
    <p:sldId id="338" r:id="rId11"/>
    <p:sldId id="349" r:id="rId12"/>
    <p:sldId id="352" r:id="rId13"/>
    <p:sldId id="340" r:id="rId14"/>
    <p:sldId id="341" r:id="rId15"/>
    <p:sldId id="354" r:id="rId16"/>
    <p:sldId id="344" r:id="rId17"/>
  </p:sldIdLst>
  <p:sldSz cx="9144000" cy="6858000" type="screen4x3"/>
  <p:notesSz cx="6800850" cy="987266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>
        <p15:guide id="1" orient="horz" pos="3110">
          <p15:clr>
            <a:srgbClr val="A4A3A4"/>
          </p15:clr>
        </p15:guide>
        <p15:guide id="2" pos="214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FF"/>
    <a:srgbClr val="004CBC"/>
    <a:srgbClr val="005B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19" autoAdjust="0"/>
    <p:restoredTop sz="78515" autoAdjust="0"/>
  </p:normalViewPr>
  <p:slideViewPr>
    <p:cSldViewPr snapToGrid="0">
      <p:cViewPr varScale="1">
        <p:scale>
          <a:sx n="116" d="100"/>
          <a:sy n="116" d="100"/>
        </p:scale>
        <p:origin x="-1494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-3870" y="-120"/>
      </p:cViewPr>
      <p:guideLst>
        <p:guide orient="horz" pos="3110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035" cy="49363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2241" y="0"/>
            <a:ext cx="2947035" cy="49363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0D873F-EA2E-46B8-AF3A-207077BF9E2A}" type="datetimeFigureOut">
              <a:rPr lang="ko-KR" altLang="en-US" smtClean="0"/>
              <a:pPr/>
              <a:t>2017-10-10</a:t>
            </a:fld>
            <a:endParaRPr lang="ko-KR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31863" y="739775"/>
            <a:ext cx="4937125" cy="37036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085" y="4689515"/>
            <a:ext cx="5440680" cy="444269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7316"/>
            <a:ext cx="2947035" cy="49363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2241" y="9377316"/>
            <a:ext cx="2947035" cy="49363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445C23-547F-4807-82A2-44CB5165115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37635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52073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13383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95991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48415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10580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4227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64042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29744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26530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27024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12113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55647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623225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38243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9601"/>
            <a:ext cx="7772400" cy="42672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8000">
                <a:latin typeface="Calibri" pitchFamily="34" charset="0"/>
                <a:cs typeface="Calibri" pitchFamily="34" charset="0"/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953000"/>
            <a:ext cx="6400800" cy="12192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Calibri" pitchFamily="34" charset="0"/>
                <a:cs typeface="Calibri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ko-KR" dirty="0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B1D5F-33CD-4488-976B-F9464FD91753}" type="datetime1">
              <a:rPr lang="ko-KR" altLang="en-US" smtClean="0"/>
              <a:pPr/>
              <a:t>2017-10-10</a:t>
            </a:fld>
            <a:endParaRPr lang="ko-KR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A0C15-7F47-4547-995A-E06B8BD978BD}" type="datetime1">
              <a:rPr lang="ko-KR" altLang="en-US" smtClean="0"/>
              <a:pPr/>
              <a:t>2017-10-10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371600"/>
            <a:ext cx="7772400" cy="2505075"/>
          </a:xfrm>
        </p:spPr>
        <p:txBody>
          <a:bodyPr anchor="b"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068763"/>
            <a:ext cx="7772400" cy="11318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276DC-5F53-4EC5-9E0B-7C43E8461919}" type="datetime1">
              <a:rPr lang="ko-KR" altLang="en-US" smtClean="0"/>
              <a:pPr/>
              <a:t>2017-10-10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7" name="Oval 6"/>
          <p:cNvSpPr/>
          <p:nvPr/>
        </p:nvSpPr>
        <p:spPr>
          <a:xfrm>
            <a:off x="4495800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4695825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296728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80812-1F40-45FD-82CF-F544E5564805}" type="datetime1">
              <a:rPr lang="ko-KR" altLang="en-US" smtClean="0"/>
              <a:pPr/>
              <a:t>2017-10-10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65760" y="1600200"/>
            <a:ext cx="4041648" cy="4526280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40188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1600200"/>
            <a:ext cx="4041775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F5704-1777-4A4F-9646-122E7F100DB5}" type="datetime1">
              <a:rPr lang="ko-KR" altLang="en-US" smtClean="0"/>
              <a:pPr/>
              <a:t>2017-10-10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457200" y="2212848"/>
            <a:ext cx="4041648" cy="3913632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72584" y="2212848"/>
            <a:ext cx="4041648" cy="3913187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A8956-45F5-40BA-9EC4-3972E0A2B8E3}" type="datetime1">
              <a:rPr lang="ko-KR" altLang="en-US" smtClean="0"/>
              <a:pPr/>
              <a:t>2017-10-10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65470"/>
            <a:ext cx="8229600" cy="1042219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ko-KR" smtClean="0"/>
              <a:t>Click to edit Master title style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6DBBE-459F-47F7-AC25-C1520DCBA826}" type="datetime1">
              <a:rPr lang="ko-KR" altLang="en-US" smtClean="0"/>
              <a:pPr/>
              <a:t>2017-10-10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7087" y="266700"/>
            <a:ext cx="3008313" cy="209550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7" y="273050"/>
            <a:ext cx="499586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07087" y="2438400"/>
            <a:ext cx="3008313" cy="3687763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D703F-420F-4C6E-A47B-DAAC0702168C}" type="datetime1">
              <a:rPr lang="ko-KR" altLang="en-US" smtClean="0"/>
              <a:pPr/>
              <a:t>2017-10-10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228600"/>
            <a:ext cx="5711824" cy="89535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08126" y="1143000"/>
            <a:ext cx="6054724" cy="4541044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5810250"/>
            <a:ext cx="5711824" cy="533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317E0-6ED8-49AC-8F3C-035789E329D3}" type="datetime1">
              <a:rPr lang="ko-KR" altLang="en-US" smtClean="0"/>
              <a:pPr/>
              <a:t>2017-10-10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6A579-5918-4B54-82E8-D4CEFF471756}" type="datetime1">
              <a:rPr lang="ko-KR" altLang="en-US" smtClean="0"/>
              <a:pPr/>
              <a:t>2017-10-10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19546-0714-4120-89FC-4148593C534F}" type="datetime1">
              <a:rPr lang="ko-KR" altLang="en-US" smtClean="0"/>
              <a:pPr/>
              <a:t>2017-10-10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65470"/>
            <a:ext cx="8229600" cy="104221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altLang="ko-KR" dirty="0" smtClean="0"/>
              <a:t>Click to edit Master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84672"/>
            <a:ext cx="8229600" cy="4641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3B9C821C-F261-4C36-858D-913B97B2EFDC}" type="datetime1">
              <a:rPr lang="ko-KR" altLang="en-US" smtClean="0"/>
              <a:pPr/>
              <a:t>2017-10-10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7" name="Oval 6"/>
          <p:cNvSpPr/>
          <p:nvPr/>
        </p:nvSpPr>
        <p:spPr>
          <a:xfrm>
            <a:off x="8457760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569119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1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827345" y="110416"/>
            <a:ext cx="2137143" cy="27809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1" name="TextBox 10"/>
          <p:cNvSpPr txBox="1"/>
          <p:nvPr userDrawn="1"/>
        </p:nvSpPr>
        <p:spPr>
          <a:xfrm>
            <a:off x="-3205" y="171313"/>
            <a:ext cx="1125180" cy="2782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300"/>
              </a:lnSpc>
            </a:pPr>
            <a:r>
              <a:rPr lang="en-US" altLang="ko-KR" sz="1800" kern="1200" spc="0" dirty="0" smtClean="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rPr>
              <a:t>COMP</a:t>
            </a:r>
            <a:r>
              <a:rPr lang="en-US" altLang="ko-KR" sz="1800" kern="1200" spc="0" dirty="0" smtClean="0">
                <a:solidFill>
                  <a:srgbClr val="FF0000"/>
                </a:solidFill>
                <a:latin typeface="Calibri" pitchFamily="34" charset="0"/>
                <a:ea typeface="+mn-ea"/>
                <a:cs typeface="Calibri" pitchFamily="34" charset="0"/>
              </a:rPr>
              <a:t>3</a:t>
            </a:r>
            <a:r>
              <a:rPr lang="en-US" altLang="ko-KR" sz="1800" kern="1200" spc="0" dirty="0" smtClean="0">
                <a:solidFill>
                  <a:schemeClr val="accent5"/>
                </a:solidFill>
                <a:latin typeface="Calibri" pitchFamily="34" charset="0"/>
                <a:ea typeface="+mn-ea"/>
                <a:cs typeface="Calibri" pitchFamily="34" charset="0"/>
              </a:rPr>
              <a:t>2</a:t>
            </a:r>
            <a:r>
              <a:rPr lang="en-US" altLang="ko-KR" sz="1800" kern="1200" spc="0" dirty="0" smtClean="0">
                <a:solidFill>
                  <a:srgbClr val="0066FF"/>
                </a:solidFill>
                <a:latin typeface="Calibri" pitchFamily="34" charset="0"/>
                <a:ea typeface="+mn-ea"/>
                <a:cs typeface="Calibri" pitchFamily="34" charset="0"/>
              </a:rPr>
              <a:t>8</a:t>
            </a:r>
            <a:endParaRPr lang="ko-KR" altLang="en-US" sz="1800" kern="1200" spc="0" dirty="0" smtClean="0">
              <a:solidFill>
                <a:schemeClr val="tx1">
                  <a:lumMod val="50000"/>
                  <a:lumOff val="50000"/>
                </a:schemeClr>
              </a:solidFill>
              <a:latin typeface="Calibri" pitchFamily="34" charset="0"/>
              <a:ea typeface="+mn-ea"/>
              <a:cs typeface="Calibri" pitchFamily="34" charset="0"/>
            </a:endParaRPr>
          </a:p>
        </p:txBody>
      </p:sp>
      <p:grpSp>
        <p:nvGrpSpPr>
          <p:cNvPr id="13" name="그룹 12"/>
          <p:cNvGrpSpPr/>
          <p:nvPr userDrawn="1"/>
        </p:nvGrpSpPr>
        <p:grpSpPr>
          <a:xfrm>
            <a:off x="949172" y="101474"/>
            <a:ext cx="1474704" cy="391812"/>
            <a:chOff x="983729" y="101774"/>
            <a:chExt cx="1474704" cy="391812"/>
          </a:xfrm>
        </p:grpSpPr>
        <p:sp>
          <p:nvSpPr>
            <p:cNvPr id="10" name="TextBox 9"/>
            <p:cNvSpPr txBox="1"/>
            <p:nvPr userDrawn="1"/>
          </p:nvSpPr>
          <p:spPr>
            <a:xfrm>
              <a:off x="983729" y="101774"/>
              <a:ext cx="1151277" cy="2714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indent="0" algn="l" defTabSz="914400" rtl="0" eaLnBrk="1" fontAlgn="auto" latinLnBrk="1" hangingPunct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600" b="0" kern="1200" dirty="0" smtClean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itchFamily="34" charset="0"/>
                  <a:ea typeface="+mn-ea"/>
                  <a:cs typeface="Calibri" pitchFamily="34" charset="0"/>
                </a:rPr>
                <a:t>M</a:t>
              </a:r>
              <a:r>
                <a:rPr lang="en-US" altLang="ko-KR" sz="1600" kern="12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 pitchFamily="34" charset="0"/>
                  <a:ea typeface="+mn-ea"/>
                  <a:cs typeface="Calibri" pitchFamily="34" charset="0"/>
                </a:rPr>
                <a:t>obile </a:t>
              </a:r>
              <a:r>
                <a:rPr lang="en-US" altLang="ko-KR" sz="1600" b="0" kern="1200" dirty="0" smtClean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itchFamily="34" charset="0"/>
                  <a:ea typeface="+mn-ea"/>
                  <a:cs typeface="Calibri" pitchFamily="34" charset="0"/>
                </a:rPr>
                <a:t>A</a:t>
              </a:r>
              <a:r>
                <a:rPr lang="en-US" altLang="ko-KR" sz="1600" kern="12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 pitchFamily="34" charset="0"/>
                  <a:ea typeface="+mn-ea"/>
                  <a:cs typeface="Calibri" pitchFamily="34" charset="0"/>
                </a:rPr>
                <a:t>pp</a:t>
              </a:r>
              <a:endParaRPr lang="ko-KR" altLang="en-US" sz="1600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+mn-ea"/>
                <a:cs typeface="Calibri" pitchFamily="34" charset="0"/>
              </a:endParaRPr>
            </a:p>
          </p:txBody>
        </p:sp>
        <p:sp>
          <p:nvSpPr>
            <p:cNvPr id="12" name="직사각형 11"/>
            <p:cNvSpPr/>
            <p:nvPr userDrawn="1"/>
          </p:nvSpPr>
          <p:spPr>
            <a:xfrm>
              <a:off x="1053433" y="155032"/>
              <a:ext cx="1405000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Calibri" pitchFamily="34" charset="0"/>
                  <a:ea typeface="+mn-ea"/>
                  <a:cs typeface="Calibri" pitchFamily="34" charset="0"/>
                </a:rPr>
                <a:t>P</a:t>
              </a:r>
              <a:r>
                <a:rPr kumimoji="0" lang="en-US" altLang="ko-KR" sz="16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Calibri" pitchFamily="34" charset="0"/>
                </a:rPr>
                <a:t>rogramming I</a:t>
              </a:r>
              <a:endParaRPr lang="ko-KR" altLang="en-US" sz="1600" dirty="0" smtClean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1" hangingPunct="1">
        <a:lnSpc>
          <a:spcPts val="5800"/>
        </a:lnSpc>
        <a:spcBef>
          <a:spcPct val="0"/>
        </a:spcBef>
        <a:buNone/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Calibri" pitchFamily="34" charset="0"/>
          <a:ea typeface="+mj-ea"/>
          <a:cs typeface="Calibri" pitchFamily="34" charset="0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1pPr>
      <a:lvl2pPr marL="742950" indent="-28575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3pPr>
      <a:lvl4pPr marL="1600200" indent="-22860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5pPr>
      <a:lvl6pPr marL="2514600" indent="-22860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developer.android.com/guide/practices/screens_support.html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88840"/>
            <a:ext cx="7772400" cy="864096"/>
          </a:xfrm>
          <a:solidFill>
            <a:srgbClr val="004CBC"/>
          </a:solidFill>
        </p:spPr>
        <p:txBody>
          <a:bodyPr>
            <a:normAutofit/>
          </a:bodyPr>
          <a:lstStyle/>
          <a:p>
            <a:r>
              <a:rPr lang="ko-KR" altLang="en-US" sz="4800" b="1" dirty="0" smtClean="0">
                <a:solidFill>
                  <a:schemeClr val="bg1"/>
                </a:solidFill>
                <a:effectLst/>
                <a:latin typeface="Arial" pitchFamily="34" charset="0"/>
                <a:cs typeface="Arial" pitchFamily="34" charset="0"/>
              </a:rPr>
              <a:t>실습 </a:t>
            </a:r>
            <a:r>
              <a:rPr lang="en-US" altLang="ko-KR" sz="4800" b="1" dirty="0" smtClean="0">
                <a:solidFill>
                  <a:schemeClr val="bg1"/>
                </a:solidFill>
                <a:effectLst/>
                <a:latin typeface="Arial" pitchFamily="34" charset="0"/>
                <a:cs typeface="Arial" pitchFamily="34" charset="0"/>
              </a:rPr>
              <a:t>#6</a:t>
            </a:r>
            <a:endParaRPr lang="ko-KR" altLang="en-US" sz="4800" b="1" dirty="0">
              <a:solidFill>
                <a:schemeClr val="bg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부제목 4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pic>
        <p:nvPicPr>
          <p:cNvPr id="5122" name="Picture 2" descr="http://www.ddaily.co.kr/DATA/news/20110210/20110210140451__I6720.jp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027" b="22179"/>
          <a:stretch/>
        </p:blipFill>
        <p:spPr bwMode="auto">
          <a:xfrm>
            <a:off x="2208089" y="3084845"/>
            <a:ext cx="4762500" cy="1778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7308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Practice #6.1</a:t>
            </a:r>
            <a:endParaRPr lang="ko-KR" altLang="en-US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Resources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2</a:t>
            </a:fld>
            <a:endParaRPr lang="ko-KR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7925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New Project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New</a:t>
            </a:r>
            <a:r>
              <a:rPr lang="ko-KR" altLang="en-US" dirty="0"/>
              <a:t> </a:t>
            </a:r>
            <a:r>
              <a:rPr lang="en-US" altLang="ko-KR" dirty="0" smtClean="0"/>
              <a:t>Project</a:t>
            </a:r>
          </a:p>
          <a:p>
            <a:pPr lvl="1"/>
            <a:r>
              <a:rPr lang="en-US" altLang="ko-KR" dirty="0" smtClean="0"/>
              <a:t>Application Name: Ex6_Resolution</a:t>
            </a:r>
          </a:p>
          <a:p>
            <a:pPr lvl="1"/>
            <a:r>
              <a:rPr lang="en-US" altLang="ko-KR" dirty="0" smtClean="0"/>
              <a:t>Company Domain: vr.ex6.resolution</a:t>
            </a:r>
          </a:p>
          <a:p>
            <a:pPr lvl="1"/>
            <a:r>
              <a:rPr lang="en-US" altLang="ko-KR" dirty="0" smtClean="0"/>
              <a:t>Activity Type : </a:t>
            </a:r>
            <a:r>
              <a:rPr lang="en-US" altLang="ko-KR" b="1" dirty="0" smtClean="0"/>
              <a:t>Basic Activity</a:t>
            </a:r>
          </a:p>
          <a:p>
            <a:pPr lvl="1"/>
            <a:r>
              <a:rPr lang="en-US" altLang="ko-KR" dirty="0" smtClean="0"/>
              <a:t>Activity Name : Act1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3</a:t>
            </a:fld>
            <a:endParaRPr lang="ko-KR" altLang="en-US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337" y="3229928"/>
            <a:ext cx="3190875" cy="3324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4506" y="1374628"/>
            <a:ext cx="4469795" cy="5297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70488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Resource by Resolution</a:t>
            </a:r>
            <a:endParaRPr lang="ko-KR" alt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해상도별 이미지 리소스 추가</a:t>
            </a:r>
            <a:endParaRPr lang="en-US" altLang="ko-KR" dirty="0" smtClean="0"/>
          </a:p>
          <a:p>
            <a:pPr lvl="1"/>
            <a:r>
              <a:rPr lang="en-US" altLang="ko-KR" dirty="0" err="1" smtClean="0"/>
              <a:t>drawable-ldpi</a:t>
            </a:r>
            <a:r>
              <a:rPr lang="en-US" altLang="ko-KR" dirty="0" smtClean="0"/>
              <a:t>, </a:t>
            </a:r>
            <a:r>
              <a:rPr lang="en-US" altLang="ko-KR" dirty="0" err="1" smtClean="0"/>
              <a:t>drawable-mdpi</a:t>
            </a:r>
            <a:r>
              <a:rPr lang="en-US" altLang="ko-KR" dirty="0"/>
              <a:t>, </a:t>
            </a:r>
            <a:r>
              <a:rPr lang="en-US" altLang="ko-KR" dirty="0" err="1"/>
              <a:t>drawable-hdpi</a:t>
            </a:r>
            <a:r>
              <a:rPr lang="en-US" altLang="ko-KR" dirty="0"/>
              <a:t>, </a:t>
            </a:r>
            <a:r>
              <a:rPr lang="en-US" altLang="ko-KR" dirty="0" err="1"/>
              <a:t>drawable-xhdpi</a:t>
            </a:r>
            <a:r>
              <a:rPr lang="en-US" altLang="ko-KR" dirty="0" smtClean="0"/>
              <a:t>, </a:t>
            </a:r>
            <a:r>
              <a:rPr lang="en-US" altLang="ko-KR" dirty="0" err="1" smtClean="0"/>
              <a:t>drawable-xxhdpi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smtClean="0"/>
              <a:t>폴더</a:t>
            </a:r>
            <a:r>
              <a:rPr lang="en-US" altLang="ko-KR" dirty="0" smtClean="0"/>
              <a:t>(Resource Directory)</a:t>
            </a:r>
            <a:r>
              <a:rPr lang="ko-KR" altLang="en-US" dirty="0" smtClean="0"/>
              <a:t> 생성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각 폴더에 </a:t>
            </a:r>
            <a:r>
              <a:rPr lang="en-US" altLang="ko-KR" dirty="0" smtClean="0"/>
              <a:t>circle.png </a:t>
            </a:r>
            <a:r>
              <a:rPr lang="ko-KR" altLang="en-US" dirty="0" smtClean="0"/>
              <a:t>복사</a:t>
            </a:r>
            <a:r>
              <a:rPr lang="en-US" altLang="ko-KR" dirty="0" smtClean="0"/>
              <a:t>-</a:t>
            </a:r>
            <a:r>
              <a:rPr lang="ko-KR" altLang="en-US" dirty="0" err="1" smtClean="0"/>
              <a:t>붙여넣기</a:t>
            </a:r>
            <a:r>
              <a:rPr lang="ko-KR" altLang="en-US" dirty="0" smtClean="0"/>
              <a:t> </a:t>
            </a:r>
            <a:r>
              <a:rPr lang="en-US" altLang="ko-KR" dirty="0" smtClean="0"/>
              <a:t>(</a:t>
            </a:r>
            <a:r>
              <a:rPr lang="en-US" altLang="ko-KR" dirty="0" err="1" smtClean="0"/>
              <a:t>lms</a:t>
            </a:r>
            <a:r>
              <a:rPr lang="ko-KR" altLang="en-US" dirty="0" smtClean="0"/>
              <a:t>에서 다운 받은 </a:t>
            </a:r>
            <a:r>
              <a:rPr lang="en-US" altLang="ko-KR" dirty="0" smtClean="0"/>
              <a:t>circles.zip </a:t>
            </a:r>
            <a:r>
              <a:rPr lang="ko-KR" altLang="en-US" dirty="0" smtClean="0"/>
              <a:t>사용</a:t>
            </a:r>
            <a:r>
              <a:rPr lang="en-US" altLang="ko-KR" dirty="0" smtClean="0"/>
              <a:t>)</a:t>
            </a:r>
          </a:p>
          <a:p>
            <a:pPr lvl="1"/>
            <a:endParaRPr lang="en-US" altLang="ko-KR" dirty="0" smtClean="0"/>
          </a:p>
          <a:p>
            <a:pPr lvl="1"/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4</a:t>
            </a:fld>
            <a:endParaRPr lang="ko-KR" altLang="en-US"/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683" y="2831762"/>
            <a:ext cx="4799069" cy="24715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1368" y="2831762"/>
            <a:ext cx="3503486" cy="23696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 rotWithShape="1">
          <a:blip r:embed="rId5" cstate="print"/>
          <a:srcRect t="-1" b="6892"/>
          <a:stretch/>
        </p:blipFill>
        <p:spPr bwMode="auto">
          <a:xfrm>
            <a:off x="5331368" y="5339253"/>
            <a:ext cx="1751743" cy="15034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880908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Resource by Resolution</a:t>
            </a:r>
            <a:endParaRPr lang="ko-KR" alt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화면에 가득차게 이미지뷰 추가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res/layout/activity_act1.xml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5</a:t>
            </a:fld>
            <a:endParaRPr lang="ko-KR" altLang="en-US"/>
          </a:p>
        </p:txBody>
      </p:sp>
      <p:sp>
        <p:nvSpPr>
          <p:cNvPr id="2" name="TextBox 1"/>
          <p:cNvSpPr txBox="1"/>
          <p:nvPr/>
        </p:nvSpPr>
        <p:spPr>
          <a:xfrm>
            <a:off x="1201480" y="2307265"/>
            <a:ext cx="4523995" cy="147732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dirty="0" smtClean="0"/>
              <a:t>&lt;</a:t>
            </a:r>
            <a:r>
              <a:rPr lang="en-US" altLang="ko-KR" b="1" dirty="0" err="1" smtClean="0"/>
              <a:t>ImageView</a:t>
            </a:r>
            <a:r>
              <a:rPr lang="en-US" altLang="ko-KR" b="1" dirty="0" smtClean="0"/>
              <a:t/>
            </a:r>
            <a:br>
              <a:rPr lang="en-US" altLang="ko-KR" b="1" dirty="0" smtClean="0"/>
            </a:br>
            <a:r>
              <a:rPr lang="en-US" altLang="ko-KR" b="1" dirty="0" smtClean="0"/>
              <a:t>    </a:t>
            </a:r>
            <a:r>
              <a:rPr lang="en-US" altLang="ko-KR" b="1" dirty="0" err="1" smtClean="0"/>
              <a:t>android:layout_width</a:t>
            </a:r>
            <a:r>
              <a:rPr lang="en-US" altLang="ko-KR" b="1" dirty="0" smtClean="0"/>
              <a:t>=“</a:t>
            </a:r>
            <a:r>
              <a:rPr lang="en-US" altLang="ko-KR" b="1" dirty="0" err="1" smtClean="0"/>
              <a:t>match_parent</a:t>
            </a:r>
            <a:r>
              <a:rPr lang="en-US" altLang="ko-KR" b="1" dirty="0" smtClean="0"/>
              <a:t>"</a:t>
            </a:r>
            <a:br>
              <a:rPr lang="en-US" altLang="ko-KR" b="1" dirty="0" smtClean="0"/>
            </a:br>
            <a:r>
              <a:rPr lang="en-US" altLang="ko-KR" b="1" dirty="0" smtClean="0"/>
              <a:t>    </a:t>
            </a:r>
            <a:r>
              <a:rPr lang="en-US" altLang="ko-KR" b="1" dirty="0" err="1" smtClean="0"/>
              <a:t>android:layout_height</a:t>
            </a:r>
            <a:r>
              <a:rPr lang="en-US" altLang="ko-KR" b="1" dirty="0" smtClean="0"/>
              <a:t>=“</a:t>
            </a:r>
            <a:r>
              <a:rPr lang="en-US" altLang="ko-KR" b="1" dirty="0" err="1" smtClean="0"/>
              <a:t>match_parent</a:t>
            </a:r>
            <a:r>
              <a:rPr lang="en-US" altLang="ko-KR" b="1" dirty="0" smtClean="0"/>
              <a:t>"</a:t>
            </a:r>
            <a:br>
              <a:rPr lang="en-US" altLang="ko-KR" b="1" dirty="0" smtClean="0"/>
            </a:br>
            <a:r>
              <a:rPr lang="en-US" altLang="ko-KR" b="1" dirty="0" smtClean="0"/>
              <a:t>    </a:t>
            </a:r>
            <a:r>
              <a:rPr lang="en-US" altLang="ko-KR" b="1" dirty="0" err="1" smtClean="0"/>
              <a:t>android:id</a:t>
            </a:r>
            <a:r>
              <a:rPr lang="en-US" altLang="ko-KR" b="1" dirty="0" smtClean="0"/>
              <a:t>="@+id/</a:t>
            </a:r>
            <a:r>
              <a:rPr lang="en-US" altLang="ko-KR" b="1" dirty="0" err="1" smtClean="0"/>
              <a:t>imageView</a:t>
            </a:r>
            <a:r>
              <a:rPr lang="en-US" altLang="ko-KR" b="1" dirty="0" smtClean="0"/>
              <a:t>"</a:t>
            </a:r>
            <a:br>
              <a:rPr lang="en-US" altLang="ko-KR" b="1" dirty="0" smtClean="0"/>
            </a:br>
            <a:r>
              <a:rPr lang="en-US" altLang="ko-KR" b="1" dirty="0" smtClean="0"/>
              <a:t>    </a:t>
            </a:r>
            <a:r>
              <a:rPr lang="en-US" altLang="ko-KR" b="1" dirty="0" err="1" smtClean="0"/>
              <a:t>android:src</a:t>
            </a:r>
            <a:r>
              <a:rPr lang="en-US" altLang="ko-KR" b="1" dirty="0" smtClean="0"/>
              <a:t>="@</a:t>
            </a:r>
            <a:r>
              <a:rPr lang="en-US" altLang="ko-KR" b="1" dirty="0" err="1" smtClean="0"/>
              <a:t>drawable</a:t>
            </a:r>
            <a:r>
              <a:rPr lang="en-US" altLang="ko-KR" b="1" dirty="0" smtClean="0"/>
              <a:t>/circle"</a:t>
            </a:r>
            <a:r>
              <a:rPr lang="en-US" altLang="ko-KR" dirty="0" smtClean="0"/>
              <a:t>/&gt;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42764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Resource by Resolution</a:t>
            </a:r>
            <a:endParaRPr lang="ko-KR" alt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altLang="ko-KR" sz="2000" dirty="0" smtClean="0"/>
          </a:p>
          <a:p>
            <a:r>
              <a:rPr lang="ko-KR" altLang="en-US" sz="2000" dirty="0" smtClean="0"/>
              <a:t>편집기 테마의 </a:t>
            </a:r>
            <a:r>
              <a:rPr lang="en-US" altLang="ko-KR" sz="2000" dirty="0" smtClean="0"/>
              <a:t/>
            </a:r>
            <a:br>
              <a:rPr lang="en-US" altLang="ko-KR" sz="2000" dirty="0" smtClean="0"/>
            </a:br>
            <a:r>
              <a:rPr lang="ko-KR" altLang="en-US" sz="2000" dirty="0" smtClean="0"/>
              <a:t>화면크기를 바꿔보기</a:t>
            </a:r>
            <a:endParaRPr lang="en-US" altLang="ko-KR" sz="20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6</a:t>
            </a:fld>
            <a:endParaRPr lang="ko-KR" alt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4719" y="1407605"/>
            <a:ext cx="4421393" cy="53535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22471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Practice #6.1</a:t>
            </a:r>
            <a:endParaRPr lang="ko-KR" alt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편집기 테마의 화면크기를 바꿔보기</a:t>
            </a:r>
            <a:endParaRPr lang="en-US" altLang="ko-KR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7</a:t>
            </a:fld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3577220" y="6085489"/>
            <a:ext cx="55667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>
                <a:hlinkClick r:id="rId3"/>
              </a:rPr>
              <a:t>http://developer.android.com/guide/practices/screens_support.html</a:t>
            </a:r>
            <a:endParaRPr lang="en-US" altLang="ko-KR" sz="1400" dirty="0" smtClean="0"/>
          </a:p>
          <a:p>
            <a:endParaRPr lang="en-US" altLang="ko-KR" sz="1400" dirty="0" smtClean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1528" y="1931298"/>
            <a:ext cx="1868805" cy="34632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4643209" y="5389857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m</a:t>
            </a:r>
            <a:r>
              <a:rPr lang="en-US" altLang="ko-KR" dirty="0" err="1" smtClean="0"/>
              <a:t>dpi</a:t>
            </a:r>
            <a:endParaRPr lang="ko-KR" altLang="en-US" dirty="0"/>
          </a:p>
        </p:txBody>
      </p:sp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8568" y="1931298"/>
            <a:ext cx="1411605" cy="25660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7028425" y="4497333"/>
            <a:ext cx="599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l</a:t>
            </a:r>
            <a:r>
              <a:rPr lang="en-US" altLang="ko-KR" dirty="0" err="1" smtClean="0"/>
              <a:t>dpi</a:t>
            </a:r>
            <a:endParaRPr lang="ko-KR" altLang="en-US" dirty="0"/>
          </a:p>
        </p:txBody>
      </p:sp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8197" y="1931298"/>
            <a:ext cx="2114550" cy="44405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790965" y="6239377"/>
            <a:ext cx="6671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h</a:t>
            </a:r>
            <a:r>
              <a:rPr lang="en-US" altLang="ko-KR" dirty="0" err="1" smtClean="0"/>
              <a:t>dpi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3239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Practice #6.2</a:t>
            </a:r>
            <a:endParaRPr lang="ko-KR" altLang="en-US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Resources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8</a:t>
            </a:fld>
            <a:endParaRPr lang="ko-KR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5220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Practice #</a:t>
            </a:r>
            <a:r>
              <a:rPr lang="en-US" altLang="ko-KR" dirty="0" smtClean="0"/>
              <a:t>6.2</a:t>
            </a:r>
            <a:endParaRPr lang="ko-KR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기기의 회전 방향에 따른 레이아웃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res/layout/ </a:t>
            </a:r>
            <a:r>
              <a:rPr lang="ko-KR" altLang="en-US" dirty="0" smtClean="0"/>
              <a:t>폴더를 복사하여 </a:t>
            </a:r>
            <a:r>
              <a:rPr lang="en-US" altLang="ko-KR" dirty="0" smtClean="0"/>
              <a:t>res/layout-land/ </a:t>
            </a:r>
            <a:r>
              <a:rPr lang="ko-KR" altLang="en-US" dirty="0" smtClean="0"/>
              <a:t>폴더를 추가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res/layout/ </a:t>
            </a:r>
            <a:r>
              <a:rPr lang="ko-KR" altLang="en-US" dirty="0" smtClean="0"/>
              <a:t>폴더의 이름을 </a:t>
            </a:r>
            <a:r>
              <a:rPr lang="en-US" altLang="ko-KR" dirty="0" smtClean="0"/>
              <a:t>res/layout-port/ </a:t>
            </a:r>
            <a:r>
              <a:rPr lang="ko-KR" altLang="en-US" dirty="0" smtClean="0"/>
              <a:t>폴더로 변경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두 리소스의 레이아웃을 서로 다르게 배치한 후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 smtClean="0"/>
              <a:t>Graphical Layout </a:t>
            </a:r>
            <a:r>
              <a:rPr lang="ko-KR" altLang="en-US" dirty="0" smtClean="0"/>
              <a:t>편집기의 테마를 </a:t>
            </a:r>
            <a:r>
              <a:rPr lang="en-US" altLang="ko-KR" dirty="0" smtClean="0"/>
              <a:t>Portrait </a:t>
            </a:r>
            <a:r>
              <a:rPr lang="ko-KR" altLang="en-US" dirty="0" smtClean="0"/>
              <a:t>↔ </a:t>
            </a:r>
            <a:r>
              <a:rPr lang="en-US" altLang="ko-KR" dirty="0" smtClean="0"/>
              <a:t>Landscape </a:t>
            </a:r>
            <a:r>
              <a:rPr lang="ko-KR" altLang="en-US" dirty="0" smtClean="0"/>
              <a:t>바꿔가면서 확인합니다</a:t>
            </a:r>
            <a:r>
              <a:rPr lang="en-US" altLang="ko-KR" dirty="0" smtClean="0"/>
              <a:t>.</a:t>
            </a:r>
            <a:br>
              <a:rPr lang="en-US" altLang="ko-KR" dirty="0" smtClean="0"/>
            </a:br>
            <a:endParaRPr lang="en-US" altLang="ko-KR" dirty="0" smtClean="0"/>
          </a:p>
          <a:p>
            <a:pPr marL="457200" lvl="1" indent="0">
              <a:buNone/>
            </a:pPr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9</a:t>
            </a:fld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2062" y="3267075"/>
            <a:ext cx="6619875" cy="3590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578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Practice #</a:t>
            </a:r>
            <a:r>
              <a:rPr lang="en-US" altLang="ko-KR" dirty="0" smtClean="0"/>
              <a:t>6.2</a:t>
            </a:r>
            <a:endParaRPr lang="ko-KR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 smtClean="0"/>
              <a:t>회전과 언어 설정의 복합</a:t>
            </a:r>
            <a:endParaRPr lang="en-US" altLang="ko-KR" dirty="0" smtClean="0"/>
          </a:p>
          <a:p>
            <a:pPr lvl="1"/>
            <a:r>
              <a:rPr lang="en-US" altLang="ko-KR" dirty="0"/>
              <a:t>res/layout-</a:t>
            </a:r>
            <a:r>
              <a:rPr lang="en-US" altLang="ko-KR" dirty="0" err="1"/>
              <a:t>ko</a:t>
            </a:r>
            <a:r>
              <a:rPr lang="en-US" altLang="ko-KR" dirty="0"/>
              <a:t>-land/, res/layout-</a:t>
            </a:r>
            <a:r>
              <a:rPr lang="en-US" altLang="ko-KR" dirty="0" err="1"/>
              <a:t>ko</a:t>
            </a:r>
            <a:r>
              <a:rPr lang="en-US" altLang="ko-KR" dirty="0"/>
              <a:t>-port/</a:t>
            </a:r>
          </a:p>
          <a:p>
            <a:pPr lvl="1"/>
            <a:r>
              <a:rPr lang="en-US" altLang="ko-KR" dirty="0"/>
              <a:t>res/layout-</a:t>
            </a:r>
            <a:r>
              <a:rPr lang="en-US" altLang="ko-KR" dirty="0" err="1"/>
              <a:t>en</a:t>
            </a:r>
            <a:r>
              <a:rPr lang="en-US" altLang="ko-KR" dirty="0"/>
              <a:t>-land/, res/layout-</a:t>
            </a:r>
            <a:r>
              <a:rPr lang="en-US" altLang="ko-KR" dirty="0" err="1"/>
              <a:t>en</a:t>
            </a:r>
            <a:r>
              <a:rPr lang="en-US" altLang="ko-KR" dirty="0"/>
              <a:t>-port</a:t>
            </a:r>
            <a:r>
              <a:rPr lang="en-US" altLang="ko-KR" dirty="0" smtClean="0"/>
              <a:t>/</a:t>
            </a:r>
          </a:p>
          <a:p>
            <a:pPr lvl="1"/>
            <a:r>
              <a:rPr lang="en-US" altLang="ko-KR" dirty="0" smtClean="0"/>
              <a:t>res/values-</a:t>
            </a:r>
            <a:r>
              <a:rPr lang="en-US" altLang="ko-KR" dirty="0" err="1" smtClean="0"/>
              <a:t>en</a:t>
            </a:r>
            <a:r>
              <a:rPr lang="en-US" altLang="ko-KR" dirty="0" smtClean="0"/>
              <a:t>-land/,</a:t>
            </a:r>
            <a:r>
              <a:rPr lang="en-US" altLang="ko-KR" dirty="0"/>
              <a:t> </a:t>
            </a:r>
            <a:r>
              <a:rPr lang="en-US" altLang="ko-KR" dirty="0" smtClean="0"/>
              <a:t>res/values-</a:t>
            </a:r>
            <a:r>
              <a:rPr lang="en-US" altLang="ko-KR" dirty="0" err="1" smtClean="0"/>
              <a:t>en</a:t>
            </a:r>
            <a:r>
              <a:rPr lang="en-US" altLang="ko-KR" dirty="0" smtClean="0"/>
              <a:t>-port/</a:t>
            </a:r>
          </a:p>
          <a:p>
            <a:pPr lvl="1"/>
            <a:r>
              <a:rPr lang="en-US" altLang="ko-KR" dirty="0" smtClean="0"/>
              <a:t>res/values-</a:t>
            </a:r>
            <a:r>
              <a:rPr lang="en-US" altLang="ko-KR" dirty="0" err="1" smtClean="0"/>
              <a:t>ko</a:t>
            </a:r>
            <a:r>
              <a:rPr lang="en-US" altLang="ko-KR" dirty="0" smtClean="0"/>
              <a:t>-land,</a:t>
            </a:r>
            <a:r>
              <a:rPr lang="en-US" altLang="ko-KR" dirty="0"/>
              <a:t> </a:t>
            </a:r>
            <a:r>
              <a:rPr lang="en-US" altLang="ko-KR" dirty="0" smtClean="0"/>
              <a:t>res/values-</a:t>
            </a:r>
            <a:r>
              <a:rPr lang="en-US" altLang="ko-KR" dirty="0" err="1" smtClean="0"/>
              <a:t>ko</a:t>
            </a:r>
            <a:r>
              <a:rPr lang="en-US" altLang="ko-KR" dirty="0" smtClean="0"/>
              <a:t>-port/</a:t>
            </a:r>
          </a:p>
          <a:p>
            <a:pPr lvl="1"/>
            <a:r>
              <a:rPr lang="en-US" altLang="ko-KR" dirty="0" err="1" smtClean="0"/>
              <a:t>TextView</a:t>
            </a:r>
            <a:r>
              <a:rPr lang="ko-KR" altLang="en-US" dirty="0"/>
              <a:t>를 하나 추가하여 제대로 작동하는지 테스트합니다</a:t>
            </a:r>
            <a:r>
              <a:rPr lang="en-US" altLang="ko-KR" dirty="0" smtClean="0"/>
              <a:t>.</a:t>
            </a:r>
          </a:p>
          <a:p>
            <a:pPr lvl="1"/>
            <a:endParaRPr lang="en-US" altLang="ko-KR" dirty="0" smtClean="0"/>
          </a:p>
          <a:p>
            <a:r>
              <a:rPr lang="ko-KR" altLang="en-US" sz="2000" dirty="0" smtClean="0"/>
              <a:t>최종으로 회전</a:t>
            </a:r>
            <a:r>
              <a:rPr lang="en-US" altLang="ko-KR" sz="2000" dirty="0" smtClean="0"/>
              <a:t>,</a:t>
            </a:r>
            <a:r>
              <a:rPr lang="ko-KR" altLang="en-US" sz="2000" dirty="0" smtClean="0"/>
              <a:t>언어 복합을 </a:t>
            </a:r>
            <a:r>
              <a:rPr lang="ko-KR" altLang="en-US" sz="2000" dirty="0" err="1" smtClean="0"/>
              <a:t>스크린샷</a:t>
            </a:r>
            <a:r>
              <a:rPr lang="ko-KR" altLang="en-US" sz="2000" dirty="0" smtClean="0"/>
              <a:t> 포함 보고서로 올립니다</a:t>
            </a:r>
            <a:r>
              <a:rPr lang="en-US" altLang="ko-KR" sz="2000" dirty="0" smtClean="0"/>
              <a:t>(</a:t>
            </a:r>
            <a:r>
              <a:rPr lang="ko-KR" altLang="en-US" sz="2000" dirty="0" smtClean="0"/>
              <a:t>총</a:t>
            </a:r>
            <a:r>
              <a:rPr lang="en-US" altLang="ko-KR" sz="2000" dirty="0" smtClean="0"/>
              <a:t>4</a:t>
            </a:r>
            <a:r>
              <a:rPr lang="ko-KR" altLang="en-US" sz="2000" dirty="0" smtClean="0"/>
              <a:t>장</a:t>
            </a:r>
            <a:r>
              <a:rPr lang="en-US" altLang="ko-KR" sz="2000" dirty="0" smtClean="0"/>
              <a:t>)</a:t>
            </a:r>
          </a:p>
          <a:p>
            <a:pPr lvl="1"/>
            <a:r>
              <a:rPr lang="ko-KR" altLang="en-US" dirty="0" smtClean="0"/>
              <a:t>다음 슬라이드에 예시 참조</a:t>
            </a:r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0473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Practice #6.2</a:t>
            </a:r>
            <a:endParaRPr lang="ko-KR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 smtClean="0"/>
              <a:t>회전과 언어 설정의 복합 예시</a:t>
            </a:r>
            <a:endParaRPr lang="en-US" altLang="ko-KR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11</a:t>
            </a:fld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540" y="2431257"/>
            <a:ext cx="8467724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689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Practice #6.3</a:t>
            </a:r>
            <a:endParaRPr lang="ko-KR" altLang="en-US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Resources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12</a:t>
            </a:fld>
            <a:endParaRPr lang="ko-KR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77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Practice #6.3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ko-KR" altLang="en-US" dirty="0" smtClean="0"/>
              <a:t>이름과 전화 번호를 입력 받아 다음 액티비티로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smtClean="0"/>
              <a:t>전달합니다</a:t>
            </a:r>
            <a:r>
              <a:rPr lang="en-US" altLang="ko-KR" dirty="0" smtClean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ko-KR" altLang="en-US" dirty="0" smtClean="0"/>
              <a:t>전화 걸기를 누르면 입력된 전화번호로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ACTION_DIAL</a:t>
            </a:r>
            <a:r>
              <a:rPr lang="ko-KR" altLang="en-US" dirty="0" smtClean="0"/>
              <a:t>을 호출합니다</a:t>
            </a:r>
            <a:r>
              <a:rPr lang="en-US" altLang="ko-KR" dirty="0" smtClean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13</a:t>
            </a:fld>
            <a:endParaRPr lang="ko-KR" altLang="en-US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517" y="3646966"/>
            <a:ext cx="3765172" cy="19603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5358" y="3646966"/>
            <a:ext cx="4357135" cy="1179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02823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Practice #6.3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3"/>
            </a:pPr>
            <a:r>
              <a:rPr lang="ko-KR" altLang="en-US" dirty="0" smtClean="0"/>
              <a:t>영문 문자열 리소스를 활용하여 다국어를 지원합니다</a:t>
            </a:r>
            <a:r>
              <a:rPr lang="en-US" altLang="ko-KR" dirty="0" smtClean="0"/>
              <a:t>.</a:t>
            </a:r>
          </a:p>
          <a:p>
            <a:pPr marL="457200" indent="-457200">
              <a:buFont typeface="+mj-lt"/>
              <a:buAutoNum type="arabicPeriod" startAt="3"/>
            </a:pPr>
            <a:endParaRPr lang="en-US" altLang="ko-KR" dirty="0"/>
          </a:p>
          <a:p>
            <a:pPr marL="457200" indent="-457200">
              <a:buFont typeface="+mj-lt"/>
              <a:buAutoNum type="arabicPeriod" startAt="3"/>
            </a:pPr>
            <a:endParaRPr lang="en-US" altLang="ko-KR" dirty="0" smtClean="0"/>
          </a:p>
          <a:p>
            <a:pPr marL="457200" indent="-457200">
              <a:buFont typeface="+mj-lt"/>
              <a:buAutoNum type="arabicPeriod" startAt="3"/>
            </a:pPr>
            <a:endParaRPr lang="en-US" altLang="ko-KR" dirty="0"/>
          </a:p>
          <a:p>
            <a:pPr marL="457200" indent="-457200">
              <a:buFont typeface="+mj-lt"/>
              <a:buAutoNum type="arabicPeriod" startAt="3"/>
            </a:pPr>
            <a:endParaRPr lang="en-US" altLang="ko-KR" dirty="0" smtClean="0"/>
          </a:p>
          <a:p>
            <a:pPr marL="0" indent="0">
              <a:buNone/>
            </a:pP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4. </a:t>
            </a:r>
            <a:r>
              <a:rPr lang="en-US" altLang="ko-KR" dirty="0" err="1" smtClean="0"/>
              <a:t>Bitbucket</a:t>
            </a:r>
            <a:r>
              <a:rPr lang="ko-KR" altLang="en-US" dirty="0" smtClean="0"/>
              <a:t>에 업로드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14</a:t>
            </a:fld>
            <a:endParaRPr lang="ko-KR" altLang="en-US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7425" y="2379811"/>
            <a:ext cx="4629150" cy="1247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29849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실습 후 주의사항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 smtClean="0"/>
          </a:p>
          <a:p>
            <a:r>
              <a:rPr lang="ko-KR" altLang="en-US" dirty="0" smtClean="0"/>
              <a:t>실습을 완료하고 </a:t>
            </a:r>
            <a:r>
              <a:rPr lang="en-US" altLang="ko-KR" dirty="0" err="1" smtClean="0"/>
              <a:t>Bitbucket</a:t>
            </a:r>
            <a:r>
              <a:rPr lang="ko-KR" altLang="en-US" dirty="0" smtClean="0"/>
              <a:t>에 </a:t>
            </a:r>
            <a:r>
              <a:rPr lang="en-US" altLang="ko-KR" dirty="0" smtClean="0"/>
              <a:t>Push</a:t>
            </a:r>
          </a:p>
          <a:p>
            <a:endParaRPr lang="en-US" altLang="ko-KR" dirty="0"/>
          </a:p>
          <a:p>
            <a:r>
              <a:rPr lang="en-US" altLang="ko-KR" dirty="0" err="1" smtClean="0"/>
              <a:t>Bitbucket</a:t>
            </a:r>
            <a:r>
              <a:rPr lang="ko-KR" altLang="en-US" dirty="0" smtClean="0"/>
              <a:t>에 </a:t>
            </a:r>
            <a:r>
              <a:rPr lang="en-US" altLang="ko-KR" dirty="0" smtClean="0"/>
              <a:t>Push </a:t>
            </a:r>
            <a:r>
              <a:rPr lang="ko-KR" altLang="en-US" dirty="0" smtClean="0"/>
              <a:t>완료하면 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b="1" u="sng" smtClean="0">
                <a:solidFill>
                  <a:srgbClr val="FF0000"/>
                </a:solidFill>
              </a:rPr>
              <a:t>반드시 </a:t>
            </a:r>
            <a:r>
              <a:rPr lang="ko-KR" altLang="en-US" b="1" u="sng" dirty="0" smtClean="0">
                <a:solidFill>
                  <a:srgbClr val="FF0000"/>
                </a:solidFill>
              </a:rPr>
              <a:t>자리에서 프로젝트 파일 및 </a:t>
            </a:r>
            <a:r>
              <a:rPr lang="ko-KR" altLang="en-US" b="1" u="sng" dirty="0" err="1" smtClean="0">
                <a:solidFill>
                  <a:srgbClr val="FF0000"/>
                </a:solidFill>
              </a:rPr>
              <a:t>캡쳐화면</a:t>
            </a:r>
            <a:r>
              <a:rPr lang="ko-KR" altLang="en-US" b="1" u="sng" dirty="0" smtClean="0">
                <a:solidFill>
                  <a:srgbClr val="FF0000"/>
                </a:solidFill>
              </a:rPr>
              <a:t> 삭제</a:t>
            </a:r>
            <a:endParaRPr lang="en-US" altLang="ko-KR" b="1" u="sng" dirty="0" smtClean="0">
              <a:solidFill>
                <a:srgbClr val="FF0000"/>
              </a:solidFill>
            </a:endParaRPr>
          </a:p>
          <a:p>
            <a:endParaRPr lang="en-US" altLang="ko-KR" b="1" u="sng" dirty="0">
              <a:solidFill>
                <a:srgbClr val="FF0000"/>
              </a:solidFill>
            </a:endParaRPr>
          </a:p>
          <a:p>
            <a:r>
              <a:rPr lang="ko-KR" altLang="en-US" b="1" u="sng" dirty="0" smtClean="0">
                <a:solidFill>
                  <a:srgbClr val="FF0000"/>
                </a:solidFill>
              </a:rPr>
              <a:t>에뮬레이터 내의 애플리케이션도 삭제</a:t>
            </a:r>
            <a:endParaRPr lang="en-US" altLang="ko-KR" b="1" u="sng" dirty="0" smtClean="0">
              <a:solidFill>
                <a:srgbClr val="FF0000"/>
              </a:solidFill>
            </a:endParaRPr>
          </a:p>
          <a:p>
            <a:endParaRPr lang="en-US" altLang="ko-KR" dirty="0" smtClean="0"/>
          </a:p>
          <a:p>
            <a:r>
              <a:rPr lang="ko-KR" altLang="en-US" dirty="0" smtClean="0"/>
              <a:t>파일이 남아 있을 경우 감점</a:t>
            </a:r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7240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16</a:t>
            </a:fld>
            <a:endParaRPr lang="ko-KR" altLang="en-US"/>
          </a:p>
        </p:txBody>
      </p:sp>
      <p:pic>
        <p:nvPicPr>
          <p:cNvPr id="6146" name="Picture 2" descr="http://www.smartnbiz.co.kr/biz/userfiles/2011/2011-01-27/1292946066_android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6189" y="651914"/>
            <a:ext cx="6832878" cy="5633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7914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xecutive">
  <a:themeElements>
    <a:clrScheme name="Executive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Executive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xecu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Executive</Template>
  <TotalTime>35870</TotalTime>
  <Words>234</Words>
  <Application>Microsoft Office PowerPoint</Application>
  <PresentationFormat>화면 슬라이드 쇼(4:3)</PresentationFormat>
  <Paragraphs>96</Paragraphs>
  <Slides>16</Slides>
  <Notes>14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17" baseType="lpstr">
      <vt:lpstr>Executive</vt:lpstr>
      <vt:lpstr>실습 #6</vt:lpstr>
      <vt:lpstr>Practice #6.1</vt:lpstr>
      <vt:lpstr>New Project</vt:lpstr>
      <vt:lpstr>Resource by Resolution</vt:lpstr>
      <vt:lpstr>Resource by Resolution</vt:lpstr>
      <vt:lpstr>Resource by Resolution</vt:lpstr>
      <vt:lpstr>Practice #6.1</vt:lpstr>
      <vt:lpstr>Practice #6.2</vt:lpstr>
      <vt:lpstr>Practice #6.2</vt:lpstr>
      <vt:lpstr>Practice #6.2</vt:lpstr>
      <vt:lpstr>Practice #6.2</vt:lpstr>
      <vt:lpstr>Practice #6.3</vt:lpstr>
      <vt:lpstr>Practice #6.3</vt:lpstr>
      <vt:lpstr>Practice #6.3</vt:lpstr>
      <vt:lpstr>실습 후 주의사항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Sketching and Composing Widget for 3D Manipulation</dc:title>
  <dc:creator>Seonho</dc:creator>
  <cp:lastModifiedBy>OWNER</cp:lastModifiedBy>
  <cp:revision>1816</cp:revision>
  <cp:lastPrinted>2011-03-01T18:43:48Z</cp:lastPrinted>
  <dcterms:created xsi:type="dcterms:W3CDTF">2010-10-12T07:50:15Z</dcterms:created>
  <dcterms:modified xsi:type="dcterms:W3CDTF">2017-10-10T04:54:51Z</dcterms:modified>
</cp:coreProperties>
</file>