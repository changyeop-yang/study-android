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1" r:id="rId2"/>
    <p:sldId id="257" r:id="rId3"/>
    <p:sldId id="262" r:id="rId4"/>
    <p:sldId id="263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146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89430-D2F7-4E44-8692-B977C0C53323}" type="datetimeFigureOut">
              <a:rPr lang="ko-KR" altLang="en-US" smtClean="0"/>
              <a:t>2017-09-11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639AA-3B03-4EBE-BFE1-A233AFF16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09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xmlns:android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"http://schemas.android.com/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apk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/res/android"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xmlns:tools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"http://schemas.android.com/tools"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android:orientation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"vertical"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android:background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"#D5D5D5"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tools:context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com.example.testing.MainActivity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학번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ImageView</a:t>
            </a:r>
            <a:endParaRPr lang="en-US" altLang="ko-KR" sz="120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"@+id/imageView1"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"200dp"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android:paddingLeft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"30dp"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android:paddingRight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"30dp"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android:src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drawable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ic_launcher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TableLayout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"@+id/tableLayout1"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"45dp"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아이디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endParaRPr lang="en-US" altLang="ko-KR" sz="120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"@+id/editText1"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"150dp"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암호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endParaRPr lang="en-US" altLang="ko-KR" sz="120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"@+id/editText2"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"150dp"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"@+id/tableRow3"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CheckBox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"@+id/checkBox1"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android:layout_span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자동로그인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CheckBox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"@+id/tableRow4"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&lt;Button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"@+id/button1"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android:layout_span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로그인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&lt;/Button&gt;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xmlns:android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"http://schemas.android.com/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apk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/res/android"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xmlns:tools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"http://schemas.android.com/tools"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android:orientation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"vertical"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android:background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"#D5D5D5"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tools:context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com.example.testing.MainActivity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학번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ImageView</a:t>
            </a:r>
            <a:endParaRPr lang="en-US" altLang="ko-KR" sz="120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"@+id/imageView1"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"200dp"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android:paddingLeft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"30dp"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android:paddingRight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"30dp"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android:src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drawable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ic_launcher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TableLayout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"@+id/tableLayout1"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"45dp"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아이디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endParaRPr lang="en-US" altLang="ko-KR" sz="120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"@+id/editText1"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"150dp"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암호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endParaRPr lang="en-US" altLang="ko-KR" sz="1200" u="sng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"@+id/editText2"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"150dp"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EditText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"@+id/tableRow3"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CheckBox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"@+id/checkBox1"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android:layout_span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자동로그인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CheckBox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"@+id/tableRow4"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android:gravity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"center" 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&lt;Button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"@+id/button1"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android:layout_span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로그인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&lt;/Button&gt;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TableRow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4639AA-3B03-4EBE-BFE1-A233AFF16FE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63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084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962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6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8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20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92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5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7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11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43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90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7559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kr/images/logos/ps_logo.p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Application &amp; Activity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74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#2-1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아래 화면과 같이 </a:t>
            </a:r>
            <a:r>
              <a:rPr lang="en-US" altLang="ko-KR" dirty="0" smtClean="0"/>
              <a:t>Layout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Widget</a:t>
            </a:r>
            <a:r>
              <a:rPr lang="ko-KR" altLang="en-US" dirty="0" smtClean="0"/>
              <a:t>을 구성해 봅니다</a:t>
            </a:r>
            <a:r>
              <a:rPr lang="en-US" altLang="ko-KR" dirty="0" smtClean="0"/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156" y="2010178"/>
            <a:ext cx="4069544" cy="4684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74764" y="2952921"/>
            <a:ext cx="1742592" cy="708974"/>
            <a:chOff x="16396" y="2952921"/>
            <a:chExt cx="1742592" cy="708974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6396" y="2952921"/>
              <a:ext cx="1406894" cy="708974"/>
            </a:xfrm>
            <a:prstGeom prst="rect">
              <a:avLst/>
            </a:prstGeom>
            <a:grpFill/>
            <a:ln>
              <a:solidFill>
                <a:srgbClr val="0066FF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100" dirty="0" err="1" smtClean="0"/>
                <a:t>ImageView</a:t>
              </a:r>
              <a:endParaRPr lang="en-US" altLang="ko-KR" sz="1100" dirty="0" smtClean="0"/>
            </a:p>
            <a:p>
              <a:pPr marL="285750" indent="-285750">
                <a:buFontTx/>
                <a:buChar char="-"/>
              </a:pPr>
              <a:r>
                <a:rPr lang="en-US" altLang="ko-KR" sz="1100" dirty="0" err="1" smtClean="0"/>
                <a:t>paddingLeft</a:t>
              </a:r>
              <a:endParaRPr lang="en-US" altLang="ko-KR" sz="1100" dirty="0" smtClean="0"/>
            </a:p>
            <a:p>
              <a:pPr marL="285750" indent="-285750">
                <a:buFontTx/>
                <a:buChar char="-"/>
              </a:pPr>
              <a:r>
                <a:rPr lang="en-US" altLang="ko-KR" sz="1100" dirty="0" err="1" smtClean="0"/>
                <a:t>paddingRight</a:t>
              </a:r>
              <a:endParaRPr lang="ko-KR" altLang="en-US" sz="1100" dirty="0"/>
            </a:p>
          </p:txBody>
        </p:sp>
        <p:cxnSp>
          <p:nvCxnSpPr>
            <p:cNvPr id="7" name="Straight Arrow Connector 6"/>
            <p:cNvCxnSpPr>
              <a:stCxn id="5" idx="3"/>
            </p:cNvCxnSpPr>
            <p:nvPr/>
          </p:nvCxnSpPr>
          <p:spPr>
            <a:xfrm>
              <a:off x="1423290" y="3307408"/>
              <a:ext cx="335698" cy="0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465" y="2721149"/>
            <a:ext cx="2362200" cy="3009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694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#2-1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ko-KR" altLang="en-US" sz="2800" dirty="0" smtClean="0"/>
              <a:t>구글 로고 이미지는 </a:t>
            </a:r>
            <a:r>
              <a:rPr lang="en-US" altLang="ko-KR" sz="2800" dirty="0" smtClean="0">
                <a:hlinkClick r:id="rId3"/>
              </a:rPr>
              <a:t>http</a:t>
            </a:r>
            <a:r>
              <a:rPr lang="en-US" altLang="ko-KR" sz="2800" dirty="0">
                <a:hlinkClick r:id="rId3"/>
              </a:rPr>
              <a:t>://</a:t>
            </a:r>
            <a:r>
              <a:rPr lang="en-US" altLang="ko-KR" sz="2800" dirty="0" smtClean="0">
                <a:hlinkClick r:id="rId3"/>
              </a:rPr>
              <a:t>www.google.co.kr/images/logos/ps_logo.png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에서 다운로드 할 수 있습니다</a:t>
            </a:r>
            <a:r>
              <a:rPr lang="en-US" altLang="ko-KR" sz="2800" dirty="0" smtClean="0"/>
              <a:t>.</a:t>
            </a:r>
            <a:br>
              <a:rPr lang="en-US" altLang="ko-KR" sz="2800" dirty="0" smtClean="0"/>
            </a:br>
            <a:r>
              <a:rPr lang="ko-KR" altLang="en-US" sz="2800" dirty="0" err="1" smtClean="0"/>
              <a:t>구글</a:t>
            </a:r>
            <a:r>
              <a:rPr lang="ko-KR" altLang="en-US" sz="2800" dirty="0" smtClean="0"/>
              <a:t> 로고 대신 </a:t>
            </a:r>
            <a:r>
              <a:rPr lang="en-US" altLang="ko-KR" sz="2800" dirty="0" smtClean="0"/>
              <a:t>KNU </a:t>
            </a:r>
            <a:r>
              <a:rPr lang="ko-KR" altLang="en-US" sz="2800" dirty="0" err="1" smtClean="0"/>
              <a:t>앰블럼을</a:t>
            </a:r>
            <a:r>
              <a:rPr lang="ko-KR" altLang="en-US" sz="2800" dirty="0" smtClean="0"/>
              <a:t> 사용해도 됨</a:t>
            </a:r>
            <a:endParaRPr lang="en-US" altLang="ko-KR" sz="2800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411194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1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#2-2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다음의 </a:t>
            </a:r>
            <a:r>
              <a:rPr lang="en-US" altLang="ko-KR" sz="2800" dirty="0" smtClean="0"/>
              <a:t>UI</a:t>
            </a:r>
            <a:r>
              <a:rPr lang="ko-KR" altLang="en-US" sz="2800" dirty="0" smtClean="0"/>
              <a:t>를 모두 포함한 어플리케이션을 구성하고 제출하세요 </a:t>
            </a:r>
            <a:endParaRPr lang="en-US" altLang="ko-KR" sz="2800" dirty="0" smtClean="0"/>
          </a:p>
          <a:p>
            <a:pPr marL="0" indent="0">
              <a:buNone/>
            </a:pPr>
            <a:r>
              <a:rPr lang="en-US" altLang="ko-KR" sz="2800" dirty="0"/>
              <a:t> </a:t>
            </a:r>
            <a:r>
              <a:rPr lang="en-US" altLang="ko-KR" sz="2800" dirty="0" smtClean="0"/>
              <a:t>   (</a:t>
            </a:r>
            <a:r>
              <a:rPr lang="ko-KR" altLang="en-US" sz="2800" dirty="0" smtClean="0"/>
              <a:t>별도의 기능이 없어도 됨</a:t>
            </a:r>
            <a:r>
              <a:rPr lang="en-US" altLang="ko-KR" sz="2800" dirty="0" smtClean="0"/>
              <a:t>, </a:t>
            </a:r>
            <a:r>
              <a:rPr lang="ko-KR" altLang="en-US" sz="2800" dirty="0" smtClean="0"/>
              <a:t>자유형식</a:t>
            </a:r>
            <a:r>
              <a:rPr lang="en-US" altLang="ko-KR" sz="2800" dirty="0" smtClean="0"/>
              <a:t>)</a:t>
            </a:r>
          </a:p>
          <a:p>
            <a:pPr lvl="1"/>
            <a:r>
              <a:rPr lang="en-US" altLang="ko-KR" sz="2000" dirty="0" err="1" smtClean="0"/>
              <a:t>ActionBar</a:t>
            </a:r>
            <a:endParaRPr lang="en-US" altLang="ko-KR" sz="2000" dirty="0" smtClean="0"/>
          </a:p>
          <a:p>
            <a:pPr lvl="1"/>
            <a:r>
              <a:rPr lang="en-US" altLang="ko-KR" sz="2000" dirty="0" err="1" smtClean="0"/>
              <a:t>ListView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Tab (Fragment </a:t>
            </a:r>
            <a:r>
              <a:rPr lang="ko-KR" altLang="en-US" sz="2000" dirty="0" smtClean="0"/>
              <a:t>두개 이상</a:t>
            </a:r>
            <a:r>
              <a:rPr lang="en-US" altLang="ko-KR" sz="2000" dirty="0" smtClean="0"/>
              <a:t>)</a:t>
            </a:r>
          </a:p>
          <a:p>
            <a:endParaRPr lang="en-US" altLang="ko-KR" sz="28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37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09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937</Words>
  <Application>Microsoft Office PowerPoint</Application>
  <PresentationFormat>화면 슬라이드 쇼(4:3)</PresentationFormat>
  <Paragraphs>237</Paragraphs>
  <Slides>5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Executive</vt:lpstr>
      <vt:lpstr>Homework #2</vt:lpstr>
      <vt:lpstr>Homework #2-1</vt:lpstr>
      <vt:lpstr>Homework #2-1</vt:lpstr>
      <vt:lpstr>Homework #2-2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Yongbin</dc:creator>
  <cp:lastModifiedBy>OWNER</cp:lastModifiedBy>
  <cp:revision>9</cp:revision>
  <dcterms:created xsi:type="dcterms:W3CDTF">2015-09-14T04:35:51Z</dcterms:created>
  <dcterms:modified xsi:type="dcterms:W3CDTF">2017-09-11T06:20:18Z</dcterms:modified>
</cp:coreProperties>
</file>