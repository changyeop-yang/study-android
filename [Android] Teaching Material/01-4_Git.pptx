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7"/>
  </p:notesMasterIdLst>
  <p:sldIdLst>
    <p:sldId id="256" r:id="rId2"/>
    <p:sldId id="343" r:id="rId3"/>
    <p:sldId id="375" r:id="rId4"/>
    <p:sldId id="376" r:id="rId5"/>
    <p:sldId id="427" r:id="rId6"/>
    <p:sldId id="429" r:id="rId7"/>
    <p:sldId id="453" r:id="rId8"/>
    <p:sldId id="454" r:id="rId9"/>
    <p:sldId id="456" r:id="rId10"/>
    <p:sldId id="380" r:id="rId11"/>
    <p:sldId id="432" r:id="rId12"/>
    <p:sldId id="411" r:id="rId13"/>
    <p:sldId id="433" r:id="rId14"/>
    <p:sldId id="434" r:id="rId15"/>
    <p:sldId id="435" r:id="rId16"/>
    <p:sldId id="450" r:id="rId17"/>
    <p:sldId id="451" r:id="rId18"/>
    <p:sldId id="436" r:id="rId19"/>
    <p:sldId id="437" r:id="rId20"/>
    <p:sldId id="438" r:id="rId21"/>
    <p:sldId id="439" r:id="rId22"/>
    <p:sldId id="440" r:id="rId23"/>
    <p:sldId id="441" r:id="rId24"/>
    <p:sldId id="452" r:id="rId25"/>
    <p:sldId id="449" r:id="rId26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E2"/>
    <a:srgbClr val="0066FF"/>
    <a:srgbClr val="004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91" autoAdjust="0"/>
    <p:restoredTop sz="86957" autoAdjust="0"/>
  </p:normalViewPr>
  <p:slideViewPr>
    <p:cSldViewPr snapToGrid="0">
      <p:cViewPr varScale="1">
        <p:scale>
          <a:sx n="76" d="100"/>
          <a:sy n="76" d="100"/>
        </p:scale>
        <p:origin x="86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3054"/>
    </p:cViewPr>
  </p:outlineViewPr>
  <p:notesTextViewPr>
    <p:cViewPr>
      <p:scale>
        <a:sx n="400" d="100"/>
        <a:sy n="400" d="100"/>
      </p:scale>
      <p:origin x="0" y="-24"/>
    </p:cViewPr>
  </p:notesTextViewPr>
  <p:sorterViewPr>
    <p:cViewPr>
      <p:scale>
        <a:sx n="100" d="100"/>
        <a:sy n="100" d="100"/>
      </p:scale>
      <p:origin x="0" y="10500"/>
    </p:cViewPr>
  </p:sorter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9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98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98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9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541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522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16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192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dirty="0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98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역시 </a:t>
            </a:r>
            <a:r>
              <a:rPr lang="en-US" altLang="ko-KR" dirty="0" smtClean="0"/>
              <a:t>XML </a:t>
            </a:r>
            <a:r>
              <a:rPr lang="ko-KR" altLang="en-US" smtClean="0"/>
              <a:t>코드로도 편집 가능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798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59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949171" y="117026"/>
            <a:ext cx="1451488" cy="425758"/>
            <a:chOff x="983728" y="117326"/>
            <a:chExt cx="1451488" cy="425758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8" y="117326"/>
              <a:ext cx="1451488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1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1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pp.</a:t>
              </a:r>
            </a:p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kern="1200" baseline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 </a:t>
              </a:r>
              <a:r>
                <a:rPr lang="en-US" altLang="ko-KR" sz="1600" b="1" kern="1200" baseline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lang="en-US" altLang="ko-KR" sz="1600" kern="1200" baseline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8473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tbucket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git-scm.com/download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err="1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Git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 smtClean="0"/>
              <a:t>Gi</a:t>
            </a:r>
            <a:r>
              <a:rPr lang="en-US" altLang="ko-KR" dirty="0" smtClean="0"/>
              <a:t> </a:t>
            </a:r>
            <a:r>
              <a:rPr lang="en-US" altLang="ko-KR" smtClean="0"/>
              <a:t>Sook Jung, </a:t>
            </a:r>
            <a:r>
              <a:rPr lang="en-US" altLang="ko-KR" dirty="0" err="1" smtClean="0"/>
              <a:t>Ph.D</a:t>
            </a:r>
            <a:endParaRPr lang="en-US" altLang="ko-KR" dirty="0" smtClean="0"/>
          </a:p>
          <a:p>
            <a:r>
              <a:rPr lang="en-US" altLang="ko-KR" dirty="0" smtClean="0"/>
              <a:t>School 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09600" y="1463646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분산되어  있는 소스들을 버전 관리하는 시스템</a:t>
            </a:r>
            <a:endParaRPr lang="en-US" altLang="ko-KR" dirty="0" smtClean="0"/>
          </a:p>
          <a:p>
            <a:r>
              <a:rPr lang="ko-KR" altLang="en-US" dirty="0"/>
              <a:t>다양한 </a:t>
            </a:r>
            <a:r>
              <a:rPr lang="ko-KR" altLang="en-US" dirty="0" smtClean="0"/>
              <a:t>프로젝트를 효과적으로 빠르게 관리할 수 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포트폴리오 대신 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나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의 아이디를 제출 하라는 회사도 있음</a:t>
            </a:r>
            <a:endParaRPr lang="en-US" altLang="ko-KR" dirty="0" smtClean="0"/>
          </a:p>
          <a:p>
            <a:endParaRPr lang="en-US" altLang="ko-KR" b="1" dirty="0"/>
          </a:p>
          <a:p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6244777" y="6332529"/>
            <a:ext cx="2130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0066FF"/>
                </a:solidFill>
              </a:rPr>
              <a:t>http</a:t>
            </a:r>
            <a:r>
              <a:rPr lang="en-US" altLang="ko-KR" dirty="0">
                <a:solidFill>
                  <a:srgbClr val="0066FF"/>
                </a:solidFill>
              </a:rPr>
              <a:t>://git-scm.com/</a:t>
            </a:r>
            <a:endParaRPr lang="ko-KR" altLang="en-US" dirty="0">
              <a:solidFill>
                <a:srgbClr val="0066FF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7" y="3132603"/>
            <a:ext cx="7595095" cy="32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380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09600" y="16370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altLang="ko-KR" b="1" dirty="0"/>
          </a:p>
          <a:p>
            <a:endParaRPr lang="en-US" altLang="ko-KR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62000" y="1461107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을 사용하기 위한 웹 원격 저장소 </a:t>
            </a:r>
            <a:endParaRPr lang="en-US" altLang="ko-KR" dirty="0"/>
          </a:p>
          <a:p>
            <a:pPr lvl="1"/>
            <a:r>
              <a:rPr lang="en-US" altLang="ko-KR" sz="2000" dirty="0" err="1" smtClean="0"/>
              <a:t>Github</a:t>
            </a:r>
            <a:r>
              <a:rPr lang="en-US" altLang="ko-KR" sz="2000" dirty="0" smtClean="0"/>
              <a:t>, </a:t>
            </a:r>
            <a:r>
              <a:rPr lang="en-US" altLang="ko-KR" sz="2000" dirty="0" err="1" smtClean="0"/>
              <a:t>Bitbucket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etc</a:t>
            </a:r>
            <a:endParaRPr lang="en-US" altLang="ko-KR" sz="2000" dirty="0" smtClean="0"/>
          </a:p>
          <a:p>
            <a:pPr marL="57150" indent="0">
              <a:buNone/>
            </a:pPr>
            <a:endParaRPr lang="en-US" altLang="ko-KR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3"/>
          <a:stretch/>
        </p:blipFill>
        <p:spPr bwMode="auto">
          <a:xfrm>
            <a:off x="1056276" y="2349063"/>
            <a:ext cx="7283594" cy="3992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5192591" y="6278564"/>
            <a:ext cx="3163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66FF"/>
                </a:solidFill>
              </a:rPr>
              <a:t>https://bitbucket.org/features</a:t>
            </a:r>
            <a:endParaRPr lang="ko-KR" altLang="en-US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96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569" y="2195764"/>
            <a:ext cx="4688321" cy="4029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3319" y="1388112"/>
            <a:ext cx="8103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수업 시간에 사용하는 프로젝트와 강의 자료들은 </a:t>
            </a:r>
            <a:r>
              <a:rPr lang="ko-KR" altLang="en-US" sz="2400" dirty="0" smtClean="0">
                <a:solidFill>
                  <a:srgbClr val="FF0000"/>
                </a:solidFill>
              </a:rPr>
              <a:t>수업  </a:t>
            </a:r>
            <a:r>
              <a:rPr lang="en-US" altLang="ko-KR" sz="2400" dirty="0" err="1" smtClean="0">
                <a:solidFill>
                  <a:srgbClr val="FF0000"/>
                </a:solidFill>
              </a:rPr>
              <a:t>Bitbucket</a:t>
            </a:r>
            <a:r>
              <a:rPr lang="en-US" altLang="ko-KR" sz="2400" dirty="0" smtClean="0">
                <a:solidFill>
                  <a:srgbClr val="FF0000"/>
                </a:solidFill>
              </a:rPr>
              <a:t> </a:t>
            </a:r>
            <a:r>
              <a:rPr lang="ko-KR" altLang="en-US" sz="2400" dirty="0" smtClean="0">
                <a:solidFill>
                  <a:srgbClr val="FF0000"/>
                </a:solidFill>
              </a:rPr>
              <a:t>저장소</a:t>
            </a:r>
            <a:r>
              <a:rPr lang="ko-KR" altLang="en-US" sz="2400" dirty="0" smtClean="0"/>
              <a:t>에  저장됨   </a:t>
            </a:r>
            <a:endParaRPr lang="ko-KR" altLang="en-US" sz="2400" dirty="0"/>
          </a:p>
        </p:txBody>
      </p:sp>
      <p:sp>
        <p:nvSpPr>
          <p:cNvPr id="11" name="직사각형 10"/>
          <p:cNvSpPr/>
          <p:nvPr/>
        </p:nvSpPr>
        <p:spPr>
          <a:xfrm>
            <a:off x="2953857" y="6205817"/>
            <a:ext cx="4315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  <a:hlinkClick r:id="rId4"/>
              </a:rPr>
              <a:t>http://bitbucket.org</a:t>
            </a:r>
            <a:r>
              <a:rPr lang="en-US" altLang="ko-KR" dirty="0" smtClean="0">
                <a:solidFill>
                  <a:schemeClr val="accent1"/>
                </a:solidFill>
              </a:rPr>
              <a:t> </a:t>
            </a:r>
            <a:r>
              <a:rPr lang="en-US" altLang="ko-KR" dirty="0" smtClean="0">
                <a:solidFill>
                  <a:srgbClr val="0066FF"/>
                </a:solidFill>
              </a:rPr>
              <a:t>- </a:t>
            </a:r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회원가</a:t>
            </a:r>
            <a:r>
              <a:rPr lang="ko-KR" altLang="en-US" dirty="0"/>
              <a:t>입</a:t>
            </a:r>
          </a:p>
        </p:txBody>
      </p:sp>
    </p:spTree>
    <p:extLst>
      <p:ext uri="{BB962C8B-B14F-4D97-AF65-F5344CB8AC3E}">
        <p14:creationId xmlns:p14="http://schemas.microsoft.com/office/powerpoint/2010/main" val="247606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868" y="2295586"/>
            <a:ext cx="7296346" cy="40607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583319" y="1397310"/>
            <a:ext cx="8103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과제 제출도 학생 개인 저장소를 통해서 제출</a:t>
            </a:r>
            <a:endParaRPr lang="en-US" altLang="ko-KR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팀 저장소 생성 후 </a:t>
            </a:r>
            <a:r>
              <a:rPr lang="en-US" altLang="ko-KR" sz="2400" dirty="0" smtClean="0"/>
              <a:t>TA </a:t>
            </a:r>
            <a:r>
              <a:rPr lang="ko-KR" altLang="en-US" sz="2400" dirty="0" smtClean="0"/>
              <a:t>및 </a:t>
            </a:r>
            <a:r>
              <a:rPr lang="ko-KR" altLang="en-US" sz="2400" dirty="0" err="1" smtClean="0"/>
              <a:t>튜터를</a:t>
            </a:r>
            <a:r>
              <a:rPr lang="ko-KR" altLang="en-US" sz="2400" dirty="0" smtClean="0"/>
              <a:t> 팀 멤버로 추가   </a:t>
            </a:r>
            <a:endParaRPr lang="en-US" altLang="ko-KR" sz="2400" dirty="0" smtClean="0"/>
          </a:p>
        </p:txBody>
      </p:sp>
      <p:sp>
        <p:nvSpPr>
          <p:cNvPr id="9" name="Rectangle 4"/>
          <p:cNvSpPr/>
          <p:nvPr/>
        </p:nvSpPr>
        <p:spPr>
          <a:xfrm>
            <a:off x="1909319" y="4071345"/>
            <a:ext cx="2201358" cy="36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96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79" y="2594126"/>
            <a:ext cx="5224674" cy="426387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543278" y="6515464"/>
            <a:ext cx="561975" cy="365125"/>
          </a:xfrm>
        </p:spPr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709447" y="1243634"/>
            <a:ext cx="8395806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ko-KR" sz="2400" dirty="0"/>
              <a:t>Team member</a:t>
            </a:r>
            <a:r>
              <a:rPr lang="ko-KR" altLang="en-US" sz="2400" dirty="0"/>
              <a:t>로 </a:t>
            </a:r>
            <a:r>
              <a:rPr lang="en-US" altLang="ko-KR" sz="2400" dirty="0" smtClean="0"/>
              <a:t>TA </a:t>
            </a:r>
            <a:r>
              <a:rPr lang="ko-KR" altLang="en-US" sz="2400" dirty="0" smtClean="0"/>
              <a:t>및 </a:t>
            </a:r>
            <a:r>
              <a:rPr lang="ko-KR" altLang="en-US" sz="2400" dirty="0" err="1" smtClean="0"/>
              <a:t>튜터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추가</a:t>
            </a:r>
            <a:endParaRPr lang="en-US" altLang="ko-KR" sz="24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Courier New" pitchFamily="49" charset="0"/>
              <a:buChar char="o"/>
            </a:pPr>
            <a:r>
              <a:rPr lang="ko-KR" altLang="en-US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분반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ko-KR" altLang="en-US" sz="1600" dirty="0" smtClean="0"/>
              <a:t>화요일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):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TA: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dlrgus26@gmail.com</a:t>
            </a:r>
            <a:endParaRPr lang="en-US" altLang="ko-KR" sz="1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Courier New" pitchFamily="49" charset="0"/>
              <a:buChar char="o"/>
            </a:pPr>
            <a:r>
              <a:rPr lang="ko-KR" altLang="en-US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분반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ko-KR" altLang="en-US" sz="1600" dirty="0" smtClean="0"/>
              <a:t>수요일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):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TA: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dlrgus26@gmail.com</a:t>
            </a:r>
            <a:endParaRPr lang="en-US" altLang="ko-KR" sz="1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742950" lvl="1" indent="-285750">
              <a:spcBef>
                <a:spcPct val="20000"/>
              </a:spcBef>
              <a:buFont typeface="Courier New" pitchFamily="49" charset="0"/>
              <a:buChar char="o"/>
            </a:pPr>
            <a:r>
              <a:rPr lang="ko-KR" altLang="en-US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분반 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3(</a:t>
            </a:r>
            <a:r>
              <a:rPr lang="ko-KR" altLang="en-US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목요일</a:t>
            </a:r>
            <a:r>
              <a:rPr lang="en-US" altLang="ko-KR" sz="1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): TA: dlrgus26@gmail.com</a:t>
            </a:r>
            <a:endParaRPr lang="ko-KR" altLang="en-US" sz="1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4"/>
          <p:cNvSpPr/>
          <p:nvPr/>
        </p:nvSpPr>
        <p:spPr>
          <a:xfrm>
            <a:off x="3119149" y="3065074"/>
            <a:ext cx="1680667" cy="259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933499" y="3555249"/>
            <a:ext cx="381636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※ </a:t>
            </a:r>
            <a:r>
              <a:rPr lang="ko-KR" altLang="en-US" b="1" dirty="0" smtClean="0">
                <a:solidFill>
                  <a:srgbClr val="FF0000"/>
                </a:solidFill>
              </a:rPr>
              <a:t>반드시 </a:t>
            </a:r>
            <a:r>
              <a:rPr lang="en-US" altLang="ko-KR" b="1" dirty="0" smtClean="0">
                <a:solidFill>
                  <a:srgbClr val="FF0000"/>
                </a:solidFill>
              </a:rPr>
              <a:t>Android </a:t>
            </a:r>
            <a:r>
              <a:rPr lang="ko-KR" altLang="en-US" b="1" dirty="0" smtClean="0">
                <a:solidFill>
                  <a:srgbClr val="FF0000"/>
                </a:solidFill>
              </a:rPr>
              <a:t>학번 이름 </a:t>
            </a: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en-US" altLang="ko-KR" b="1" dirty="0" smtClean="0">
                <a:solidFill>
                  <a:srgbClr val="FF0000"/>
                </a:solidFill>
              </a:rPr>
              <a:t>      (ex. Android 2017001234 </a:t>
            </a:r>
            <a:r>
              <a:rPr lang="ko-KR" altLang="en-US" b="1" dirty="0" smtClean="0">
                <a:solidFill>
                  <a:srgbClr val="FF0000"/>
                </a:solidFill>
              </a:rPr>
              <a:t>홍길동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※Team ID</a:t>
            </a:r>
            <a:r>
              <a:rPr lang="ko-KR" altLang="en-US" b="1" dirty="0" smtClean="0">
                <a:solidFill>
                  <a:srgbClr val="FF0000"/>
                </a:solidFill>
              </a:rPr>
              <a:t>는 수정하지 말 것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2919872" y="4056736"/>
            <a:ext cx="1879944" cy="269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Rectangle 4"/>
          <p:cNvSpPr/>
          <p:nvPr/>
        </p:nvSpPr>
        <p:spPr>
          <a:xfrm>
            <a:off x="2323631" y="5057626"/>
            <a:ext cx="3413369" cy="269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33499" y="5470279"/>
            <a:ext cx="34574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※ TA </a:t>
            </a:r>
            <a:r>
              <a:rPr lang="ko-KR" altLang="en-US" b="1" dirty="0" smtClean="0">
                <a:solidFill>
                  <a:srgbClr val="FF0000"/>
                </a:solidFill>
              </a:rPr>
              <a:t>및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튜터</a:t>
            </a:r>
            <a:r>
              <a:rPr lang="ko-KR" altLang="en-US" b="1" dirty="0" smtClean="0">
                <a:solidFill>
                  <a:srgbClr val="FF0000"/>
                </a:solidFill>
              </a:rPr>
              <a:t>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59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98" y="1945185"/>
            <a:ext cx="7724775" cy="406717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09447" y="1369716"/>
            <a:ext cx="810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새로운 프로젝트 생성</a:t>
            </a:r>
            <a:endParaRPr lang="ko-KR" altLang="en-US" sz="2400" b="1" u="sng" dirty="0"/>
          </a:p>
        </p:txBody>
      </p:sp>
      <p:sp>
        <p:nvSpPr>
          <p:cNvPr id="8" name="Rectangle 4"/>
          <p:cNvSpPr/>
          <p:nvPr/>
        </p:nvSpPr>
        <p:spPr>
          <a:xfrm>
            <a:off x="4656248" y="3616163"/>
            <a:ext cx="1584296" cy="409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70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860" y="1893408"/>
            <a:ext cx="4906652" cy="490665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09447" y="1369716"/>
            <a:ext cx="810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프로젝트 </a:t>
            </a:r>
            <a:r>
              <a:rPr lang="en-US" altLang="ko-KR" sz="2400" dirty="0" smtClean="0"/>
              <a:t>Name</a:t>
            </a:r>
            <a:r>
              <a:rPr lang="ko-KR" altLang="en-US" sz="2400" dirty="0" smtClean="0"/>
              <a:t>은 </a:t>
            </a:r>
            <a:r>
              <a:rPr lang="ko-KR" altLang="en-US" sz="2400" b="1" u="sng" dirty="0" smtClean="0"/>
              <a:t>반드시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2017-02 Android</a:t>
            </a:r>
            <a:endParaRPr lang="ko-KR" altLang="en-US" sz="2400" b="1" u="sng" dirty="0"/>
          </a:p>
        </p:txBody>
      </p:sp>
      <p:sp>
        <p:nvSpPr>
          <p:cNvPr id="8" name="Rectangle 4"/>
          <p:cNvSpPr/>
          <p:nvPr/>
        </p:nvSpPr>
        <p:spPr>
          <a:xfrm>
            <a:off x="3732421" y="3026261"/>
            <a:ext cx="2065064" cy="310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041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51" y="2469290"/>
            <a:ext cx="8164749" cy="332556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709447" y="1369716"/>
            <a:ext cx="810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새로운 저장소 생성 </a:t>
            </a:r>
            <a:r>
              <a:rPr lang="en-US" altLang="ko-KR" sz="2400" dirty="0" smtClean="0"/>
              <a:t>– </a:t>
            </a:r>
            <a:r>
              <a:rPr lang="ko-KR" altLang="en-US" sz="2400" b="1" u="sng" dirty="0" smtClean="0"/>
              <a:t>매 실습마다 저장소 생성</a:t>
            </a:r>
            <a:endParaRPr lang="ko-KR" altLang="en-US" sz="2400" b="1" u="sng" dirty="0"/>
          </a:p>
        </p:txBody>
      </p:sp>
      <p:sp>
        <p:nvSpPr>
          <p:cNvPr id="8" name="Rectangle 4"/>
          <p:cNvSpPr/>
          <p:nvPr/>
        </p:nvSpPr>
        <p:spPr>
          <a:xfrm>
            <a:off x="7692272" y="2630078"/>
            <a:ext cx="923828" cy="367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5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" y="1239839"/>
            <a:ext cx="7362825" cy="488632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15" name="Rectangle 4"/>
          <p:cNvSpPr/>
          <p:nvPr/>
        </p:nvSpPr>
        <p:spPr>
          <a:xfrm>
            <a:off x="3340342" y="2896861"/>
            <a:ext cx="2057891" cy="35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88701" y="2418070"/>
            <a:ext cx="353466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※ Owner</a:t>
            </a:r>
            <a:r>
              <a:rPr lang="ko-KR" altLang="en-US" b="1" dirty="0" smtClean="0">
                <a:solidFill>
                  <a:srgbClr val="FF0000"/>
                </a:solidFill>
              </a:rPr>
              <a:t>는 방금 생성한 팀으로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    </a:t>
            </a:r>
            <a:r>
              <a:rPr lang="ko-KR" altLang="en-US" b="1" dirty="0" smtClean="0">
                <a:solidFill>
                  <a:srgbClr val="FF0000"/>
                </a:solidFill>
              </a:rPr>
              <a:t>설정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※ Name</a:t>
            </a:r>
            <a:r>
              <a:rPr lang="ko-KR" altLang="en-US" b="1" dirty="0" smtClean="0">
                <a:solidFill>
                  <a:srgbClr val="FF0000"/>
                </a:solidFill>
              </a:rPr>
              <a:t>은 실습 파일명과 동일     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    </a:t>
            </a:r>
            <a:r>
              <a:rPr lang="ko-KR" altLang="en-US" b="1" dirty="0" smtClean="0">
                <a:solidFill>
                  <a:srgbClr val="FF0000"/>
                </a:solidFill>
              </a:rPr>
              <a:t>하게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4"/>
          <p:cNvSpPr/>
          <p:nvPr/>
        </p:nvSpPr>
        <p:spPr>
          <a:xfrm>
            <a:off x="3308235" y="2404431"/>
            <a:ext cx="2057891" cy="35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Rectangle 4"/>
          <p:cNvSpPr/>
          <p:nvPr/>
        </p:nvSpPr>
        <p:spPr>
          <a:xfrm>
            <a:off x="3319818" y="3424588"/>
            <a:ext cx="2057891" cy="35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88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74" y="1957540"/>
            <a:ext cx="8229599" cy="448341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709447" y="1433216"/>
            <a:ext cx="810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펼쳐진 화면에서 저장소의 주소 복사하여 저장</a:t>
            </a:r>
            <a:endParaRPr lang="ko-KR" altLang="en-US" sz="2400" dirty="0"/>
          </a:p>
        </p:txBody>
      </p:sp>
      <p:sp>
        <p:nvSpPr>
          <p:cNvPr id="11" name="Rectangle 4"/>
          <p:cNvSpPr/>
          <p:nvPr/>
        </p:nvSpPr>
        <p:spPr>
          <a:xfrm>
            <a:off x="5854045" y="2544731"/>
            <a:ext cx="1545996" cy="141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/>
          <p:cNvCxnSpPr>
            <a:endCxn id="11" idx="0"/>
          </p:cNvCxnSpPr>
          <p:nvPr/>
        </p:nvCxnSpPr>
        <p:spPr>
          <a:xfrm>
            <a:off x="5067300" y="1894881"/>
            <a:ext cx="1559743" cy="64985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16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http://git-scm.com/downloads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7700" y="5934076"/>
            <a:ext cx="4727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다른 설정 건드리지말고 </a:t>
            </a:r>
            <a:r>
              <a:rPr lang="en-US" altLang="ko-KR" dirty="0" smtClean="0"/>
              <a:t>Next</a:t>
            </a:r>
            <a:r>
              <a:rPr lang="ko-KR" altLang="en-US" dirty="0" smtClean="0"/>
              <a:t>만 눌러서 설치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768" y="1996699"/>
            <a:ext cx="4716463" cy="384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86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2972370"/>
            <a:ext cx="3771900" cy="2781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 후 </a:t>
            </a:r>
            <a:r>
              <a:rPr lang="en-US" altLang="ko-KR" dirty="0" smtClean="0"/>
              <a:t>Android Studio </a:t>
            </a:r>
            <a:r>
              <a:rPr lang="ko-KR" altLang="en-US" dirty="0" smtClean="0"/>
              <a:t>실행</a:t>
            </a:r>
            <a:endParaRPr lang="en-US" altLang="ko-KR" dirty="0" smtClean="0"/>
          </a:p>
          <a:p>
            <a:r>
              <a:rPr lang="en-US" altLang="ko-KR" dirty="0" smtClean="0"/>
              <a:t>[Setting</a:t>
            </a:r>
            <a:r>
              <a:rPr lang="en-US" altLang="ko-KR" dirty="0"/>
              <a:t>s</a:t>
            </a:r>
            <a:r>
              <a:rPr lang="en-US" altLang="ko-KR" dirty="0" smtClean="0"/>
              <a:t>] </a:t>
            </a:r>
            <a:r>
              <a:rPr lang="ko-KR" altLang="en-US" dirty="0" smtClean="0"/>
              <a:t>메뉴 선택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2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166" y="2651490"/>
            <a:ext cx="5961668" cy="40699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오른쪽 메뉴에서 </a:t>
            </a:r>
            <a:r>
              <a:rPr lang="en-US" altLang="ko-KR" dirty="0" smtClean="0"/>
              <a:t>[Version Control] -&gt; [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]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r>
              <a:rPr lang="ko-KR" altLang="en-US" dirty="0" smtClean="0"/>
              <a:t>설치된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의 경로를 설정</a:t>
            </a:r>
            <a:endParaRPr lang="en-US" altLang="ko-KR" dirty="0"/>
          </a:p>
          <a:p>
            <a:pPr lvl="1"/>
            <a:r>
              <a:rPr lang="en-US" altLang="ko-KR" dirty="0" smtClean="0"/>
              <a:t>Window default </a:t>
            </a:r>
            <a:r>
              <a:rPr lang="en-US" altLang="ko-KR" dirty="0"/>
              <a:t>path : C:\Program </a:t>
            </a:r>
            <a:r>
              <a:rPr lang="en-US" altLang="ko-KR" dirty="0" smtClean="0"/>
              <a:t>Files\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\</a:t>
            </a:r>
            <a:r>
              <a:rPr lang="en-US" altLang="ko-KR" dirty="0" err="1" smtClean="0"/>
              <a:t>cmd</a:t>
            </a:r>
            <a:r>
              <a:rPr lang="en-US" altLang="ko-KR" dirty="0" smtClean="0"/>
              <a:t>\git.exe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729738" y="3671678"/>
            <a:ext cx="1256357" cy="13245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986095" y="3114783"/>
            <a:ext cx="4074582" cy="146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44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1" y="2066807"/>
            <a:ext cx="6789418" cy="46546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[Test] </a:t>
            </a:r>
            <a:r>
              <a:rPr lang="ko-KR" altLang="en-US" dirty="0" smtClean="0"/>
              <a:t>선택하여 정상적으로 설정되었는지 확인 후 </a:t>
            </a:r>
            <a:r>
              <a:rPr lang="en-US" altLang="ko-KR" dirty="0" smtClean="0"/>
              <a:t>[OK]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721595" y="3805418"/>
            <a:ext cx="1698817" cy="1115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460624" y="2573518"/>
            <a:ext cx="428625" cy="213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393948" y="6352000"/>
            <a:ext cx="495301" cy="218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50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34" y="1996679"/>
            <a:ext cx="6920829" cy="47247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[Plugins] – [Browse repositories] </a:t>
            </a:r>
            <a:r>
              <a:rPr lang="ko-KR" altLang="en-US" dirty="0" smtClean="0"/>
              <a:t>선택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089241" y="5872898"/>
            <a:ext cx="1208624" cy="366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82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43" y="2055157"/>
            <a:ext cx="5518314" cy="46663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검색 및 설치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29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2429055"/>
            <a:ext cx="6848475" cy="2752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메뉴에서 </a:t>
            </a:r>
            <a:r>
              <a:rPr lang="en-US" altLang="ko-KR" dirty="0" smtClean="0"/>
              <a:t>[VCS] -&gt; [</a:t>
            </a:r>
            <a:r>
              <a:rPr lang="en-US" altLang="ko-KR" dirty="0" err="1" smtClean="0"/>
              <a:t>Enble</a:t>
            </a:r>
            <a:r>
              <a:rPr lang="en-US" altLang="ko-KR" dirty="0" smtClean="0"/>
              <a:t> Version Control </a:t>
            </a:r>
            <a:r>
              <a:rPr lang="en-US" altLang="ko-KR" dirty="0" err="1" smtClean="0"/>
              <a:t>Intergration</a:t>
            </a:r>
            <a:r>
              <a:rPr lang="en-US" altLang="ko-KR" dirty="0" smtClean="0"/>
              <a:t>] </a:t>
            </a:r>
            <a:r>
              <a:rPr lang="ko-KR" altLang="en-US" dirty="0" smtClean="0"/>
              <a:t>선택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835386" y="3156853"/>
            <a:ext cx="2998287" cy="227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30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2" y="2985900"/>
            <a:ext cx="5286375" cy="1714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setting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오른쪽 선택 메뉴에서 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]</a:t>
            </a:r>
            <a:r>
              <a:rPr lang="ko-KR" altLang="en-US" dirty="0" smtClean="0"/>
              <a:t>으로 설정 후 </a:t>
            </a:r>
            <a:r>
              <a:rPr lang="en-US" altLang="ko-KR" dirty="0" smtClean="0"/>
              <a:t>[OK]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024907" y="3441240"/>
            <a:ext cx="902035" cy="264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964538" y="4229796"/>
            <a:ext cx="619125" cy="264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3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541" y="1955490"/>
            <a:ext cx="4497479" cy="47659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 이름을 오른쪽 클릭하여 </a:t>
            </a:r>
            <a:r>
              <a:rPr lang="en-US" altLang="ko-KR" dirty="0" smtClean="0"/>
              <a:t>[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] -&gt; [Add] </a:t>
            </a:r>
            <a:r>
              <a:rPr lang="ko-KR" altLang="en-US" dirty="0" smtClean="0"/>
              <a:t>선택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465541" y="2484934"/>
            <a:ext cx="617024" cy="28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465541" y="6371642"/>
            <a:ext cx="2070266" cy="167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572001" y="6519078"/>
            <a:ext cx="2391020" cy="202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2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프로젝트를 </a:t>
            </a:r>
            <a:r>
              <a:rPr lang="en-US" altLang="ko-KR" dirty="0" smtClean="0"/>
              <a:t>Add </a:t>
            </a:r>
            <a:r>
              <a:rPr lang="ko-KR" altLang="en-US" dirty="0" smtClean="0"/>
              <a:t>한 후 </a:t>
            </a:r>
            <a:r>
              <a:rPr lang="en-US" altLang="ko-KR" dirty="0" smtClean="0"/>
              <a:t>[Commit Directory…] </a:t>
            </a:r>
            <a:r>
              <a:rPr lang="ko-KR" altLang="en-US" dirty="0" smtClean="0"/>
              <a:t>선택 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541" y="1955490"/>
            <a:ext cx="4497479" cy="476598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2465541" y="2484934"/>
            <a:ext cx="617024" cy="28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465540" y="6371642"/>
            <a:ext cx="4497479" cy="151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58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95" y="2564453"/>
            <a:ext cx="4587810" cy="4048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[Commit Message]</a:t>
            </a:r>
            <a:r>
              <a:rPr lang="ko-KR" altLang="en-US" dirty="0" smtClean="0"/>
              <a:t>에 텍스트를 입력</a:t>
            </a:r>
            <a:endParaRPr lang="en-US" altLang="ko-KR" dirty="0" smtClean="0"/>
          </a:p>
          <a:p>
            <a:r>
              <a:rPr lang="en-US" altLang="ko-KR" dirty="0" smtClean="0"/>
              <a:t>[Commit]</a:t>
            </a:r>
            <a:r>
              <a:rPr lang="ko-KR" altLang="en-US" dirty="0" smtClean="0"/>
              <a:t>버튼의 왼쪽 부분을 클릭하여 </a:t>
            </a:r>
            <a:r>
              <a:rPr lang="en-US" altLang="ko-KR" dirty="0" smtClean="0"/>
              <a:t>[Commit and Push] </a:t>
            </a:r>
            <a:r>
              <a:rPr lang="ko-KR" altLang="en-US" dirty="0" smtClean="0"/>
              <a:t>선택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401124" y="4588678"/>
            <a:ext cx="2585655" cy="454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4811180" y="6280318"/>
            <a:ext cx="609232" cy="187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118" y="2535045"/>
            <a:ext cx="4158792" cy="43229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Define remote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r>
              <a:rPr lang="en-US" altLang="ko-KR" dirty="0" smtClean="0"/>
              <a:t>[URL]</a:t>
            </a:r>
            <a:r>
              <a:rPr lang="ko-KR" altLang="en-US" dirty="0" smtClean="0"/>
              <a:t>에 자신의 </a:t>
            </a:r>
            <a:r>
              <a:rPr lang="en-US" altLang="ko-KR" dirty="0" smtClean="0"/>
              <a:t>repository </a:t>
            </a:r>
            <a:r>
              <a:rPr lang="ko-KR" altLang="en-US" dirty="0" smtClean="0"/>
              <a:t>주소 입력</a:t>
            </a:r>
            <a:endParaRPr lang="en-US" altLang="ko-KR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984534" y="2884322"/>
            <a:ext cx="842748" cy="169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04269" y="4634407"/>
            <a:ext cx="1619838" cy="2203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20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031" y="2216412"/>
            <a:ext cx="4139938" cy="41399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Bitbucket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계정을 이용하여 로그인 후 </a:t>
            </a:r>
            <a:r>
              <a:rPr lang="en-US" altLang="ko-KR" dirty="0" smtClean="0"/>
              <a:t>Push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44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81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40028</TotalTime>
  <Words>429</Words>
  <Application>Microsoft Office PowerPoint</Application>
  <PresentationFormat>화면 슬라이드 쇼(4:3)</PresentationFormat>
  <Paragraphs>115</Paragraphs>
  <Slides>25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3" baseType="lpstr"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Git</vt:lpstr>
      <vt:lpstr>Git</vt:lpstr>
      <vt:lpstr>Bitbucket</vt:lpstr>
      <vt:lpstr>Bitbucket</vt:lpstr>
      <vt:lpstr>Bitbucket</vt:lpstr>
      <vt:lpstr>Bitbucket</vt:lpstr>
      <vt:lpstr>Bitbucket</vt:lpstr>
      <vt:lpstr>Bitbucket</vt:lpstr>
      <vt:lpstr>Bitbucket</vt:lpstr>
      <vt:lpstr>Bitbucket</vt:lpstr>
      <vt:lpstr>Bitbucket</vt:lpstr>
      <vt:lpstr>Git 설치</vt:lpstr>
      <vt:lpstr>Git setting</vt:lpstr>
      <vt:lpstr>Git setting</vt:lpstr>
      <vt:lpstr>Git setting</vt:lpstr>
      <vt:lpstr>Git setting</vt:lpstr>
      <vt:lpstr>Git setting</vt:lpstr>
      <vt:lpstr>Git setting</vt:lpstr>
      <vt:lpstr>Git setting</vt:lpstr>
      <vt:lpstr>Git</vt:lpstr>
      <vt:lpstr>Git</vt:lpstr>
      <vt:lpstr>Git</vt:lpstr>
      <vt:lpstr>Git</vt:lpstr>
      <vt:lpstr>Git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VRLab</cp:lastModifiedBy>
  <cp:revision>2040</cp:revision>
  <cp:lastPrinted>2011-03-04T09:01:28Z</cp:lastPrinted>
  <dcterms:created xsi:type="dcterms:W3CDTF">2010-10-12T07:50:15Z</dcterms:created>
  <dcterms:modified xsi:type="dcterms:W3CDTF">2017-08-29T02:42:05Z</dcterms:modified>
</cp:coreProperties>
</file>