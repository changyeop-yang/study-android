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9"/>
  </p:notesMasterIdLst>
  <p:sldIdLst>
    <p:sldId id="424" r:id="rId2"/>
    <p:sldId id="428" r:id="rId3"/>
    <p:sldId id="427" r:id="rId4"/>
    <p:sldId id="429" r:id="rId5"/>
    <p:sldId id="425" r:id="rId6"/>
    <p:sldId id="426" r:id="rId7"/>
    <p:sldId id="294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005BE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8515" autoAdjust="0"/>
  </p:normalViewPr>
  <p:slideViewPr>
    <p:cSldViewPr snapToGrid="0">
      <p:cViewPr varScale="1">
        <p:scale>
          <a:sx n="116" d="100"/>
          <a:sy n="116" d="100"/>
        </p:scale>
        <p:origin x="-14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769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03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03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89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</a:t>
            </a:r>
            <a:r>
              <a:rPr lang="ko-KR" altLang="en-US" sz="4800" b="1" dirty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습</a:t>
            </a:r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#7_3~4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61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#7_3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Ex7_DatabaseSave</a:t>
            </a:r>
          </a:p>
          <a:p>
            <a:pPr lvl="1"/>
            <a:r>
              <a:rPr lang="en-US" altLang="ko-KR" sz="1800" dirty="0" smtClean="0"/>
              <a:t>07-4_</a:t>
            </a:r>
            <a:r>
              <a:rPr lang="ko-KR" altLang="en-US" sz="1800" dirty="0" smtClean="0"/>
              <a:t>데이터베이스</a:t>
            </a:r>
            <a:r>
              <a:rPr lang="en-US" altLang="ko-KR" sz="1800" dirty="0" smtClean="0"/>
              <a:t>.</a:t>
            </a:r>
            <a:r>
              <a:rPr lang="en-US" altLang="ko-KR" sz="1800" dirty="0" err="1" smtClean="0"/>
              <a:t>pptx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의 예제프로그램</a:t>
            </a:r>
            <a:endParaRPr lang="en-US" altLang="ko-KR" sz="1800" dirty="0" smtClean="0"/>
          </a:p>
          <a:p>
            <a:pPr lvl="1"/>
            <a:r>
              <a:rPr lang="en-US" altLang="ko-KR" sz="1800" dirty="0" err="1" smtClean="0"/>
              <a:t>ConstraintLayout</a:t>
            </a:r>
            <a:r>
              <a:rPr lang="ko-KR" altLang="en-US" sz="1800" dirty="0" smtClean="0"/>
              <a:t>대신  </a:t>
            </a:r>
            <a:r>
              <a:rPr lang="en-US" altLang="ko-KR" sz="1800" dirty="0" err="1" smtClean="0"/>
              <a:t>LinearLayout</a:t>
            </a:r>
            <a:r>
              <a:rPr lang="ko-KR" altLang="en-US" sz="1800" dirty="0" smtClean="0"/>
              <a:t>으로 구현해도 됨</a:t>
            </a:r>
            <a:endParaRPr lang="en-US" altLang="ko-KR" sz="1800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276" y="2580242"/>
            <a:ext cx="4423720" cy="402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2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</a:t>
            </a:r>
            <a:r>
              <a:rPr lang="en-US" altLang="ko-KR" dirty="0" smtClean="0"/>
              <a:t>7_4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80"/>
          <a:stretch/>
        </p:blipFill>
        <p:spPr bwMode="auto">
          <a:xfrm>
            <a:off x="4682695" y="2207741"/>
            <a:ext cx="3463936" cy="3498889"/>
          </a:xfrm>
          <a:prstGeom prst="rect">
            <a:avLst/>
          </a:prstGeom>
          <a:noFill/>
          <a:ln w="25400">
            <a:solidFill>
              <a:srgbClr val="004CB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517525" y="1620149"/>
            <a:ext cx="3686175" cy="4886325"/>
            <a:chOff x="644740" y="1710767"/>
            <a:chExt cx="3686175" cy="488632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40" y="1710767"/>
              <a:ext cx="3686175" cy="4886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1968845" y="4440194"/>
              <a:ext cx="1466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+mn-ea"/>
                </a:rPr>
                <a:t>UPDATE</a:t>
              </a:r>
              <a:endParaRPr lang="ko-KR" altLang="en-US" dirty="0">
                <a:latin typeface="+mn-ea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651156" y="1713470"/>
            <a:ext cx="209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INSERT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786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</a:t>
            </a:r>
            <a:r>
              <a:rPr lang="en-US" altLang="ko-KR" dirty="0" smtClean="0"/>
              <a:t>7_4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626076" y="1301919"/>
            <a:ext cx="7990702" cy="52591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INSERT </a:t>
            </a:r>
            <a:endParaRPr lang="en-US" altLang="ko-KR" sz="2000" b="1" dirty="0" smtClean="0"/>
          </a:p>
          <a:p>
            <a:pPr lvl="1"/>
            <a:r>
              <a:rPr lang="ko-KR" altLang="en-US" dirty="0"/>
              <a:t>예제 프로그램에 </a:t>
            </a:r>
            <a:r>
              <a:rPr lang="ko-KR" altLang="en-US" b="1" dirty="0">
                <a:solidFill>
                  <a:srgbClr val="004CBC"/>
                </a:solidFill>
              </a:rPr>
              <a:t>학번</a:t>
            </a:r>
            <a:r>
              <a:rPr lang="ko-KR" altLang="en-US" dirty="0"/>
              <a:t>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학번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숫자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자리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앞 </a:t>
            </a:r>
            <a:r>
              <a:rPr lang="en-US" altLang="ko-KR" dirty="0" smtClean="0"/>
              <a:t>4</a:t>
            </a:r>
            <a:r>
              <a:rPr lang="ko-KR" altLang="en-US" dirty="0" smtClean="0"/>
              <a:t>자리가 실제 </a:t>
            </a:r>
            <a:r>
              <a:rPr lang="ko-KR" altLang="en-US" dirty="0" smtClean="0"/>
              <a:t>년도</a:t>
            </a:r>
            <a:r>
              <a:rPr lang="en-US" altLang="ko-KR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학번 중복 허용 </a:t>
            </a:r>
            <a:r>
              <a:rPr lang="en-US" altLang="ko-KR" dirty="0" smtClean="0"/>
              <a:t>X)</a:t>
            </a:r>
          </a:p>
          <a:p>
            <a:pPr lvl="1"/>
            <a:r>
              <a:rPr lang="ko-KR" altLang="en-US" dirty="0" smtClean="0"/>
              <a:t>이름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한글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영어 글자 수 </a:t>
            </a:r>
            <a:r>
              <a:rPr lang="en-US" altLang="ko-KR" dirty="0" smtClean="0"/>
              <a:t>20</a:t>
            </a:r>
            <a:r>
              <a:rPr lang="ko-KR" altLang="en-US" dirty="0" smtClean="0"/>
              <a:t>자 이내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나이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숫자 </a:t>
            </a:r>
            <a:r>
              <a:rPr lang="en-US" altLang="ko-KR" dirty="0" smtClean="0"/>
              <a:t>150</a:t>
            </a:r>
            <a:r>
              <a:rPr lang="ko-KR" altLang="en-US" dirty="0" smtClean="0"/>
              <a:t> </a:t>
            </a:r>
            <a:r>
              <a:rPr lang="ko-KR" altLang="en-US" dirty="0" smtClean="0"/>
              <a:t>이내</a:t>
            </a:r>
            <a:r>
              <a:rPr lang="en-US" altLang="ko-KR" dirty="0"/>
              <a:t> </a:t>
            </a:r>
            <a:r>
              <a:rPr lang="en-US" altLang="ko-KR" dirty="0" smtClean="0"/>
              <a:t>  &gt;&gt;  </a:t>
            </a:r>
            <a:r>
              <a:rPr lang="ko-KR" altLang="en-US" dirty="0" smtClean="0">
                <a:solidFill>
                  <a:srgbClr val="FF0000"/>
                </a:solidFill>
              </a:rPr>
              <a:t>입력 제한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00050"/>
            <a:r>
              <a:rPr lang="en-US" altLang="ko-KR" sz="2000" b="1" dirty="0" smtClean="0"/>
              <a:t>DELETE</a:t>
            </a:r>
          </a:p>
          <a:p>
            <a:pPr lvl="1"/>
            <a:r>
              <a:rPr lang="ko-KR" altLang="en-US" dirty="0" smtClean="0"/>
              <a:t>리스트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추가하여 총 학생 리스트를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학번을 입력 받아 </a:t>
            </a:r>
            <a:r>
              <a:rPr lang="en-US" altLang="ko-KR" dirty="0" smtClean="0"/>
              <a:t>DELETE</a:t>
            </a:r>
          </a:p>
          <a:p>
            <a:pPr marL="400050"/>
            <a:r>
              <a:rPr lang="en-US" altLang="ko-KR" sz="2000" b="1" dirty="0" smtClean="0"/>
              <a:t>UPDATE</a:t>
            </a:r>
          </a:p>
          <a:p>
            <a:pPr marL="800100" lvl="1"/>
            <a:r>
              <a:rPr lang="en-US" altLang="ko-KR" dirty="0" smtClean="0"/>
              <a:t>UPDATE </a:t>
            </a:r>
            <a:r>
              <a:rPr lang="ko-KR" altLang="en-US" dirty="0" smtClean="0"/>
              <a:t>기능 추가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리스트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추가하여 총 학생 리스트를 확인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제약 조건은 </a:t>
            </a:r>
            <a:r>
              <a:rPr lang="en-US" altLang="ko-KR" dirty="0" smtClean="0"/>
              <a:t>INSERT </a:t>
            </a:r>
            <a:r>
              <a:rPr lang="ko-KR" altLang="en-US" dirty="0" smtClean="0"/>
              <a:t>와 같음</a:t>
            </a:r>
            <a:endParaRPr lang="en-US" altLang="ko-KR" dirty="0" smtClean="0"/>
          </a:p>
          <a:p>
            <a:pPr marL="800100" lvl="1"/>
            <a:r>
              <a:rPr lang="ko-KR" altLang="en-US" dirty="0" smtClean="0"/>
              <a:t>단 </a:t>
            </a:r>
            <a:r>
              <a:rPr lang="ko-KR" altLang="en-US" b="1" dirty="0" smtClean="0">
                <a:solidFill>
                  <a:srgbClr val="004CBC"/>
                </a:solidFill>
              </a:rPr>
              <a:t>학번</a:t>
            </a:r>
            <a:r>
              <a:rPr lang="ko-KR" altLang="en-US" dirty="0" smtClean="0"/>
              <a:t>은 변경 불가</a:t>
            </a:r>
            <a:endParaRPr lang="en-US" altLang="ko-KR" dirty="0" smtClean="0"/>
          </a:p>
          <a:p>
            <a:r>
              <a:rPr lang="en-US" altLang="ko-KR" sz="2200" b="1" dirty="0" smtClean="0"/>
              <a:t>Custom Query</a:t>
            </a:r>
          </a:p>
          <a:p>
            <a:pPr lvl="1"/>
            <a:r>
              <a:rPr lang="en-US" altLang="ko-KR" sz="1700" dirty="0" smtClean="0"/>
              <a:t>Database </a:t>
            </a:r>
            <a:r>
              <a:rPr lang="en-US" altLang="ko-KR" sz="1700" dirty="0"/>
              <a:t>query</a:t>
            </a:r>
            <a:r>
              <a:rPr lang="ko-KR" altLang="en-US" sz="1700" dirty="0"/>
              <a:t>문을</a:t>
            </a:r>
            <a:r>
              <a:rPr lang="en-US" altLang="ko-KR" sz="1700" dirty="0"/>
              <a:t> </a:t>
            </a:r>
            <a:r>
              <a:rPr lang="ko-KR" altLang="en-US" sz="1700" dirty="0" smtClean="0"/>
              <a:t>직접입력 </a:t>
            </a:r>
            <a:r>
              <a:rPr lang="ko-KR" altLang="en-US" sz="1700" dirty="0"/>
              <a:t>받아 </a:t>
            </a:r>
            <a:r>
              <a:rPr lang="ko-KR" altLang="en-US" sz="1700" dirty="0" smtClean="0"/>
              <a:t>실행</a:t>
            </a:r>
            <a:endParaRPr lang="en-US" altLang="ko-KR" sz="1700" dirty="0" smtClean="0"/>
          </a:p>
          <a:p>
            <a:pPr lvl="1"/>
            <a:endParaRPr lang="en-US" altLang="ko-KR" sz="1050" dirty="0" smtClean="0"/>
          </a:p>
          <a:p>
            <a:pPr marL="400050"/>
            <a:r>
              <a:rPr lang="ko-KR" altLang="en-US" sz="1600" b="1" dirty="0" smtClean="0"/>
              <a:t>추가점수 </a:t>
            </a:r>
            <a:r>
              <a:rPr lang="en-US" altLang="ko-KR" sz="1600" b="1" dirty="0" smtClean="0"/>
              <a:t>: </a:t>
            </a:r>
            <a:r>
              <a:rPr lang="ko-KR" altLang="en-US" sz="1600" b="1" dirty="0" smtClean="0"/>
              <a:t>학생 리스트에 변경 사항이 실시간으로 반영</a:t>
            </a:r>
            <a:endParaRPr lang="en-US" altLang="ko-KR" sz="2800" dirty="0" smtClean="0"/>
          </a:p>
        </p:txBody>
      </p:sp>
    </p:spTree>
    <p:extLst>
      <p:ext uri="{BB962C8B-B14F-4D97-AF65-F5344CB8AC3E}">
        <p14:creationId xmlns:p14="http://schemas.microsoft.com/office/powerpoint/2010/main" val="409215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9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34935</TotalTime>
  <Words>167</Words>
  <Application>Microsoft Office PowerPoint</Application>
  <PresentationFormat>화면 슬라이드 쇼(4:3)</PresentationFormat>
  <Paragraphs>54</Paragraphs>
  <Slides>7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Executive</vt:lpstr>
      <vt:lpstr>실습 #7_3~4</vt:lpstr>
      <vt:lpstr>Practice #7_3</vt:lpstr>
      <vt:lpstr>Practice #7_4</vt:lpstr>
      <vt:lpstr>Practice #7_4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2002</cp:revision>
  <cp:lastPrinted>2011-04-04T23:52:48Z</cp:lastPrinted>
  <dcterms:created xsi:type="dcterms:W3CDTF">2010-10-12T07:50:15Z</dcterms:created>
  <dcterms:modified xsi:type="dcterms:W3CDTF">2017-10-30T05:41:53Z</dcterms:modified>
</cp:coreProperties>
</file>