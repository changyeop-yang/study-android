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30"/>
  </p:notesMasterIdLst>
  <p:sldIdLst>
    <p:sldId id="256" r:id="rId2"/>
    <p:sldId id="411" r:id="rId3"/>
    <p:sldId id="403" r:id="rId4"/>
    <p:sldId id="437" r:id="rId5"/>
    <p:sldId id="481" r:id="rId6"/>
    <p:sldId id="438" r:id="rId7"/>
    <p:sldId id="483" r:id="rId8"/>
    <p:sldId id="441" r:id="rId9"/>
    <p:sldId id="482" r:id="rId10"/>
    <p:sldId id="479" r:id="rId11"/>
    <p:sldId id="464" r:id="rId12"/>
    <p:sldId id="480" r:id="rId13"/>
    <p:sldId id="452" r:id="rId14"/>
    <p:sldId id="416" r:id="rId15"/>
    <p:sldId id="415" r:id="rId16"/>
    <p:sldId id="454" r:id="rId17"/>
    <p:sldId id="455" r:id="rId18"/>
    <p:sldId id="456" r:id="rId19"/>
    <p:sldId id="457" r:id="rId20"/>
    <p:sldId id="458" r:id="rId21"/>
    <p:sldId id="484" r:id="rId22"/>
    <p:sldId id="485" r:id="rId23"/>
    <p:sldId id="486" r:id="rId24"/>
    <p:sldId id="487" r:id="rId25"/>
    <p:sldId id="488" r:id="rId26"/>
    <p:sldId id="489" r:id="rId27"/>
    <p:sldId id="490" r:id="rId28"/>
    <p:sldId id="294" r:id="rId29"/>
  </p:sldIdLst>
  <p:sldSz cx="9144000" cy="6858000" type="screen4x3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  <a:srgbClr val="005BE2"/>
    <a:srgbClr val="004CBC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58" autoAdjust="0"/>
    <p:restoredTop sz="76140" autoAdjust="0"/>
  </p:normalViewPr>
  <p:slideViewPr>
    <p:cSldViewPr snapToGrid="0">
      <p:cViewPr varScale="1">
        <p:scale>
          <a:sx n="67" d="100"/>
          <a:sy n="67" d="100"/>
        </p:scale>
        <p:origin x="1349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9687" cy="3840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079" tIns="47540" rIns="95079" bIns="4754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5"/>
          </a:xfrm>
          <a:prstGeom prst="rect">
            <a:avLst/>
          </a:prstGeom>
        </p:spPr>
        <p:txBody>
          <a:bodyPr vert="horz" lIns="95079" tIns="47540" rIns="95079" bIns="4754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049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747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2718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749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2718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24311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2718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42217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2718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2718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2718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2718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74660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7744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7744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7744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7744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7744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7744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2592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59276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Fragment</a:t>
            </a:r>
            <a:r>
              <a:rPr lang="ko-KR" altLang="en-US" dirty="0" smtClean="0"/>
              <a:t>로 구현 할 경우 </a:t>
            </a:r>
            <a:r>
              <a:rPr lang="en-US" altLang="ko-KR" dirty="0" err="1" smtClean="0"/>
              <a:t>NullPointerException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발생</a:t>
            </a:r>
            <a:r>
              <a:rPr lang="en-US" altLang="ko-KR" baseline="0" dirty="0" smtClean="0"/>
              <a:t>, </a:t>
            </a:r>
            <a:r>
              <a:rPr lang="en-US" altLang="ko-KR" baseline="0" dirty="0" err="1" smtClean="0"/>
              <a:t>MapView</a:t>
            </a:r>
            <a:r>
              <a:rPr lang="ko-KR" altLang="en-US" baseline="0" dirty="0" smtClean="0"/>
              <a:t>로 구현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r>
              <a:rPr lang="en-US" altLang="ko-KR" baseline="0" dirty="0" smtClean="0"/>
              <a:t>Name </a:t>
            </a:r>
            <a:r>
              <a:rPr lang="ko-KR" altLang="en-US" baseline="0" dirty="0" smtClean="0"/>
              <a:t>또한 </a:t>
            </a:r>
            <a:r>
              <a:rPr lang="en-US" altLang="ko-KR" baseline="0" dirty="0" err="1" smtClean="0"/>
              <a:t>SupportMapFragment</a:t>
            </a:r>
            <a:r>
              <a:rPr lang="ko-KR" altLang="en-US" baseline="0" dirty="0" smtClean="0"/>
              <a:t>가 아닌 </a:t>
            </a:r>
            <a:r>
              <a:rPr lang="en-US" altLang="ko-KR" baseline="0" dirty="0" err="1" smtClean="0"/>
              <a:t>MapFragment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사용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49927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3398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err="1" smtClean="0"/>
              <a:t>MapView</a:t>
            </a:r>
            <a:r>
              <a:rPr lang="ko-KR" altLang="en-US" dirty="0" smtClean="0"/>
              <a:t>의 경우 </a:t>
            </a:r>
            <a:r>
              <a:rPr lang="en-US" altLang="ko-KR" dirty="0" smtClean="0"/>
              <a:t>Create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Resume</a:t>
            </a:r>
            <a:r>
              <a:rPr lang="ko-KR" altLang="en-US" dirty="0" smtClean="0"/>
              <a:t>이 있어야 지도가 실행</a:t>
            </a:r>
            <a:endParaRPr lang="en-US" altLang="ko-KR" dirty="0" smtClean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 smtClean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err="1" smtClean="0"/>
              <a:t>getMapAsync</a:t>
            </a:r>
            <a:r>
              <a:rPr lang="en-US" altLang="ko-KR" dirty="0" smtClean="0"/>
              <a:t>()</a:t>
            </a:r>
            <a:r>
              <a:rPr lang="ko-KR" altLang="en-US" dirty="0" smtClean="0"/>
              <a:t>로 </a:t>
            </a:r>
            <a:r>
              <a:rPr lang="en-US" altLang="ko-KR" dirty="0" err="1" smtClean="0"/>
              <a:t>onMapReady</a:t>
            </a:r>
            <a:r>
              <a:rPr lang="en-US" altLang="ko-KR" dirty="0" smtClean="0"/>
              <a:t> callback </a:t>
            </a:r>
            <a:r>
              <a:rPr lang="ko-KR" altLang="en-US" dirty="0" smtClean="0"/>
              <a:t>연결</a:t>
            </a:r>
            <a:r>
              <a:rPr lang="en-US" altLang="ko-KR" dirty="0" smtClean="0"/>
              <a:t>.</a:t>
            </a:r>
            <a:endParaRPr lang="ko-KR" altLang="en-US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1740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8554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8442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148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53976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73978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34068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ctr" defTabSz="914400" rtl="0" eaLnBrk="1" fontAlgn="auto" latinLnBrk="1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668811"/>
            <a:chOff x="983729" y="101774"/>
            <a:chExt cx="1474704" cy="668811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4257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  <a:p>
              <a:pPr>
                <a:lnSpc>
                  <a:spcPts val="1300"/>
                </a:lnSpc>
              </a:pP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  <a:p>
              <a:endParaRPr lang="ko-KR" alt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oogle.com/maps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velopers.google.com/maps/documentation/android/" TargetMode="External"/><Relationship Id="rId4" Type="http://schemas.openxmlformats.org/officeDocument/2006/relationships/hyperlink" Target="https://developers.google.com/maps/mobile-app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loud.google.com/console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위치기반서비스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err="1"/>
              <a:t>Gi</a:t>
            </a:r>
            <a:r>
              <a:rPr lang="en-US" altLang="ko-KR" dirty="0"/>
              <a:t> Sook Jung, </a:t>
            </a:r>
            <a:r>
              <a:rPr lang="en-US" altLang="ko-KR" dirty="0" err="1"/>
              <a:t>Ph.D</a:t>
            </a:r>
            <a:endParaRPr lang="en-US" altLang="ko-KR" dirty="0"/>
          </a:p>
          <a:p>
            <a:r>
              <a:rPr lang="en-US" altLang="ko-KR" dirty="0" smtClean="0"/>
              <a:t>School </a:t>
            </a:r>
            <a:r>
              <a:rPr lang="en-US" altLang="ko-KR" dirty="0" smtClean="0"/>
              <a:t>of Computer Science and Engineering</a:t>
            </a:r>
          </a:p>
          <a:p>
            <a:r>
              <a:rPr lang="en-US" altLang="ko-KR" dirty="0" smtClean="0"/>
              <a:t>College of IT Engineering, KNU</a:t>
            </a:r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MapView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MapActivity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지도의 정보를 얻기 위해 네트워크 이용이 필수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한번 받은 지도는 캐시로 관리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지도 데이터 관리에 관한 모든 기능을 자동화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MapView</a:t>
            </a:r>
            <a:r>
              <a:rPr lang="ko-KR" altLang="en-US" dirty="0" smtClean="0"/>
              <a:t>를 사용하기 위해서는 반드시 </a:t>
            </a:r>
            <a:r>
              <a:rPr lang="en-US" altLang="ko-KR" dirty="0" err="1" smtClean="0"/>
              <a:t>MapActivity</a:t>
            </a:r>
            <a:r>
              <a:rPr lang="ko-KR" altLang="en-US" dirty="0" smtClean="0"/>
              <a:t>가 필요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en-US" altLang="ko-KR" dirty="0" err="1" smtClean="0"/>
              <a:t>MapView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하나의</a:t>
            </a:r>
            <a:r>
              <a:rPr lang="en-US" altLang="ko-KR" dirty="0" smtClean="0"/>
              <a:t> </a:t>
            </a:r>
            <a:r>
              <a:rPr lang="ko-KR" altLang="en-US" dirty="0" smtClean="0"/>
              <a:t>화면에는 하나의 </a:t>
            </a:r>
            <a:r>
              <a:rPr lang="en-US" altLang="ko-KR" dirty="0" err="1" smtClean="0"/>
              <a:t>MapView</a:t>
            </a:r>
            <a:r>
              <a:rPr lang="ko-KR" altLang="en-US" dirty="0" smtClean="0"/>
              <a:t>만 사용 가능</a:t>
            </a:r>
            <a:endParaRPr lang="en-US" altLang="ko-KR" dirty="0"/>
          </a:p>
          <a:p>
            <a:pPr lvl="1"/>
            <a:endParaRPr lang="en-US" altLang="ko-KR" dirty="0" smtClean="0"/>
          </a:p>
          <a:p>
            <a:r>
              <a:rPr lang="en-US" altLang="ko-KR" dirty="0" err="1" smtClean="0"/>
              <a:t>com.google.android.maps</a:t>
            </a:r>
            <a:r>
              <a:rPr lang="en-US" altLang="ko-KR" dirty="0" smtClean="0"/>
              <a:t> </a:t>
            </a:r>
            <a:r>
              <a:rPr lang="ko-KR" altLang="en-US" dirty="0" smtClean="0"/>
              <a:t>패키지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Google Maps </a:t>
            </a:r>
            <a:r>
              <a:rPr lang="ko-KR" altLang="en-US" dirty="0" smtClean="0"/>
              <a:t>서비스는 </a:t>
            </a:r>
            <a:r>
              <a:rPr lang="ko-KR" altLang="en-US" dirty="0" err="1" smtClean="0"/>
              <a:t>서드파티로</a:t>
            </a:r>
            <a:r>
              <a:rPr lang="ko-KR" altLang="en-US" dirty="0" smtClean="0"/>
              <a:t> 제공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표준 라이브러리가 아니기 때문에 관리에 주의 필요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246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Google Maps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Google Maps API</a:t>
            </a:r>
          </a:p>
          <a:p>
            <a:pPr lvl="1"/>
            <a:r>
              <a:rPr lang="ko-KR" altLang="en-US" dirty="0" err="1" smtClean="0"/>
              <a:t>구글에서</a:t>
            </a:r>
            <a:r>
              <a:rPr lang="ko-KR" altLang="en-US" dirty="0" smtClean="0"/>
              <a:t> 제공하는 </a:t>
            </a:r>
            <a:r>
              <a:rPr lang="ko-KR" altLang="en-US" dirty="0" err="1" smtClean="0"/>
              <a:t>서드파티</a:t>
            </a:r>
            <a:r>
              <a:rPr lang="ko-KR" altLang="en-US" dirty="0" smtClean="0"/>
              <a:t> 라이브러리</a:t>
            </a:r>
            <a:endParaRPr lang="en-US" altLang="ko-KR" dirty="0" smtClean="0"/>
          </a:p>
          <a:p>
            <a:pPr lvl="1"/>
            <a:r>
              <a:rPr lang="en-US" altLang="ko-KR" dirty="0">
                <a:hlinkClick r:id="rId3"/>
              </a:rPr>
              <a:t>https://developers.google.com/maps</a:t>
            </a:r>
            <a:r>
              <a:rPr lang="en-US" altLang="ko-KR" dirty="0" smtClean="0">
                <a:hlinkClick r:id="rId3"/>
              </a:rPr>
              <a:t>/</a:t>
            </a:r>
            <a:endParaRPr lang="en-US" altLang="ko-KR" dirty="0" smtClean="0"/>
          </a:p>
          <a:p>
            <a:pPr lvl="1"/>
            <a:r>
              <a:rPr lang="en-US" altLang="ko-KR" dirty="0">
                <a:hlinkClick r:id="rId4"/>
              </a:rPr>
              <a:t>https://</a:t>
            </a:r>
            <a:r>
              <a:rPr lang="en-US" altLang="ko-KR" dirty="0" smtClean="0">
                <a:hlinkClick r:id="rId4"/>
              </a:rPr>
              <a:t>developers.google.com/maps/mobile-apps</a:t>
            </a:r>
            <a:endParaRPr lang="en-US" altLang="ko-KR" dirty="0" smtClean="0"/>
          </a:p>
          <a:p>
            <a:pPr lvl="1"/>
            <a:r>
              <a:rPr lang="en-US" altLang="ko-KR" dirty="0">
                <a:hlinkClick r:id="rId5"/>
              </a:rPr>
              <a:t>https://developers.google.com/maps/documentation/android</a:t>
            </a:r>
            <a:r>
              <a:rPr lang="en-US" altLang="ko-KR" dirty="0" smtClean="0">
                <a:hlinkClick r:id="rId5"/>
              </a:rPr>
              <a:t>/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marL="514350" indent="-457200"/>
            <a:r>
              <a:rPr lang="en-US" altLang="ko-KR" dirty="0"/>
              <a:t>Google </a:t>
            </a:r>
            <a:r>
              <a:rPr lang="en-US" altLang="ko-KR" dirty="0" smtClean="0"/>
              <a:t>Map </a:t>
            </a:r>
            <a:r>
              <a:rPr lang="ko-KR" altLang="en-US" dirty="0" smtClean="0"/>
              <a:t>실행 순서</a:t>
            </a:r>
            <a:endParaRPr lang="en-US" altLang="ko-KR" dirty="0" smtClean="0"/>
          </a:p>
          <a:p>
            <a:pPr marL="914400" lvl="1" indent="-457200"/>
            <a:r>
              <a:rPr lang="en-US" altLang="ko-KR" dirty="0" smtClean="0"/>
              <a:t>API Key </a:t>
            </a:r>
            <a:r>
              <a:rPr lang="ko-KR" altLang="en-US" dirty="0" smtClean="0"/>
              <a:t>값 등록</a:t>
            </a:r>
            <a:endParaRPr lang="en-US" altLang="ko-KR" dirty="0" smtClean="0"/>
          </a:p>
          <a:p>
            <a:pPr marL="914400" lvl="1" indent="-457200"/>
            <a:r>
              <a:rPr lang="en-US" altLang="ko-KR" dirty="0" smtClean="0"/>
              <a:t>Google Play Services </a:t>
            </a:r>
            <a:r>
              <a:rPr lang="ko-KR" altLang="en-US" dirty="0" smtClean="0"/>
              <a:t>등록</a:t>
            </a:r>
            <a:endParaRPr lang="en-US" altLang="ko-KR" dirty="0" smtClean="0"/>
          </a:p>
          <a:p>
            <a:pPr marL="914400" lvl="1" indent="-457200"/>
            <a:r>
              <a:rPr lang="en-US" altLang="ko-KR" dirty="0" smtClean="0"/>
              <a:t>API Key </a:t>
            </a:r>
            <a:r>
              <a:rPr lang="ko-KR" altLang="en-US" dirty="0" smtClean="0"/>
              <a:t>추가 및 각종 설정</a:t>
            </a:r>
            <a:endParaRPr lang="en-US" altLang="ko-KR" dirty="0" smtClean="0"/>
          </a:p>
          <a:p>
            <a:pPr marL="914400" lvl="1" indent="-457200"/>
            <a:r>
              <a:rPr lang="en-US" altLang="ko-KR" dirty="0" smtClean="0"/>
              <a:t>Google Map </a:t>
            </a:r>
            <a:r>
              <a:rPr lang="ko-KR" altLang="en-US" dirty="0" smtClean="0"/>
              <a:t>동작 확인</a:t>
            </a:r>
            <a:endParaRPr lang="en-US" altLang="ko-KR" dirty="0" smtClean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358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59" y="1307689"/>
            <a:ext cx="7920681" cy="3731628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4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API Key </a:t>
            </a:r>
            <a:r>
              <a:rPr lang="ko-KR" altLang="en-US" dirty="0" smtClean="0"/>
              <a:t>생성</a:t>
            </a:r>
            <a:endParaRPr lang="ko-KR" altLang="en-US" dirty="0"/>
          </a:p>
        </p:txBody>
      </p:sp>
      <p:sp>
        <p:nvSpPr>
          <p:cNvPr id="6" name="내용 개체 틀 5"/>
          <p:cNvSpPr txBox="1">
            <a:spLocks/>
          </p:cNvSpPr>
          <p:nvPr/>
        </p:nvSpPr>
        <p:spPr>
          <a:xfrm>
            <a:off x="797433" y="5101500"/>
            <a:ext cx="8229600" cy="47078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altLang="ko-KR" sz="2000" b="1" u="sng" dirty="0" smtClean="0">
                <a:hlinkClick r:id="rId4"/>
              </a:rPr>
              <a:t> https</a:t>
            </a:r>
            <a:r>
              <a:rPr lang="en-US" altLang="ko-KR" sz="2000" b="1" u="sng" dirty="0">
                <a:hlinkClick r:id="rId4"/>
              </a:rPr>
              <a:t>://</a:t>
            </a:r>
            <a:r>
              <a:rPr lang="en-US" altLang="ko-KR" sz="2000" b="1" u="sng" dirty="0" smtClean="0">
                <a:hlinkClick r:id="rId4"/>
              </a:rPr>
              <a:t>cloud.google.com/console</a:t>
            </a:r>
            <a:r>
              <a:rPr lang="en-US" altLang="ko-KR" sz="2000" b="1" dirty="0" smtClean="0"/>
              <a:t> </a:t>
            </a:r>
            <a:r>
              <a:rPr lang="en-US" altLang="ko-KR" sz="1600" dirty="0" smtClean="0"/>
              <a:t>(Google Developers Console Site)</a:t>
            </a:r>
          </a:p>
        </p:txBody>
      </p:sp>
      <p:sp>
        <p:nvSpPr>
          <p:cNvPr id="8" name="내용 개체 틀 5"/>
          <p:cNvSpPr txBox="1">
            <a:spLocks/>
          </p:cNvSpPr>
          <p:nvPr/>
        </p:nvSpPr>
        <p:spPr>
          <a:xfrm>
            <a:off x="793377" y="5572283"/>
            <a:ext cx="8229600" cy="101386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altLang="ko-KR" sz="2000" dirty="0" smtClean="0"/>
              <a:t> Google </a:t>
            </a:r>
            <a:r>
              <a:rPr lang="ko-KR" altLang="en-US" sz="2000" dirty="0" smtClean="0"/>
              <a:t>계정 없을 시 계정 가입</a:t>
            </a:r>
            <a:endParaRPr lang="en-US" altLang="ko-KR" sz="2000" dirty="0" smtClean="0"/>
          </a:p>
          <a:p>
            <a:r>
              <a:rPr lang="en-US" altLang="ko-KR" sz="2000" dirty="0" smtClean="0"/>
              <a:t>Project – </a:t>
            </a:r>
            <a:r>
              <a:rPr lang="ko-KR" altLang="en-US" sz="2000" dirty="0" smtClean="0"/>
              <a:t>프로젝트 만들기</a:t>
            </a:r>
            <a:endParaRPr lang="en-US" altLang="ko-KR" sz="2000" dirty="0" smtClean="0"/>
          </a:p>
          <a:p>
            <a:endParaRPr lang="en-US" altLang="ko-KR" sz="1600" dirty="0" smtClean="0"/>
          </a:p>
        </p:txBody>
      </p:sp>
      <p:sp>
        <p:nvSpPr>
          <p:cNvPr id="7" name="Rectangle 6"/>
          <p:cNvSpPr/>
          <p:nvPr/>
        </p:nvSpPr>
        <p:spPr>
          <a:xfrm>
            <a:off x="2169034" y="1307689"/>
            <a:ext cx="500026" cy="2907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969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5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8" name="제목 2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/>
          <a:p>
            <a:r>
              <a:rPr lang="en-US" altLang="ko-KR" dirty="0" smtClean="0"/>
              <a:t>API Key </a:t>
            </a:r>
            <a:r>
              <a:rPr lang="ko-KR" altLang="en-US" dirty="0" smtClean="0"/>
              <a:t>생성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354545"/>
            <a:ext cx="6537598" cy="2915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054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68149"/>
            <a:ext cx="7848600" cy="4772025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6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8" name="제목 2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/>
          <a:p>
            <a:r>
              <a:rPr lang="en-US" altLang="ko-KR" dirty="0" smtClean="0"/>
              <a:t>API Key </a:t>
            </a:r>
            <a:r>
              <a:rPr lang="ko-KR" altLang="en-US" dirty="0" smtClean="0"/>
              <a:t>생성</a:t>
            </a:r>
            <a:endParaRPr lang="ko-KR" altLang="en-US" dirty="0"/>
          </a:p>
        </p:txBody>
      </p:sp>
      <p:sp>
        <p:nvSpPr>
          <p:cNvPr id="6" name="Rectangle 6"/>
          <p:cNvSpPr/>
          <p:nvPr/>
        </p:nvSpPr>
        <p:spPr>
          <a:xfrm>
            <a:off x="6498658" y="2211859"/>
            <a:ext cx="878326" cy="2347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008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7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8" name="제목 2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/>
          <a:p>
            <a:r>
              <a:rPr lang="en-US" altLang="ko-KR" dirty="0" smtClean="0"/>
              <a:t>API Key </a:t>
            </a:r>
            <a:r>
              <a:rPr lang="ko-KR" altLang="en-US" dirty="0" smtClean="0"/>
              <a:t>생성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11" y="1404297"/>
            <a:ext cx="8007178" cy="3596807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5369434" y="3954162"/>
            <a:ext cx="2044620" cy="2842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35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02" y="1441244"/>
            <a:ext cx="7943850" cy="4781550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8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10" name="제목 2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/>
          <a:p>
            <a:r>
              <a:rPr lang="en-US" altLang="ko-KR" dirty="0" smtClean="0"/>
              <a:t>API Key </a:t>
            </a:r>
            <a:r>
              <a:rPr lang="ko-KR" altLang="en-US" dirty="0" smtClean="0"/>
              <a:t>생성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320414" y="3309810"/>
            <a:ext cx="4248786" cy="639889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1395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88012"/>
            <a:ext cx="8187678" cy="4488015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9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10" name="제목 2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/>
          <a:p>
            <a:r>
              <a:rPr lang="en-US" altLang="ko-KR" dirty="0" smtClean="0"/>
              <a:t>API Key </a:t>
            </a:r>
            <a:r>
              <a:rPr lang="ko-KR" altLang="en-US" dirty="0" smtClean="0"/>
              <a:t>생성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035311" y="4611825"/>
            <a:ext cx="1424581" cy="639889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035311" y="3978876"/>
            <a:ext cx="1424581" cy="135395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0075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10</a:t>
            </a:fld>
            <a:endParaRPr lang="ko-KR" alt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제목 2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/>
          <a:p>
            <a:r>
              <a:rPr lang="en-US" altLang="ko-KR" dirty="0" err="1" smtClean="0"/>
              <a:t>Gradle</a:t>
            </a:r>
            <a:r>
              <a:rPr lang="en-US" altLang="ko-KR" dirty="0" smtClean="0"/>
              <a:t> </a:t>
            </a:r>
            <a:r>
              <a:rPr lang="ko-KR" altLang="en-US" dirty="0" smtClean="0"/>
              <a:t>변경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232260" y="3084846"/>
            <a:ext cx="8864600" cy="1569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atinLnBrk="0"/>
            <a:r>
              <a:rPr lang="en-US" altLang="ko-KR" sz="1600" dirty="0"/>
              <a:t>dependencies {</a:t>
            </a:r>
            <a:br>
              <a:rPr lang="en-US" altLang="ko-KR" sz="1600" dirty="0"/>
            </a:br>
            <a:r>
              <a:rPr lang="en-US" altLang="ko-KR" sz="1600" dirty="0"/>
              <a:t>    compile </a:t>
            </a:r>
            <a:r>
              <a:rPr lang="en-US" altLang="ko-KR" sz="1600" dirty="0" err="1"/>
              <a:t>fileTree</a:t>
            </a:r>
            <a:r>
              <a:rPr lang="en-US" altLang="ko-KR" sz="1600" dirty="0"/>
              <a:t>(</a:t>
            </a:r>
            <a:r>
              <a:rPr lang="en-US" altLang="ko-KR" sz="1600" dirty="0" err="1"/>
              <a:t>dir</a:t>
            </a:r>
            <a:r>
              <a:rPr lang="en-US" altLang="ko-KR" sz="1600" dirty="0"/>
              <a:t>: 'libs', include: ['*.jar'])</a:t>
            </a:r>
            <a:br>
              <a:rPr lang="en-US" altLang="ko-KR" sz="1600" dirty="0"/>
            </a:br>
            <a:r>
              <a:rPr lang="en-US" altLang="ko-KR" sz="1600" dirty="0"/>
              <a:t>    compile 'com.android.support:appcompat-v7:23.0.0'</a:t>
            </a:r>
            <a:br>
              <a:rPr lang="en-US" altLang="ko-KR" sz="1600" dirty="0"/>
            </a:br>
            <a:r>
              <a:rPr lang="en-US" altLang="ko-KR" sz="1600" b="1" dirty="0"/>
              <a:t>    compile 'com.google.android.gms:play-services:7.8.0'</a:t>
            </a:r>
            <a:r>
              <a:rPr lang="en-US" altLang="ko-KR" sz="1600" dirty="0"/>
              <a:t/>
            </a:r>
            <a:br>
              <a:rPr lang="en-US" altLang="ko-KR" sz="1600" dirty="0"/>
            </a:br>
            <a:r>
              <a:rPr lang="en-US" altLang="ko-KR" sz="1600" dirty="0"/>
              <a:t>}</a:t>
            </a:r>
            <a:br>
              <a:rPr lang="en-US" altLang="ko-KR" sz="1600" dirty="0"/>
            </a:br>
            <a:endParaRPr lang="ko-KR" altLang="ko-KR" sz="1600" dirty="0">
              <a:solidFill>
                <a:srgbClr val="0066FF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24" name="내용 개체 틀 5"/>
          <p:cNvSpPr txBox="1">
            <a:spLocks/>
          </p:cNvSpPr>
          <p:nvPr/>
        </p:nvSpPr>
        <p:spPr>
          <a:xfrm>
            <a:off x="14760" y="1548930"/>
            <a:ext cx="8229600" cy="464149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Google Map Permission </a:t>
            </a:r>
            <a:r>
              <a:rPr lang="ko-KR" altLang="en-US" dirty="0" smtClean="0"/>
              <a:t>권장사항으로 수정 </a:t>
            </a:r>
            <a:endParaRPr lang="en-US" altLang="ko-KR" dirty="0" smtClean="0"/>
          </a:p>
        </p:txBody>
      </p:sp>
      <p:sp>
        <p:nvSpPr>
          <p:cNvPr id="25" name="내용 개체 틀 5"/>
          <p:cNvSpPr txBox="1">
            <a:spLocks/>
          </p:cNvSpPr>
          <p:nvPr/>
        </p:nvSpPr>
        <p:spPr>
          <a:xfrm>
            <a:off x="5515460" y="4758194"/>
            <a:ext cx="8229600" cy="464149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 smtClean="0"/>
              <a:t>( </a:t>
            </a:r>
            <a:r>
              <a:rPr lang="en-US" altLang="ko-KR" dirty="0" err="1" smtClean="0"/>
              <a:t>build.gradle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Module:app</a:t>
            </a:r>
            <a:r>
              <a:rPr lang="en-US" altLang="ko-KR" dirty="0" smtClean="0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183555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11</a:t>
            </a:fld>
            <a:endParaRPr lang="ko-KR" alt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제목 2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/>
          <a:p>
            <a:r>
              <a:rPr lang="en-US" altLang="ko-KR" dirty="0" smtClean="0"/>
              <a:t>Attributes </a:t>
            </a:r>
            <a:r>
              <a:rPr lang="ko-KR" altLang="en-US" dirty="0" smtClean="0"/>
              <a:t>변경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0" y="2242542"/>
            <a:ext cx="9106980" cy="280076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latinLnBrk="0"/>
            <a:r>
              <a:rPr lang="en-US" altLang="ko-KR" sz="1600" dirty="0">
                <a:solidFill>
                  <a:schemeClr val="accent5">
                    <a:lumMod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&lt;permission</a:t>
            </a:r>
            <a:endParaRPr lang="ko-KR" altLang="ko-KR" sz="1600" dirty="0">
              <a:solidFill>
                <a:schemeClr val="accent5">
                  <a:lumMod val="75000"/>
                </a:schemeClr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/>
            <a:r>
              <a:rPr lang="en-US" altLang="ko-KR" sz="16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</a:t>
            </a:r>
            <a:r>
              <a:rPr lang="en-US" altLang="ko-KR" sz="1600" dirty="0" err="1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android:name</a:t>
            </a:r>
            <a:r>
              <a:rPr lang="en-US" altLang="ko-KR" sz="1600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 </a:t>
            </a:r>
            <a:r>
              <a:rPr lang="en-US" altLang="ko-KR" sz="16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 smtClean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“</a:t>
            </a:r>
            <a:r>
              <a:rPr lang="en-US" altLang="ko-KR" sz="1600" i="1" dirty="0" smtClean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com.knu.vrlab.lc10_googlemap.permission.MAPS_RECEIVE”</a:t>
            </a:r>
            <a:endParaRPr lang="ko-KR" altLang="ko-KR" sz="1600" dirty="0">
              <a:solidFill>
                <a:srgbClr val="0066FF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/>
            <a:r>
              <a:rPr lang="en-US" altLang="ko-KR" sz="16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</a:t>
            </a:r>
            <a:r>
              <a:rPr lang="en-US" altLang="ko-KR" sz="1600" dirty="0" err="1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android:protectionLevel</a:t>
            </a:r>
            <a:r>
              <a:rPr lang="en-US" altLang="ko-KR" sz="16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600" i="1" dirty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"signature"</a:t>
            </a:r>
            <a:r>
              <a:rPr lang="en-US" altLang="ko-KR" sz="1600" dirty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/&gt;</a:t>
            </a:r>
          </a:p>
          <a:p>
            <a:pPr latinLnBrk="0"/>
            <a:endParaRPr lang="ko-KR" altLang="ko-KR" sz="16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/>
            <a:r>
              <a:rPr lang="en-US" altLang="ko-KR" sz="1600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600" dirty="0" smtClean="0">
                <a:solidFill>
                  <a:schemeClr val="accent5">
                    <a:lumMod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</a:t>
            </a:r>
            <a:r>
              <a:rPr lang="en-US" altLang="ko-KR" sz="1600" dirty="0">
                <a:solidFill>
                  <a:schemeClr val="accent5">
                    <a:lumMod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uses-permission </a:t>
            </a:r>
            <a:r>
              <a:rPr lang="en-US" altLang="ko-KR" sz="1600" dirty="0" err="1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android:name</a:t>
            </a:r>
            <a:r>
              <a:rPr lang="en-US" altLang="ko-KR" sz="1600" dirty="0" smtClean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 </a:t>
            </a:r>
            <a:r>
              <a:rPr lang="en-US" altLang="ko-KR" sz="1600" i="1" dirty="0" smtClean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600" i="1" dirty="0" err="1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android.permission.INTERNET</a:t>
            </a:r>
            <a:r>
              <a:rPr lang="en-US" altLang="ko-KR" sz="1600" i="1" dirty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6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/&gt;</a:t>
            </a:r>
            <a:endParaRPr lang="ko-KR" altLang="ko-KR" sz="1600" dirty="0">
              <a:solidFill>
                <a:srgbClr val="7030A0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/>
            <a:r>
              <a:rPr lang="en-US" altLang="ko-KR" sz="1600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600" dirty="0" smtClean="0">
                <a:solidFill>
                  <a:schemeClr val="accent5">
                    <a:lumMod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&lt;uses-permission </a:t>
            </a:r>
            <a:r>
              <a:rPr lang="en-US" altLang="ko-KR" sz="1600" dirty="0" err="1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android:name</a:t>
            </a:r>
            <a:r>
              <a:rPr lang="en-US" altLang="ko-KR" sz="1600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 </a:t>
            </a:r>
            <a:r>
              <a:rPr lang="en-US" altLang="ko-KR" sz="1600" i="1" dirty="0" smtClean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"com.example.Ex9_Map.permission.MAPS_RECEIVE"</a:t>
            </a:r>
            <a:r>
              <a:rPr lang="en-US" altLang="ko-KR" sz="16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/&gt;</a:t>
            </a:r>
            <a:endParaRPr lang="ko-KR" altLang="ko-KR" sz="1600" dirty="0" smtClean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/>
            <a:r>
              <a:rPr lang="en-US" altLang="ko-KR" sz="1600" dirty="0" smtClean="0">
                <a:solidFill>
                  <a:schemeClr val="accent5">
                    <a:lumMod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600" dirty="0">
                <a:solidFill>
                  <a:schemeClr val="accent5">
                    <a:lumMod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&lt;uses-permission </a:t>
            </a:r>
            <a:r>
              <a:rPr lang="en-US" altLang="ko-KR" sz="1600" dirty="0" err="1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android:name</a:t>
            </a:r>
            <a:r>
              <a:rPr lang="en-US" altLang="ko-KR" sz="1600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 </a:t>
            </a:r>
            <a:r>
              <a:rPr lang="en-US" altLang="ko-KR" sz="1400" i="1" dirty="0" smtClean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400" i="1" dirty="0" err="1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com.google.android.providers.gsf.permission.READ_GSERVICES</a:t>
            </a:r>
            <a:r>
              <a:rPr lang="en-US" altLang="ko-KR" sz="1400" i="1" dirty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4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/&gt;</a:t>
            </a:r>
            <a:endParaRPr lang="ko-KR" altLang="ko-KR" sz="14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/>
            <a:r>
              <a:rPr lang="en-US" altLang="ko-KR" sz="16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600" dirty="0">
                <a:solidFill>
                  <a:schemeClr val="accent5">
                    <a:lumMod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&lt;uses-permission </a:t>
            </a:r>
            <a:r>
              <a:rPr lang="en-US" altLang="ko-KR" sz="1600" dirty="0" err="1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android:name</a:t>
            </a:r>
            <a:r>
              <a:rPr lang="en-US" altLang="ko-KR" sz="16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 </a:t>
            </a:r>
            <a:r>
              <a:rPr lang="en-US" altLang="ko-KR" sz="1600" i="1" dirty="0" smtClean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600" i="1" dirty="0" err="1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android.permission.ACCESS_NETWORK_STATE</a:t>
            </a:r>
            <a:r>
              <a:rPr lang="en-US" altLang="ko-KR" sz="1600" i="1" dirty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600" dirty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/&gt;</a:t>
            </a:r>
            <a:endParaRPr lang="ko-KR" altLang="ko-KR" sz="16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/>
            <a:r>
              <a:rPr lang="en-US" altLang="ko-KR" sz="1600" dirty="0">
                <a:solidFill>
                  <a:schemeClr val="accent5">
                    <a:lumMod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&lt;uses-permission </a:t>
            </a:r>
            <a:r>
              <a:rPr lang="en-US" altLang="ko-KR" sz="1600" dirty="0" err="1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android:name</a:t>
            </a:r>
            <a:r>
              <a:rPr lang="en-US" altLang="ko-KR" sz="1600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 </a:t>
            </a:r>
            <a:r>
              <a:rPr lang="en-US" altLang="ko-KR" sz="1600" i="1" dirty="0" smtClean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600" i="1" dirty="0" err="1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android.permission.WRITE_EXTERNAL_STORAGE</a:t>
            </a:r>
            <a:r>
              <a:rPr lang="en-US" altLang="ko-KR" sz="1600" i="1" dirty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 </a:t>
            </a:r>
            <a:r>
              <a:rPr lang="en-US" altLang="ko-KR" sz="16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/&gt;</a:t>
            </a:r>
            <a:endParaRPr lang="ko-KR" altLang="ko-KR" sz="16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/>
            <a:r>
              <a:rPr lang="en-US" altLang="ko-KR" sz="1600" dirty="0">
                <a:solidFill>
                  <a:schemeClr val="accent5">
                    <a:lumMod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&lt;uses-permission </a:t>
            </a:r>
            <a:r>
              <a:rPr lang="en-US" altLang="ko-KR" sz="1600" dirty="0" err="1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android:name</a:t>
            </a:r>
            <a:r>
              <a:rPr lang="en-US" altLang="ko-KR" sz="16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 </a:t>
            </a:r>
            <a:r>
              <a:rPr lang="en-US" altLang="ko-KR" sz="1600" i="1" dirty="0" smtClean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600" i="1" dirty="0" err="1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android.permission.ACCESS_COARSE_LOCATION</a:t>
            </a:r>
            <a:r>
              <a:rPr lang="en-US" altLang="ko-KR" sz="1600" i="1" dirty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600" i="1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/&gt;</a:t>
            </a:r>
            <a:endParaRPr lang="ko-KR" altLang="ko-KR" sz="16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/>
            <a:r>
              <a:rPr lang="en-US" altLang="ko-KR" sz="16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600" dirty="0">
                <a:solidFill>
                  <a:schemeClr val="accent5">
                    <a:lumMod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&lt;uses-permission </a:t>
            </a:r>
            <a:r>
              <a:rPr lang="en-US" altLang="ko-KR" sz="1600" dirty="0" err="1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android:name</a:t>
            </a:r>
            <a:r>
              <a:rPr lang="en-US" altLang="ko-KR" sz="16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 </a:t>
            </a:r>
            <a:r>
              <a:rPr lang="en-US" altLang="ko-KR" sz="1600" i="1" dirty="0" smtClean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600" i="1" dirty="0" err="1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android.permission.ACCESS_FINE_LOCATION</a:t>
            </a:r>
            <a:r>
              <a:rPr lang="en-US" altLang="ko-KR" sz="1600" i="1" dirty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600" i="1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/&gt;</a:t>
            </a:r>
            <a:endParaRPr lang="ko-KR" altLang="ko-KR" sz="16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24" name="내용 개체 틀 5"/>
          <p:cNvSpPr txBox="1">
            <a:spLocks/>
          </p:cNvSpPr>
          <p:nvPr/>
        </p:nvSpPr>
        <p:spPr>
          <a:xfrm>
            <a:off x="14760" y="1548930"/>
            <a:ext cx="8229600" cy="464149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Google Map Permission </a:t>
            </a:r>
            <a:r>
              <a:rPr lang="ko-KR" altLang="en-US" dirty="0" smtClean="0"/>
              <a:t>권장사항으로 수정 </a:t>
            </a:r>
            <a:endParaRPr lang="en-US" altLang="ko-KR" dirty="0" smtClean="0"/>
          </a:p>
        </p:txBody>
      </p:sp>
      <p:sp>
        <p:nvSpPr>
          <p:cNvPr id="25" name="내용 개체 틀 5"/>
          <p:cNvSpPr txBox="1">
            <a:spLocks/>
          </p:cNvSpPr>
          <p:nvPr/>
        </p:nvSpPr>
        <p:spPr>
          <a:xfrm>
            <a:off x="6061560" y="6032653"/>
            <a:ext cx="8229600" cy="464149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 smtClean="0"/>
              <a:t>( AndroidManifest.xml )</a:t>
            </a:r>
          </a:p>
        </p:txBody>
      </p:sp>
    </p:spTree>
    <p:extLst>
      <p:ext uri="{BB962C8B-B14F-4D97-AF65-F5344CB8AC3E}">
        <p14:creationId xmlns:p14="http://schemas.microsoft.com/office/powerpoint/2010/main" val="1659953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12</a:t>
            </a:fld>
            <a:endParaRPr lang="ko-KR" alt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제목 2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/>
          <a:p>
            <a:r>
              <a:rPr lang="en-US" altLang="ko-KR" dirty="0" smtClean="0"/>
              <a:t>Attributes </a:t>
            </a:r>
            <a:r>
              <a:rPr lang="ko-KR" altLang="en-US" dirty="0" smtClean="0"/>
              <a:t>변경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0" y="2242542"/>
            <a:ext cx="9029700" cy="280076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atinLnBrk="0"/>
            <a:r>
              <a:rPr lang="en-US" altLang="ko-KR" sz="1600" dirty="0"/>
              <a:t>&lt;application</a:t>
            </a:r>
            <a:br>
              <a:rPr lang="en-US" altLang="ko-KR" sz="1600" dirty="0"/>
            </a:br>
            <a:r>
              <a:rPr lang="en-US" altLang="ko-KR" sz="1600" dirty="0"/>
              <a:t>    </a:t>
            </a:r>
            <a:r>
              <a:rPr lang="en-US" altLang="ko-KR" sz="1600" dirty="0" err="1"/>
              <a:t>android:allowBackup</a:t>
            </a:r>
            <a:r>
              <a:rPr lang="en-US" altLang="ko-KR" sz="1600" dirty="0"/>
              <a:t>="true"</a:t>
            </a:r>
            <a:br>
              <a:rPr lang="en-US" altLang="ko-KR" sz="1600" dirty="0"/>
            </a:br>
            <a:r>
              <a:rPr lang="en-US" altLang="ko-KR" sz="1600" dirty="0"/>
              <a:t>    </a:t>
            </a:r>
            <a:r>
              <a:rPr lang="en-US" altLang="ko-KR" sz="1600" dirty="0" err="1"/>
              <a:t>android:icon</a:t>
            </a:r>
            <a:r>
              <a:rPr lang="en-US" altLang="ko-KR" sz="1600" dirty="0"/>
              <a:t>="@</a:t>
            </a:r>
            <a:r>
              <a:rPr lang="en-US" altLang="ko-KR" sz="1600" dirty="0" err="1"/>
              <a:t>mipmap</a:t>
            </a:r>
            <a:r>
              <a:rPr lang="en-US" altLang="ko-KR" sz="1600" dirty="0"/>
              <a:t>/</a:t>
            </a:r>
            <a:r>
              <a:rPr lang="en-US" altLang="ko-KR" sz="1600" dirty="0" err="1"/>
              <a:t>ic_launcher</a:t>
            </a:r>
            <a:r>
              <a:rPr lang="en-US" altLang="ko-KR" sz="1600" dirty="0"/>
              <a:t>"</a:t>
            </a:r>
            <a:br>
              <a:rPr lang="en-US" altLang="ko-KR" sz="1600" dirty="0"/>
            </a:br>
            <a:r>
              <a:rPr lang="en-US" altLang="ko-KR" sz="1600" dirty="0"/>
              <a:t>    </a:t>
            </a:r>
            <a:r>
              <a:rPr lang="en-US" altLang="ko-KR" sz="1600" dirty="0" err="1"/>
              <a:t>android:label</a:t>
            </a:r>
            <a:r>
              <a:rPr lang="en-US" altLang="ko-KR" sz="1600" dirty="0"/>
              <a:t>="@string/</a:t>
            </a:r>
            <a:r>
              <a:rPr lang="en-US" altLang="ko-KR" sz="1600" dirty="0" err="1"/>
              <a:t>app_name</a:t>
            </a:r>
            <a:r>
              <a:rPr lang="en-US" altLang="ko-KR" sz="1600" dirty="0"/>
              <a:t>"</a:t>
            </a:r>
            <a:br>
              <a:rPr lang="en-US" altLang="ko-KR" sz="1600" dirty="0"/>
            </a:br>
            <a:r>
              <a:rPr lang="en-US" altLang="ko-KR" sz="1600" dirty="0"/>
              <a:t>    </a:t>
            </a:r>
            <a:r>
              <a:rPr lang="en-US" altLang="ko-KR" sz="1600" dirty="0" err="1"/>
              <a:t>android:theme</a:t>
            </a:r>
            <a:r>
              <a:rPr lang="en-US" altLang="ko-KR" sz="1600" dirty="0"/>
              <a:t>="@style/</a:t>
            </a:r>
            <a:r>
              <a:rPr lang="en-US" altLang="ko-KR" sz="1600" dirty="0" err="1"/>
              <a:t>AppTheme</a:t>
            </a:r>
            <a:r>
              <a:rPr lang="en-US" altLang="ko-KR" sz="1600" dirty="0"/>
              <a:t>" &gt;</a:t>
            </a:r>
            <a:br>
              <a:rPr lang="en-US" altLang="ko-KR" sz="1600" dirty="0"/>
            </a:br>
            <a:r>
              <a:rPr lang="en-US" altLang="ko-KR" sz="1600" dirty="0"/>
              <a:t/>
            </a:r>
            <a:br>
              <a:rPr lang="en-US" altLang="ko-KR" sz="1600" dirty="0"/>
            </a:br>
            <a:r>
              <a:rPr lang="en-US" altLang="ko-KR" sz="1600" dirty="0"/>
              <a:t>    &lt;meta-data</a:t>
            </a:r>
            <a:br>
              <a:rPr lang="en-US" altLang="ko-KR" sz="1600" dirty="0"/>
            </a:br>
            <a:r>
              <a:rPr lang="en-US" altLang="ko-KR" sz="1600" dirty="0"/>
              <a:t>        </a:t>
            </a:r>
            <a:r>
              <a:rPr lang="en-US" altLang="ko-KR" sz="1600" dirty="0" err="1"/>
              <a:t>android:name</a:t>
            </a:r>
            <a:r>
              <a:rPr lang="en-US" altLang="ko-KR" sz="1600" dirty="0"/>
              <a:t>="com.google.android.maps.v2.API_KEY"</a:t>
            </a:r>
            <a:br>
              <a:rPr lang="en-US" altLang="ko-KR" sz="1600" dirty="0"/>
            </a:br>
            <a:r>
              <a:rPr lang="en-US" altLang="ko-KR" sz="1600" dirty="0"/>
              <a:t>        </a:t>
            </a:r>
            <a:r>
              <a:rPr lang="en-US" altLang="ko-KR" sz="1600" dirty="0" err="1"/>
              <a:t>android:value</a:t>
            </a:r>
            <a:r>
              <a:rPr lang="en-US" altLang="ko-KR" sz="1600" dirty="0" smtClean="0"/>
              <a:t>=“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(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본인 구글 </a:t>
            </a:r>
            <a:r>
              <a:rPr lang="en-US" altLang="ko-KR" sz="1600" b="1" dirty="0" err="1" smtClean="0">
                <a:solidFill>
                  <a:srgbClr val="FF0000"/>
                </a:solidFill>
              </a:rPr>
              <a:t>api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키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)</a:t>
            </a:r>
            <a:r>
              <a:rPr lang="en-US" altLang="ko-KR" sz="1600" dirty="0" smtClean="0"/>
              <a:t>"/&gt;</a:t>
            </a:r>
          </a:p>
          <a:p>
            <a:pPr latinLnBrk="0"/>
            <a:endParaRPr lang="en-US" altLang="ko-KR" sz="1600" dirty="0">
              <a:solidFill>
                <a:srgbClr val="0066FF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/>
            <a:r>
              <a:rPr lang="en-US" altLang="ko-KR" sz="1600" dirty="0" smtClean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…</a:t>
            </a:r>
            <a:endParaRPr lang="ko-KR" altLang="ko-KR" sz="1600" dirty="0">
              <a:solidFill>
                <a:srgbClr val="0066FF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24" name="내용 개체 틀 5"/>
          <p:cNvSpPr txBox="1">
            <a:spLocks/>
          </p:cNvSpPr>
          <p:nvPr/>
        </p:nvSpPr>
        <p:spPr>
          <a:xfrm>
            <a:off x="14760" y="1548930"/>
            <a:ext cx="8229600" cy="464149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구글 </a:t>
            </a:r>
            <a:r>
              <a:rPr lang="en-US" altLang="ko-KR" dirty="0" smtClean="0"/>
              <a:t>API </a:t>
            </a:r>
            <a:r>
              <a:rPr lang="ko-KR" altLang="en-US" dirty="0" smtClean="0"/>
              <a:t>키 입력</a:t>
            </a:r>
            <a:endParaRPr lang="en-US" altLang="ko-KR" dirty="0" smtClean="0"/>
          </a:p>
        </p:txBody>
      </p:sp>
      <p:sp>
        <p:nvSpPr>
          <p:cNvPr id="25" name="내용 개체 틀 5"/>
          <p:cNvSpPr txBox="1">
            <a:spLocks/>
          </p:cNvSpPr>
          <p:nvPr/>
        </p:nvSpPr>
        <p:spPr>
          <a:xfrm>
            <a:off x="6061560" y="6032653"/>
            <a:ext cx="8229600" cy="464149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 smtClean="0"/>
              <a:t>( AndroidManifest.xml )</a:t>
            </a:r>
          </a:p>
        </p:txBody>
      </p:sp>
    </p:spTree>
    <p:extLst>
      <p:ext uri="{BB962C8B-B14F-4D97-AF65-F5344CB8AC3E}">
        <p14:creationId xmlns:p14="http://schemas.microsoft.com/office/powerpoint/2010/main" val="1192283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13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MapView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-36513" y="2324686"/>
            <a:ext cx="9283751" cy="2246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&lt;fragment</a:t>
            </a:r>
          </a:p>
          <a:p>
            <a:r>
              <a:rPr lang="en-US" altLang="ko-KR" sz="20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2000" dirty="0" err="1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android:id</a:t>
            </a:r>
            <a:r>
              <a:rPr lang="en-US" altLang="ko-KR" sz="20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 </a:t>
            </a:r>
            <a:r>
              <a:rPr lang="en-US" altLang="ko-KR" sz="2000" i="1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"@+id/fragment1"</a:t>
            </a:r>
            <a:endParaRPr lang="en-US" altLang="ko-KR" sz="2000" dirty="0">
              <a:solidFill>
                <a:srgbClr val="005BE2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20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2000" dirty="0" err="1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android:name</a:t>
            </a:r>
            <a:r>
              <a:rPr lang="en-US" altLang="ko-KR" sz="20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 </a:t>
            </a:r>
            <a:r>
              <a:rPr lang="en-US" altLang="ko-KR" sz="2000" i="1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2000" i="1" dirty="0" err="1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com.google.android.gms.maps.SupportMapFragment</a:t>
            </a:r>
            <a:r>
              <a:rPr lang="en-US" altLang="ko-KR" sz="2000" i="1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endParaRPr lang="en-US" altLang="ko-KR" sz="20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20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2000" dirty="0" err="1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android:layout_width</a:t>
            </a:r>
            <a:r>
              <a:rPr lang="en-US" altLang="ko-KR" sz="200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2000" i="1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2000" i="1" dirty="0" err="1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match_parent</a:t>
            </a:r>
            <a:r>
              <a:rPr lang="en-US" altLang="ko-KR" sz="2000" i="1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endParaRPr lang="en-US" altLang="ko-KR" sz="2000" dirty="0">
              <a:solidFill>
                <a:srgbClr val="005BE2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20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2000" dirty="0" err="1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android:layout_height</a:t>
            </a:r>
            <a:r>
              <a:rPr lang="en-US" altLang="ko-KR" sz="200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2000" i="1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2000" i="1" dirty="0" err="1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match_parent</a:t>
            </a:r>
            <a:r>
              <a:rPr lang="en-US" altLang="ko-KR" sz="2000" i="1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endParaRPr lang="en-US" altLang="ko-KR" sz="2000" dirty="0">
              <a:solidFill>
                <a:srgbClr val="005BE2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2000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2000" dirty="0" err="1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android:layout_alignParentTop</a:t>
            </a:r>
            <a:r>
              <a:rPr lang="en-US" altLang="ko-KR" sz="2000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 </a:t>
            </a:r>
            <a:r>
              <a:rPr lang="en-US" altLang="ko-KR" sz="2000" i="1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"true"</a:t>
            </a:r>
            <a:r>
              <a:rPr lang="en-US" altLang="ko-KR" sz="200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</a:p>
          <a:p>
            <a:r>
              <a:rPr lang="en-US" altLang="ko-KR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2000" dirty="0" err="1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android:layout_centerHorizontal</a:t>
            </a:r>
            <a:r>
              <a:rPr lang="en-US" altLang="ko-KR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 </a:t>
            </a:r>
            <a:r>
              <a:rPr lang="en-US" altLang="ko-KR" sz="2000" i="1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2000" i="1" dirty="0" smtClean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true“ </a:t>
            </a:r>
            <a:r>
              <a:rPr lang="x-none" altLang="ko-KR" sz="200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/&gt;</a:t>
            </a:r>
            <a:endParaRPr lang="x-none" altLang="ko-KR" sz="200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1540" y="1501384"/>
            <a:ext cx="27334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err="1" smtClean="0">
                <a:solidFill>
                  <a:prstClr val="black"/>
                </a:solidFill>
              </a:rPr>
              <a:t>GoogleMap</a:t>
            </a:r>
            <a:endParaRPr lang="en-US" altLang="ko-KR" sz="2000" b="1" dirty="0" smtClean="0">
              <a:solidFill>
                <a:prstClr val="black"/>
              </a:solidFill>
            </a:endParaRPr>
          </a:p>
          <a:p>
            <a:r>
              <a:rPr lang="en-US" altLang="ko-KR" sz="2000" dirty="0" smtClean="0">
                <a:solidFill>
                  <a:prstClr val="black"/>
                </a:solidFill>
              </a:rPr>
              <a:t>/res/activity_main.xml</a:t>
            </a:r>
            <a:endParaRPr lang="ko-KR" altLang="en-US" sz="2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280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14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MapView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97230" y="1324404"/>
            <a:ext cx="26727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err="1" smtClean="0">
                <a:solidFill>
                  <a:prstClr val="black"/>
                </a:solidFill>
              </a:rPr>
              <a:t>GoogleMap</a:t>
            </a:r>
            <a:endParaRPr lang="en-US" altLang="ko-KR" sz="2000" b="1" dirty="0" smtClean="0">
              <a:solidFill>
                <a:prstClr val="black"/>
              </a:solidFill>
            </a:endParaRPr>
          </a:p>
          <a:p>
            <a:r>
              <a:rPr lang="en-US" altLang="ko-KR" sz="2000" dirty="0" smtClean="0">
                <a:solidFill>
                  <a:prstClr val="black"/>
                </a:solidFill>
              </a:rPr>
              <a:t>/</a:t>
            </a:r>
            <a:r>
              <a:rPr lang="en-US" altLang="ko-KR" sz="2000" dirty="0" err="1" smtClean="0">
                <a:solidFill>
                  <a:prstClr val="black"/>
                </a:solidFill>
              </a:rPr>
              <a:t>src</a:t>
            </a:r>
            <a:r>
              <a:rPr lang="en-US" altLang="ko-KR" sz="2000" dirty="0" smtClean="0">
                <a:solidFill>
                  <a:prstClr val="black"/>
                </a:solidFill>
              </a:rPr>
              <a:t>/MainActivity.java</a:t>
            </a:r>
            <a:endParaRPr lang="ko-KR" altLang="en-US" sz="2000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6726" y="2103478"/>
            <a:ext cx="6667210" cy="255454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public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class </a:t>
            </a:r>
            <a:r>
              <a:rPr lang="en-US" altLang="ko-KR" sz="2000" dirty="0" err="1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MainActivity</a:t>
            </a:r>
            <a:r>
              <a:rPr lang="en-US" altLang="ko-KR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extends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FragmentActivity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{</a:t>
            </a:r>
          </a:p>
          <a:p>
            <a:endParaRPr lang="ko-KR" altLang="en-US" sz="20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@Override</a:t>
            </a:r>
          </a:p>
          <a:p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20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protected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void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onCreate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(Bundle </a:t>
            </a:r>
            <a:r>
              <a:rPr lang="en-US" altLang="ko-KR" sz="2000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savedInstanceState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 {</a:t>
            </a:r>
          </a:p>
          <a:p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 </a:t>
            </a:r>
            <a:r>
              <a:rPr lang="en-US" altLang="ko-KR" sz="2000" dirty="0" err="1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super</a:t>
            </a:r>
            <a:r>
              <a:rPr lang="en-US" altLang="ko-KR" sz="2000" dirty="0" err="1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.onCreate</a:t>
            </a:r>
            <a:r>
              <a:rPr lang="en-US" altLang="ko-KR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2000" dirty="0" err="1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savedInstanceState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</a:t>
            </a:r>
            <a:r>
              <a:rPr lang="en-US" altLang="ko-KR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	 </a:t>
            </a:r>
            <a:r>
              <a:rPr lang="en-US" altLang="ko-KR" sz="2000" dirty="0" err="1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setContentView</a:t>
            </a:r>
            <a:r>
              <a:rPr lang="en-US" altLang="ko-KR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2000" dirty="0" err="1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R.layout.activity_</a:t>
            </a:r>
            <a:r>
              <a:rPr lang="en-US" altLang="ko-KR" sz="2000" i="1" dirty="0" err="1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main</a:t>
            </a:r>
            <a:r>
              <a:rPr lang="en-US" altLang="ko-KR" sz="2000" i="1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  <a:r>
              <a:rPr lang="ko-KR" altLang="en-US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</a:t>
            </a:r>
            <a:endParaRPr lang="ko-KR" altLang="en-US" sz="20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ko-KR" altLang="en-US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  <a:endParaRPr lang="ko-KR" altLang="en-US" sz="20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82772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15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MapView</a:t>
            </a:r>
            <a:endParaRPr lang="ko-KR" altLang="en-US" dirty="0"/>
          </a:p>
        </p:txBody>
      </p:sp>
      <p:pic>
        <p:nvPicPr>
          <p:cNvPr id="3074" name="Picture 2" descr="D:\2. Tutor\모바일앱 프로그래밍1_2014_2\01. 강의자료\Image\Screenshot_2014-10-12-21-29-06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67"/>
          <a:stretch/>
        </p:blipFill>
        <p:spPr bwMode="auto">
          <a:xfrm>
            <a:off x="2752724" y="1409700"/>
            <a:ext cx="3589081" cy="504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8958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16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MapView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19000" y="2026918"/>
            <a:ext cx="6655194" cy="424731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public class </a:t>
            </a:r>
            <a:r>
              <a:rPr lang="en-US" altLang="ko-KR" dirty="0" err="1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MainActivity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extends </a:t>
            </a:r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FragmentActivity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{</a:t>
            </a:r>
          </a:p>
          <a:p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private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GoogleMap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err="1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googleMap</a:t>
            </a:r>
            <a:r>
              <a:rPr lang="en-US" altLang="ko-KR" dirty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</a:p>
          <a:p>
            <a:endParaRPr lang="ko-KR" altLang="en-US" dirty="0" smtClean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@Override</a:t>
            </a:r>
          </a:p>
          <a:p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protected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void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onCreate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(Bundle </a:t>
            </a:r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savedInstanceState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 {</a:t>
            </a:r>
          </a:p>
          <a:p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   </a:t>
            </a:r>
            <a:r>
              <a:rPr lang="en-US" altLang="ko-KR" dirty="0" err="1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super</a:t>
            </a:r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.onCreate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savedInstanceState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   </a:t>
            </a:r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setContentView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R.layout.</a:t>
            </a:r>
            <a:r>
              <a:rPr lang="en-US" altLang="ko-KR" i="1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main</a:t>
            </a:r>
            <a:r>
              <a:rPr lang="en-US" altLang="ko-KR" i="1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   </a:t>
            </a:r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init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();</a:t>
            </a:r>
          </a:p>
          <a:p>
            <a:r>
              <a:rPr lang="ko-KR" altLang="en-US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</a:p>
          <a:p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@Override</a:t>
            </a:r>
          </a:p>
          <a:p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protected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void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onResume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(){</a:t>
            </a:r>
          </a:p>
          <a:p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    </a:t>
            </a:r>
            <a:r>
              <a:rPr lang="en-US" altLang="ko-KR" dirty="0" err="1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super</a:t>
            </a:r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.onResume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();</a:t>
            </a:r>
          </a:p>
          <a:p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    </a:t>
            </a:r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init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();</a:t>
            </a:r>
          </a:p>
          <a:p>
            <a:r>
              <a:rPr lang="ko-KR" altLang="en-US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 </a:t>
            </a:r>
            <a:endParaRPr lang="en-US" altLang="ko-KR" sz="24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9000" y="1565206"/>
            <a:ext cx="58737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 err="1" smtClean="0">
                <a:solidFill>
                  <a:prstClr val="black"/>
                </a:solidFill>
              </a:rPr>
              <a:t>맵뷰</a:t>
            </a:r>
            <a:r>
              <a:rPr lang="ko-KR" altLang="en-US" sz="2000" dirty="0" smtClean="0">
                <a:solidFill>
                  <a:prstClr val="black"/>
                </a:solidFill>
              </a:rPr>
              <a:t> 지도 시작 위치 변경</a:t>
            </a:r>
            <a:r>
              <a:rPr lang="en-US" altLang="ko-KR" sz="2000" dirty="0">
                <a:solidFill>
                  <a:prstClr val="black"/>
                </a:solidFill>
              </a:rPr>
              <a:t> -</a:t>
            </a:r>
            <a:r>
              <a:rPr lang="en-US" altLang="ko-KR" sz="2000" dirty="0" smtClean="0">
                <a:solidFill>
                  <a:prstClr val="black"/>
                </a:solidFill>
              </a:rPr>
              <a:t> </a:t>
            </a:r>
            <a:r>
              <a:rPr lang="ko-KR" altLang="en-US" sz="2000" dirty="0" smtClean="0">
                <a:solidFill>
                  <a:prstClr val="black"/>
                </a:solidFill>
              </a:rPr>
              <a:t>시작 지역 마크 추가 </a:t>
            </a:r>
            <a:endParaRPr lang="en-US" altLang="ko-KR" sz="20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55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17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MapView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0314" y="1829573"/>
            <a:ext cx="8218524" cy="424731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void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init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(){</a:t>
            </a:r>
          </a:p>
          <a:p>
            <a:pPr lvl="1"/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if 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 </a:t>
            </a:r>
            <a:r>
              <a:rPr lang="en-US" altLang="ko-KR" dirty="0" err="1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googleMap</a:t>
            </a:r>
            <a:r>
              <a:rPr lang="en-US" altLang="ko-KR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smtClean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==  </a:t>
            </a:r>
            <a:r>
              <a:rPr lang="en-US" altLang="ko-KR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null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</a:t>
            </a:r>
          </a:p>
          <a:p>
            <a:pPr lvl="1"/>
            <a:r>
              <a:rPr lang="ko-KR" altLang="en-US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{</a:t>
            </a:r>
          </a:p>
          <a:p>
            <a:pPr lvl="1"/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</a:t>
            </a:r>
            <a:r>
              <a:rPr lang="en-US" altLang="ko-KR" dirty="0" err="1" smtClean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googleMap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=((</a:t>
            </a:r>
            <a:r>
              <a:rPr lang="en-US" altLang="ko-KR" dirty="0" err="1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SupportMapFragment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</a:t>
            </a:r>
            <a:r>
              <a:rPr lang="en-US" altLang="ko-KR" dirty="0" err="1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getSupportFragmentManager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</a:t>
            </a:r>
          </a:p>
          <a:p>
            <a:pPr lvl="2"/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.</a:t>
            </a:r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findFragmentById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(R.id.</a:t>
            </a:r>
            <a:r>
              <a:rPr lang="en-US" altLang="ko-KR" i="1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fragment1)).</a:t>
            </a:r>
            <a:r>
              <a:rPr lang="en-US" altLang="ko-KR" i="1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getMap</a:t>
            </a:r>
            <a:r>
              <a:rPr lang="en-US" altLang="ko-KR" i="1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();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</a:t>
            </a:r>
          </a:p>
          <a:p>
            <a:pPr lvl="2"/>
            <a:r>
              <a:rPr lang="en-US" altLang="ko-KR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if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(</a:t>
            </a:r>
            <a:r>
              <a:rPr lang="en-US" altLang="ko-KR" dirty="0" err="1" smtClean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googleMap</a:t>
            </a:r>
            <a:r>
              <a:rPr lang="en-US" altLang="ko-KR" dirty="0" smtClean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! =  </a:t>
            </a:r>
            <a:r>
              <a:rPr lang="en-US" altLang="ko-KR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null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){</a:t>
            </a:r>
          </a:p>
          <a:p>
            <a:pPr lvl="1"/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    </a:t>
            </a:r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addMarker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();}</a:t>
            </a:r>
          </a:p>
          <a:p>
            <a:pPr lvl="1"/>
            <a:r>
              <a:rPr lang="ko-KR" altLang="en-US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</a:p>
          <a:p>
            <a:pPr lvl="1"/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</a:t>
            </a:r>
            <a:r>
              <a:rPr lang="en-US" altLang="ko-KR" dirty="0" err="1" smtClean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googleMap</a:t>
            </a:r>
            <a:r>
              <a:rPr lang="en-US" altLang="ko-KR" dirty="0" err="1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.moveCamera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dirty="0" err="1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CameraUpdateFactory</a:t>
            </a:r>
            <a:endParaRPr lang="en-US" altLang="ko-KR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vl="1"/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</a:t>
            </a:r>
            <a:r>
              <a:rPr lang="en-US" altLang="ko-KR" i="1" dirty="0" err="1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newLatLngZoom</a:t>
            </a:r>
            <a:r>
              <a:rPr lang="en-US" altLang="ko-KR" i="1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i="1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new</a:t>
            </a:r>
            <a:r>
              <a:rPr lang="en-US" altLang="ko-KR" i="1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i="1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LatLng</a:t>
            </a:r>
            <a:r>
              <a:rPr lang="en-US" altLang="ko-KR" i="1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(35.886869, 128.608408</a:t>
            </a:r>
            <a:r>
              <a:rPr lang="en-US" altLang="ko-KR" i="1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), 1 6));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</a:p>
          <a:p>
            <a:endParaRPr lang="en-US" altLang="ko-KR" dirty="0" smtClean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private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void </a:t>
            </a:r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addMarker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 {</a:t>
            </a:r>
          </a:p>
          <a:p>
            <a:pPr lvl="1"/>
            <a:r>
              <a:rPr lang="en-US" altLang="ko-KR" dirty="0" err="1" smtClean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googleMap</a:t>
            </a:r>
            <a:r>
              <a:rPr lang="en-US" altLang="ko-KR" dirty="0" err="1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.addMarker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new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MarkerOptions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().position(</a:t>
            </a:r>
          </a:p>
          <a:p>
            <a:pPr lvl="1"/>
            <a:r>
              <a:rPr lang="en-US" altLang="ko-KR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new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err="1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LatLng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(35.886869, 128.608408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)).title</a:t>
            </a:r>
            <a:r>
              <a:rPr lang="en-US" altLang="ko-KR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("School"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));</a:t>
            </a:r>
          </a:p>
          <a:p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  <a:endParaRPr lang="en-US" altLang="ko-KR" sz="24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6266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18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MapView</a:t>
            </a:r>
            <a:endParaRPr lang="ko-KR" altLang="en-US" dirty="0"/>
          </a:p>
        </p:txBody>
      </p:sp>
      <p:pic>
        <p:nvPicPr>
          <p:cNvPr id="1026" name="Picture 2" descr="D:\2. Tutor\모바일앱 프로그래밍1_2014_2\01. 강의자료\Image\Screenshot_2014-10-12-22-32-52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34"/>
          <a:stretch/>
        </p:blipFill>
        <p:spPr bwMode="auto">
          <a:xfrm>
            <a:off x="2753897" y="1409700"/>
            <a:ext cx="3632157" cy="5340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1602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19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MapView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7021" y="2363793"/>
            <a:ext cx="8916979" cy="36933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MarkerOptions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shopMarker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[]= {</a:t>
            </a:r>
          </a:p>
          <a:p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</a:t>
            </a:r>
            <a:r>
              <a:rPr lang="en-US" altLang="ko-KR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new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MarkerOptions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().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position ( </a:t>
            </a:r>
            <a:r>
              <a:rPr lang="en-US" altLang="ko-KR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new </a:t>
            </a:r>
            <a:r>
              <a:rPr lang="en-US" altLang="ko-KR" dirty="0" err="1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LatLng</a:t>
            </a:r>
            <a:endParaRPr lang="en-US" altLang="ko-KR" dirty="0" smtClean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	(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35.888345, 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128.609668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)).title</a:t>
            </a:r>
            <a:r>
              <a:rPr lang="en-US" altLang="ko-KR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dirty="0">
                <a:solidFill>
                  <a:srgbClr val="004CBC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"shop"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),</a:t>
            </a:r>
          </a:p>
          <a:p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</a:t>
            </a:r>
            <a:r>
              <a:rPr lang="en-US" altLang="ko-KR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new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MarkerOptions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().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position ( </a:t>
            </a:r>
            <a:r>
              <a:rPr lang="en-US" altLang="ko-KR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new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err="1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LatLng</a:t>
            </a:r>
            <a:endParaRPr lang="en-US" altLang="ko-KR" dirty="0" smtClean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	(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35.886971, 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128.609196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)).title(</a:t>
            </a:r>
            <a:r>
              <a:rPr lang="en-US" altLang="ko-KR" dirty="0">
                <a:solidFill>
                  <a:srgbClr val="004CBC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"shop2"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),</a:t>
            </a:r>
          </a:p>
          <a:p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</a:t>
            </a:r>
            <a:r>
              <a:rPr lang="en-US" altLang="ko-KR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new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MarkerOptions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().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position ( </a:t>
            </a:r>
            <a:r>
              <a:rPr lang="en-US" altLang="ko-KR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new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err="1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LatLng</a:t>
            </a:r>
            <a:endParaRPr lang="en-US" altLang="ko-KR" dirty="0" smtClean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	(35.891792, 128.610631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)).title</a:t>
            </a:r>
            <a:r>
              <a:rPr lang="en-US" altLang="ko-KR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dirty="0">
                <a:solidFill>
                  <a:srgbClr val="004CBC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dirty="0" smtClean="0">
                <a:solidFill>
                  <a:srgbClr val="004CBC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shop3"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</a:t>
            </a:r>
            <a:endParaRPr lang="en-US" altLang="ko-KR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};</a:t>
            </a:r>
          </a:p>
          <a:p>
            <a:endParaRPr lang="en-US" altLang="ko-KR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for(</a:t>
            </a:r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err="1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 0;  </a:t>
            </a:r>
            <a:r>
              <a:rPr lang="en-US" altLang="ko-KR" dirty="0" err="1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&lt;3 ; 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++</a:t>
            </a:r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){</a:t>
            </a:r>
          </a:p>
          <a:p>
            <a:pPr lvl="1"/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shopMarker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[</a:t>
            </a:r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].icon(</a:t>
            </a:r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BitmapDescriptorFactory.</a:t>
            </a:r>
            <a:r>
              <a:rPr lang="en-US" altLang="ko-KR" i="1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fromResource</a:t>
            </a:r>
            <a:r>
              <a:rPr lang="en-US" altLang="ko-KR" i="1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i="1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R.drawable.meal</a:t>
            </a:r>
            <a:r>
              <a:rPr lang="en-US" altLang="ko-KR" i="1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));</a:t>
            </a:r>
          </a:p>
          <a:p>
            <a:pPr lvl="1"/>
            <a:r>
              <a:rPr lang="en-US" altLang="ko-KR" u="sng" dirty="0" err="1">
                <a:solidFill>
                  <a:srgbClr val="004CBC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googleMap</a:t>
            </a:r>
            <a:r>
              <a:rPr lang="en-US" altLang="ko-KR" u="sng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.addMarker</a:t>
            </a:r>
            <a:r>
              <a:rPr lang="en-US" altLang="ko-KR" u="sng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u="sng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shopMarker</a:t>
            </a:r>
            <a:r>
              <a:rPr lang="en-US" altLang="ko-KR" u="sng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[</a:t>
            </a:r>
            <a:r>
              <a:rPr lang="en-US" altLang="ko-KR" u="sng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</a:t>
            </a:r>
            <a:r>
              <a:rPr lang="en-US" altLang="ko-KR" u="sng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]);</a:t>
            </a:r>
          </a:p>
          <a:p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  <a:endParaRPr lang="en-US" altLang="ko-KR" sz="24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5540" y="1547551"/>
            <a:ext cx="45704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solidFill>
                  <a:prstClr val="black"/>
                </a:solidFill>
              </a:rPr>
              <a:t>마크 여러 개 추가</a:t>
            </a:r>
            <a:r>
              <a:rPr lang="en-US" altLang="ko-KR" sz="2000" b="1" dirty="0" smtClean="0">
                <a:solidFill>
                  <a:prstClr val="black"/>
                </a:solidFill>
              </a:rPr>
              <a:t>, </a:t>
            </a:r>
            <a:r>
              <a:rPr lang="ko-KR" altLang="en-US" sz="2000" b="1" dirty="0" smtClean="0">
                <a:solidFill>
                  <a:prstClr val="black"/>
                </a:solidFill>
              </a:rPr>
              <a:t>마크 이미지 변경</a:t>
            </a:r>
            <a:endParaRPr lang="en-US" altLang="ko-KR" sz="2000" b="1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822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20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MapView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927" y="1450768"/>
            <a:ext cx="3602145" cy="480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222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21</a:t>
            </a:fld>
            <a:endParaRPr lang="ko-KR" alt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제목 2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/>
          <a:p>
            <a:r>
              <a:rPr lang="en-US" altLang="ko-KR" dirty="0" err="1" smtClean="0"/>
              <a:t>MapView</a:t>
            </a:r>
            <a:r>
              <a:rPr lang="en-US" altLang="ko-KR" dirty="0" smtClean="0"/>
              <a:t> in fragment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0" y="2242542"/>
            <a:ext cx="9106980" cy="280076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latinLnBrk="0"/>
            <a:r>
              <a:rPr lang="en-US" altLang="ko-KR" sz="1600" dirty="0">
                <a:solidFill>
                  <a:schemeClr val="accent5">
                    <a:lumMod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&lt;permission</a:t>
            </a:r>
            <a:endParaRPr lang="ko-KR" altLang="ko-KR" sz="1600" dirty="0">
              <a:solidFill>
                <a:schemeClr val="accent5">
                  <a:lumMod val="75000"/>
                </a:schemeClr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/>
            <a:r>
              <a:rPr lang="en-US" altLang="ko-KR" sz="16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</a:t>
            </a:r>
            <a:r>
              <a:rPr lang="en-US" altLang="ko-KR" sz="1600" dirty="0" err="1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android:name</a:t>
            </a:r>
            <a:r>
              <a:rPr lang="en-US" altLang="ko-KR" sz="1600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 </a:t>
            </a:r>
            <a:r>
              <a:rPr lang="en-US" altLang="ko-KR" sz="16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 smtClean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“</a:t>
            </a:r>
            <a:r>
              <a:rPr lang="en-US" altLang="ko-KR" sz="1600" i="1" dirty="0" smtClean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com.knu.vrlab.lc10_googlemap.permission.MAPS_RECEIVE”</a:t>
            </a:r>
            <a:endParaRPr lang="ko-KR" altLang="ko-KR" sz="1600" dirty="0">
              <a:solidFill>
                <a:srgbClr val="0066FF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/>
            <a:r>
              <a:rPr lang="en-US" altLang="ko-KR" sz="16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</a:t>
            </a:r>
            <a:r>
              <a:rPr lang="en-US" altLang="ko-KR" sz="1600" dirty="0" err="1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android:protectionLevel</a:t>
            </a:r>
            <a:r>
              <a:rPr lang="en-US" altLang="ko-KR" sz="16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600" i="1" dirty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"signature"</a:t>
            </a:r>
            <a:r>
              <a:rPr lang="en-US" altLang="ko-KR" sz="1600" dirty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/&gt;</a:t>
            </a:r>
          </a:p>
          <a:p>
            <a:pPr latinLnBrk="0"/>
            <a:endParaRPr lang="ko-KR" altLang="ko-KR" sz="16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/>
            <a:r>
              <a:rPr lang="en-US" altLang="ko-KR" sz="1600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600" dirty="0" smtClean="0">
                <a:solidFill>
                  <a:schemeClr val="accent5">
                    <a:lumMod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</a:t>
            </a:r>
            <a:r>
              <a:rPr lang="en-US" altLang="ko-KR" sz="1600" dirty="0">
                <a:solidFill>
                  <a:schemeClr val="accent5">
                    <a:lumMod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uses-permission </a:t>
            </a:r>
            <a:r>
              <a:rPr lang="en-US" altLang="ko-KR" sz="1600" dirty="0" err="1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android:name</a:t>
            </a:r>
            <a:r>
              <a:rPr lang="en-US" altLang="ko-KR" sz="1600" dirty="0" smtClean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 </a:t>
            </a:r>
            <a:r>
              <a:rPr lang="en-US" altLang="ko-KR" sz="1600" i="1" dirty="0" smtClean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600" i="1" dirty="0" err="1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android.permission.INTERNET</a:t>
            </a:r>
            <a:r>
              <a:rPr lang="en-US" altLang="ko-KR" sz="1600" i="1" dirty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6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/&gt;</a:t>
            </a:r>
            <a:endParaRPr lang="ko-KR" altLang="ko-KR" sz="1600" dirty="0">
              <a:solidFill>
                <a:srgbClr val="7030A0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/>
            <a:r>
              <a:rPr lang="en-US" altLang="ko-KR" sz="1600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600" dirty="0" smtClean="0">
                <a:solidFill>
                  <a:schemeClr val="accent5">
                    <a:lumMod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&lt;uses-permission </a:t>
            </a:r>
            <a:r>
              <a:rPr lang="en-US" altLang="ko-KR" sz="1600" dirty="0" err="1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android:name</a:t>
            </a:r>
            <a:r>
              <a:rPr lang="en-US" altLang="ko-KR" sz="1600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 </a:t>
            </a:r>
            <a:r>
              <a:rPr lang="en-US" altLang="ko-KR" sz="1600" i="1" dirty="0" smtClean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"com.example.Ex9_Map.permission.MAPS_RECEIVE"</a:t>
            </a:r>
            <a:r>
              <a:rPr lang="en-US" altLang="ko-KR" sz="16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/&gt;</a:t>
            </a:r>
            <a:endParaRPr lang="ko-KR" altLang="ko-KR" sz="1600" dirty="0" smtClean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/>
            <a:r>
              <a:rPr lang="en-US" altLang="ko-KR" sz="1600" dirty="0" smtClean="0">
                <a:solidFill>
                  <a:schemeClr val="accent5">
                    <a:lumMod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600" dirty="0">
                <a:solidFill>
                  <a:schemeClr val="accent5">
                    <a:lumMod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&lt;uses-permission </a:t>
            </a:r>
            <a:r>
              <a:rPr lang="en-US" altLang="ko-KR" sz="1600" dirty="0" err="1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android:name</a:t>
            </a:r>
            <a:r>
              <a:rPr lang="en-US" altLang="ko-KR" sz="1600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 </a:t>
            </a:r>
            <a:r>
              <a:rPr lang="en-US" altLang="ko-KR" sz="1400" i="1" dirty="0" smtClean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400" i="1" dirty="0" err="1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com.google.android.providers.gsf.permission.READ_GSERVICES</a:t>
            </a:r>
            <a:r>
              <a:rPr lang="en-US" altLang="ko-KR" sz="1400" i="1" dirty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4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/&gt;</a:t>
            </a:r>
            <a:endParaRPr lang="ko-KR" altLang="ko-KR" sz="14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/>
            <a:r>
              <a:rPr lang="en-US" altLang="ko-KR" sz="16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600" dirty="0">
                <a:solidFill>
                  <a:schemeClr val="accent5">
                    <a:lumMod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&lt;uses-permission </a:t>
            </a:r>
            <a:r>
              <a:rPr lang="en-US" altLang="ko-KR" sz="1600" dirty="0" err="1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android:name</a:t>
            </a:r>
            <a:r>
              <a:rPr lang="en-US" altLang="ko-KR" sz="16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 </a:t>
            </a:r>
            <a:r>
              <a:rPr lang="en-US" altLang="ko-KR" sz="1600" i="1" dirty="0" smtClean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600" i="1" dirty="0" err="1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android.permission.ACCESS_NETWORK_STATE</a:t>
            </a:r>
            <a:r>
              <a:rPr lang="en-US" altLang="ko-KR" sz="1600" i="1" dirty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600" dirty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/&gt;</a:t>
            </a:r>
            <a:endParaRPr lang="ko-KR" altLang="ko-KR" sz="16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/>
            <a:r>
              <a:rPr lang="en-US" altLang="ko-KR" sz="1600" dirty="0">
                <a:solidFill>
                  <a:schemeClr val="accent5">
                    <a:lumMod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&lt;uses-permission </a:t>
            </a:r>
            <a:r>
              <a:rPr lang="en-US" altLang="ko-KR" sz="1600" dirty="0" err="1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android:name</a:t>
            </a:r>
            <a:r>
              <a:rPr lang="en-US" altLang="ko-KR" sz="1600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 </a:t>
            </a:r>
            <a:r>
              <a:rPr lang="en-US" altLang="ko-KR" sz="1600" i="1" dirty="0" smtClean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600" i="1" dirty="0" err="1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android.permission.WRITE_EXTERNAL_STORAGE</a:t>
            </a:r>
            <a:r>
              <a:rPr lang="en-US" altLang="ko-KR" sz="1600" i="1" dirty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 </a:t>
            </a:r>
            <a:r>
              <a:rPr lang="en-US" altLang="ko-KR" sz="16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/&gt;</a:t>
            </a:r>
            <a:endParaRPr lang="ko-KR" altLang="ko-KR" sz="16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/>
            <a:r>
              <a:rPr lang="en-US" altLang="ko-KR" sz="1600" dirty="0">
                <a:solidFill>
                  <a:schemeClr val="accent5">
                    <a:lumMod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&lt;uses-permission </a:t>
            </a:r>
            <a:r>
              <a:rPr lang="en-US" altLang="ko-KR" sz="1600" dirty="0" err="1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android:name</a:t>
            </a:r>
            <a:r>
              <a:rPr lang="en-US" altLang="ko-KR" sz="16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 </a:t>
            </a:r>
            <a:r>
              <a:rPr lang="en-US" altLang="ko-KR" sz="1600" i="1" dirty="0" smtClean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600" i="1" dirty="0" err="1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android.permission.ACCESS_COARSE_LOCATION</a:t>
            </a:r>
            <a:r>
              <a:rPr lang="en-US" altLang="ko-KR" sz="1600" i="1" dirty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600" i="1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/&gt;</a:t>
            </a:r>
            <a:endParaRPr lang="ko-KR" altLang="ko-KR" sz="16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/>
            <a:r>
              <a:rPr lang="en-US" altLang="ko-KR" sz="16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600" dirty="0">
                <a:solidFill>
                  <a:schemeClr val="accent5">
                    <a:lumMod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&lt;uses-permission </a:t>
            </a:r>
            <a:r>
              <a:rPr lang="en-US" altLang="ko-KR" sz="1600" dirty="0" err="1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android:name</a:t>
            </a:r>
            <a:r>
              <a:rPr lang="en-US" altLang="ko-KR" sz="16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 </a:t>
            </a:r>
            <a:r>
              <a:rPr lang="en-US" altLang="ko-KR" sz="1600" i="1" dirty="0" smtClean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600" i="1" dirty="0" err="1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android.permission.ACCESS_FINE_LOCATION</a:t>
            </a:r>
            <a:r>
              <a:rPr lang="en-US" altLang="ko-KR" sz="1600" i="1" dirty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600" i="1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/&gt;</a:t>
            </a:r>
            <a:endParaRPr lang="ko-KR" altLang="ko-KR" sz="16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24" name="내용 개체 틀 5"/>
          <p:cNvSpPr txBox="1">
            <a:spLocks/>
          </p:cNvSpPr>
          <p:nvPr/>
        </p:nvSpPr>
        <p:spPr>
          <a:xfrm>
            <a:off x="14760" y="1548930"/>
            <a:ext cx="8229600" cy="464149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Google Map Permission </a:t>
            </a:r>
            <a:r>
              <a:rPr lang="ko-KR" altLang="en-US" dirty="0" smtClean="0"/>
              <a:t>수정 </a:t>
            </a:r>
            <a:endParaRPr lang="en-US" altLang="ko-KR" dirty="0" smtClean="0"/>
          </a:p>
        </p:txBody>
      </p:sp>
      <p:sp>
        <p:nvSpPr>
          <p:cNvPr id="25" name="내용 개체 틀 5"/>
          <p:cNvSpPr txBox="1">
            <a:spLocks/>
          </p:cNvSpPr>
          <p:nvPr/>
        </p:nvSpPr>
        <p:spPr>
          <a:xfrm>
            <a:off x="6061560" y="6032653"/>
            <a:ext cx="8229600" cy="464149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 smtClean="0"/>
              <a:t>( AndroidManifest.xml )</a:t>
            </a:r>
          </a:p>
        </p:txBody>
      </p:sp>
    </p:spTree>
    <p:extLst>
      <p:ext uri="{BB962C8B-B14F-4D97-AF65-F5344CB8AC3E}">
        <p14:creationId xmlns:p14="http://schemas.microsoft.com/office/powerpoint/2010/main" val="3644743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22</a:t>
            </a:fld>
            <a:endParaRPr lang="ko-KR" alt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제목 2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/>
          <a:p>
            <a:r>
              <a:rPr lang="en-US" altLang="ko-KR" dirty="0" err="1"/>
              <a:t>MapView</a:t>
            </a:r>
            <a:r>
              <a:rPr lang="en-US" altLang="ko-KR" dirty="0"/>
              <a:t> in fragment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0" y="2242542"/>
            <a:ext cx="9029700" cy="280076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atinLnBrk="0"/>
            <a:r>
              <a:rPr lang="en-US" altLang="ko-KR" sz="1600" dirty="0"/>
              <a:t>&lt;application</a:t>
            </a:r>
            <a:br>
              <a:rPr lang="en-US" altLang="ko-KR" sz="1600" dirty="0"/>
            </a:br>
            <a:r>
              <a:rPr lang="en-US" altLang="ko-KR" sz="1600" dirty="0"/>
              <a:t>    </a:t>
            </a:r>
            <a:r>
              <a:rPr lang="en-US" altLang="ko-KR" sz="1600" dirty="0" err="1"/>
              <a:t>android:allowBackup</a:t>
            </a:r>
            <a:r>
              <a:rPr lang="en-US" altLang="ko-KR" sz="1600" dirty="0"/>
              <a:t>="true"</a:t>
            </a:r>
            <a:br>
              <a:rPr lang="en-US" altLang="ko-KR" sz="1600" dirty="0"/>
            </a:br>
            <a:r>
              <a:rPr lang="en-US" altLang="ko-KR" sz="1600" dirty="0"/>
              <a:t>    </a:t>
            </a:r>
            <a:r>
              <a:rPr lang="en-US" altLang="ko-KR" sz="1600" dirty="0" err="1"/>
              <a:t>android:icon</a:t>
            </a:r>
            <a:r>
              <a:rPr lang="en-US" altLang="ko-KR" sz="1600" dirty="0"/>
              <a:t>="@</a:t>
            </a:r>
            <a:r>
              <a:rPr lang="en-US" altLang="ko-KR" sz="1600" dirty="0" err="1"/>
              <a:t>mipmap</a:t>
            </a:r>
            <a:r>
              <a:rPr lang="en-US" altLang="ko-KR" sz="1600" dirty="0"/>
              <a:t>/</a:t>
            </a:r>
            <a:r>
              <a:rPr lang="en-US" altLang="ko-KR" sz="1600" dirty="0" err="1"/>
              <a:t>ic_launcher</a:t>
            </a:r>
            <a:r>
              <a:rPr lang="en-US" altLang="ko-KR" sz="1600" dirty="0"/>
              <a:t>"</a:t>
            </a:r>
            <a:br>
              <a:rPr lang="en-US" altLang="ko-KR" sz="1600" dirty="0"/>
            </a:br>
            <a:r>
              <a:rPr lang="en-US" altLang="ko-KR" sz="1600" dirty="0"/>
              <a:t>    </a:t>
            </a:r>
            <a:r>
              <a:rPr lang="en-US" altLang="ko-KR" sz="1600" dirty="0" err="1"/>
              <a:t>android:label</a:t>
            </a:r>
            <a:r>
              <a:rPr lang="en-US" altLang="ko-KR" sz="1600" dirty="0"/>
              <a:t>="@string/</a:t>
            </a:r>
            <a:r>
              <a:rPr lang="en-US" altLang="ko-KR" sz="1600" dirty="0" err="1"/>
              <a:t>app_name</a:t>
            </a:r>
            <a:r>
              <a:rPr lang="en-US" altLang="ko-KR" sz="1600" dirty="0"/>
              <a:t>"</a:t>
            </a:r>
            <a:br>
              <a:rPr lang="en-US" altLang="ko-KR" sz="1600" dirty="0"/>
            </a:br>
            <a:r>
              <a:rPr lang="en-US" altLang="ko-KR" sz="1600" dirty="0"/>
              <a:t>    </a:t>
            </a:r>
            <a:r>
              <a:rPr lang="en-US" altLang="ko-KR" sz="1600" dirty="0" err="1"/>
              <a:t>android:theme</a:t>
            </a:r>
            <a:r>
              <a:rPr lang="en-US" altLang="ko-KR" sz="1600" dirty="0"/>
              <a:t>="@style/</a:t>
            </a:r>
            <a:r>
              <a:rPr lang="en-US" altLang="ko-KR" sz="1600" dirty="0" err="1"/>
              <a:t>AppTheme</a:t>
            </a:r>
            <a:r>
              <a:rPr lang="en-US" altLang="ko-KR" sz="1600" dirty="0"/>
              <a:t>" &gt;</a:t>
            </a:r>
            <a:br>
              <a:rPr lang="en-US" altLang="ko-KR" sz="1600" dirty="0"/>
            </a:br>
            <a:r>
              <a:rPr lang="en-US" altLang="ko-KR" sz="1600" dirty="0"/>
              <a:t/>
            </a:r>
            <a:br>
              <a:rPr lang="en-US" altLang="ko-KR" sz="1600" dirty="0"/>
            </a:br>
            <a:r>
              <a:rPr lang="en-US" altLang="ko-KR" sz="1600" dirty="0"/>
              <a:t>    &lt;meta-data</a:t>
            </a:r>
            <a:br>
              <a:rPr lang="en-US" altLang="ko-KR" sz="1600" dirty="0"/>
            </a:br>
            <a:r>
              <a:rPr lang="en-US" altLang="ko-KR" sz="1600" dirty="0"/>
              <a:t>        </a:t>
            </a:r>
            <a:r>
              <a:rPr lang="en-US" altLang="ko-KR" sz="1600" dirty="0" err="1"/>
              <a:t>android:name</a:t>
            </a:r>
            <a:r>
              <a:rPr lang="en-US" altLang="ko-KR" sz="1600" dirty="0"/>
              <a:t>="com.google.android.maps.v2.API_KEY"</a:t>
            </a:r>
            <a:br>
              <a:rPr lang="en-US" altLang="ko-KR" sz="1600" dirty="0"/>
            </a:br>
            <a:r>
              <a:rPr lang="en-US" altLang="ko-KR" sz="1600" dirty="0"/>
              <a:t>        </a:t>
            </a:r>
            <a:r>
              <a:rPr lang="en-US" altLang="ko-KR" sz="1600" dirty="0" err="1"/>
              <a:t>android:value</a:t>
            </a:r>
            <a:r>
              <a:rPr lang="en-US" altLang="ko-KR" sz="1600" dirty="0" smtClean="0"/>
              <a:t>=“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(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본인 구글 </a:t>
            </a:r>
            <a:r>
              <a:rPr lang="en-US" altLang="ko-KR" sz="1600" b="1" dirty="0" err="1" smtClean="0">
                <a:solidFill>
                  <a:srgbClr val="FF0000"/>
                </a:solidFill>
              </a:rPr>
              <a:t>api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키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)</a:t>
            </a:r>
            <a:r>
              <a:rPr lang="en-US" altLang="ko-KR" sz="1600" dirty="0" smtClean="0"/>
              <a:t>"/&gt;</a:t>
            </a:r>
          </a:p>
          <a:p>
            <a:pPr latinLnBrk="0"/>
            <a:endParaRPr lang="en-US" altLang="ko-KR" sz="1600" dirty="0">
              <a:solidFill>
                <a:srgbClr val="0066FF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/>
            <a:r>
              <a:rPr lang="en-US" altLang="ko-KR" sz="1600" dirty="0" smtClean="0">
                <a:solidFill>
                  <a:srgbClr val="0066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…</a:t>
            </a:r>
            <a:endParaRPr lang="ko-KR" altLang="ko-KR" sz="1600" dirty="0">
              <a:solidFill>
                <a:srgbClr val="0066FF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24" name="내용 개체 틀 5"/>
          <p:cNvSpPr txBox="1">
            <a:spLocks/>
          </p:cNvSpPr>
          <p:nvPr/>
        </p:nvSpPr>
        <p:spPr>
          <a:xfrm>
            <a:off x="14760" y="1548930"/>
            <a:ext cx="8229600" cy="464149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구글 </a:t>
            </a:r>
            <a:r>
              <a:rPr lang="en-US" altLang="ko-KR" dirty="0" smtClean="0"/>
              <a:t>API </a:t>
            </a:r>
            <a:r>
              <a:rPr lang="ko-KR" altLang="en-US" dirty="0" smtClean="0"/>
              <a:t>키 입력</a:t>
            </a:r>
            <a:endParaRPr lang="en-US" altLang="ko-KR" dirty="0" smtClean="0"/>
          </a:p>
        </p:txBody>
      </p:sp>
      <p:sp>
        <p:nvSpPr>
          <p:cNvPr id="25" name="내용 개체 틀 5"/>
          <p:cNvSpPr txBox="1">
            <a:spLocks/>
          </p:cNvSpPr>
          <p:nvPr/>
        </p:nvSpPr>
        <p:spPr>
          <a:xfrm>
            <a:off x="6061560" y="6032653"/>
            <a:ext cx="8229600" cy="464149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 smtClean="0"/>
              <a:t>( AndroidManifest.xml )</a:t>
            </a:r>
          </a:p>
        </p:txBody>
      </p:sp>
    </p:spTree>
    <p:extLst>
      <p:ext uri="{BB962C8B-B14F-4D97-AF65-F5344CB8AC3E}">
        <p14:creationId xmlns:p14="http://schemas.microsoft.com/office/powerpoint/2010/main" val="815739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23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MapView</a:t>
            </a:r>
            <a:r>
              <a:rPr lang="en-US" altLang="ko-KR" dirty="0"/>
              <a:t> in fragment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0" y="4599159"/>
            <a:ext cx="9283751" cy="163121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smtClean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 smtClean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</a:t>
            </a:r>
            <a:r>
              <a:rPr lang="en-US" altLang="ko-KR" sz="2000" dirty="0" err="1" smtClean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com.google.android.gms.maps.MapView</a:t>
            </a:r>
            <a:endParaRPr lang="en-US" altLang="ko-KR" sz="2000" dirty="0" smtClean="0">
              <a:solidFill>
                <a:schemeClr val="accent5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2000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2000" dirty="0" err="1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android:id</a:t>
            </a:r>
            <a:r>
              <a:rPr lang="en-US" altLang="ko-KR" sz="2000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 </a:t>
            </a:r>
            <a:r>
              <a:rPr lang="en-US" altLang="ko-KR" sz="2000" i="1" dirty="0" smtClean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"@+id/map"</a:t>
            </a:r>
            <a:endParaRPr lang="en-US" altLang="ko-KR" sz="2000" dirty="0" smtClean="0">
              <a:solidFill>
                <a:srgbClr val="005BE2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2000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2000" dirty="0" err="1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android:name</a:t>
            </a:r>
            <a:r>
              <a:rPr lang="en-US" altLang="ko-KR" sz="2000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 </a:t>
            </a:r>
            <a:r>
              <a:rPr lang="en-US" altLang="ko-KR" sz="2000" i="1" dirty="0" smtClean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2000" i="1" dirty="0" err="1" smtClean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com.google.android.gms.maps.MapFragment</a:t>
            </a:r>
            <a:r>
              <a:rPr lang="en-US" altLang="ko-KR" sz="2000" i="1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endParaRPr lang="en-US" altLang="ko-KR" sz="2000" dirty="0" smtClean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2000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2000" dirty="0" err="1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android:layout_width</a:t>
            </a:r>
            <a:r>
              <a:rPr lang="en-US" altLang="ko-KR" sz="2000" dirty="0" smtClean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2000" i="1" dirty="0" smtClean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2000" i="1" dirty="0" err="1" smtClean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match_parent</a:t>
            </a:r>
            <a:r>
              <a:rPr lang="en-US" altLang="ko-KR" sz="2000" i="1" dirty="0" smtClean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endParaRPr lang="en-US" altLang="ko-KR" sz="2000" dirty="0" smtClean="0">
              <a:solidFill>
                <a:srgbClr val="005BE2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2000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2000" dirty="0" err="1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android:layout_height</a:t>
            </a:r>
            <a:r>
              <a:rPr lang="en-US" altLang="ko-KR" sz="2000" dirty="0" smtClean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2000" i="1" dirty="0" smtClean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2000" i="1" dirty="0" err="1" smtClean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match_parent</a:t>
            </a:r>
            <a:r>
              <a:rPr lang="en-US" altLang="ko-KR" sz="2000" i="1" dirty="0" smtClean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x-none" altLang="ko-KR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/&gt;</a:t>
            </a:r>
            <a:endParaRPr lang="x-none" altLang="ko-KR" sz="20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1540" y="1262857"/>
            <a:ext cx="28552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err="1" smtClean="0">
                <a:solidFill>
                  <a:prstClr val="black"/>
                </a:solidFill>
              </a:rPr>
              <a:t>FragMap</a:t>
            </a:r>
            <a:endParaRPr lang="en-US" altLang="ko-KR" sz="2000" b="1" dirty="0" smtClean="0">
              <a:solidFill>
                <a:prstClr val="black"/>
              </a:solidFill>
            </a:endParaRPr>
          </a:p>
          <a:p>
            <a:r>
              <a:rPr lang="en-US" altLang="ko-KR" sz="2000" dirty="0" smtClean="0">
                <a:solidFill>
                  <a:prstClr val="black"/>
                </a:solidFill>
              </a:rPr>
              <a:t>/</a:t>
            </a:r>
            <a:r>
              <a:rPr lang="en-US" altLang="ko-KR" sz="2000" dirty="0">
                <a:solidFill>
                  <a:prstClr val="black"/>
                </a:solidFill>
              </a:rPr>
              <a:t>res/fragment_map.xml</a:t>
            </a:r>
            <a:endParaRPr lang="ko-KR" altLang="en-US" sz="2000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69876" y="1989575"/>
            <a:ext cx="9283751" cy="163121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&lt;fragment</a:t>
            </a:r>
          </a:p>
          <a:p>
            <a:r>
              <a:rPr lang="en-US" altLang="ko-KR" sz="20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2000" dirty="0" err="1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android:id</a:t>
            </a:r>
            <a:r>
              <a:rPr lang="en-US" altLang="ko-KR" sz="20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 </a:t>
            </a:r>
            <a:r>
              <a:rPr lang="en-US" altLang="ko-KR" sz="2000" i="1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"@+id/fragment1"</a:t>
            </a:r>
            <a:endParaRPr lang="en-US" altLang="ko-KR" sz="2000" dirty="0">
              <a:solidFill>
                <a:srgbClr val="005BE2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20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2000" dirty="0" err="1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android:name</a:t>
            </a:r>
            <a:r>
              <a:rPr lang="en-US" altLang="ko-KR" sz="20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 </a:t>
            </a:r>
            <a:r>
              <a:rPr lang="en-US" altLang="ko-KR" sz="2000" i="1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2000" i="1" dirty="0" err="1" smtClean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com.example.vrlab.fragmap.Map</a:t>
            </a:r>
            <a:r>
              <a:rPr lang="en-US" altLang="ko-KR" sz="2000" i="1" dirty="0" smtClean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”</a:t>
            </a:r>
            <a:endParaRPr lang="en-US" altLang="ko-KR" sz="20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20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2000" dirty="0" err="1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android:layout_width</a:t>
            </a:r>
            <a:r>
              <a:rPr lang="en-US" altLang="ko-KR" sz="200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2000" i="1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2000" i="1" dirty="0" err="1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match_parent</a:t>
            </a:r>
            <a:r>
              <a:rPr lang="en-US" altLang="ko-KR" sz="2000" i="1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endParaRPr lang="en-US" altLang="ko-KR" sz="2000" dirty="0">
              <a:solidFill>
                <a:srgbClr val="005BE2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20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2000" dirty="0" err="1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android:layout_height</a:t>
            </a:r>
            <a:r>
              <a:rPr lang="en-US" altLang="ko-KR" sz="200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2000" i="1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2000" i="1" dirty="0" err="1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match_parent</a:t>
            </a:r>
            <a:r>
              <a:rPr lang="en-US" altLang="ko-KR" sz="2000" i="1" dirty="0" smtClean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x-none" altLang="ko-KR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/&gt;</a:t>
            </a:r>
            <a:endParaRPr lang="x-none" altLang="ko-KR" sz="20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1540" y="3756032"/>
            <a:ext cx="27334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err="1" smtClean="0">
                <a:solidFill>
                  <a:prstClr val="black"/>
                </a:solidFill>
              </a:rPr>
              <a:t>FragMap</a:t>
            </a:r>
            <a:endParaRPr lang="en-US" altLang="ko-KR" sz="2000" b="1" dirty="0" smtClean="0">
              <a:solidFill>
                <a:prstClr val="black"/>
              </a:solidFill>
            </a:endParaRPr>
          </a:p>
          <a:p>
            <a:r>
              <a:rPr lang="en-US" altLang="ko-KR" sz="2000" dirty="0" smtClean="0">
                <a:solidFill>
                  <a:prstClr val="black"/>
                </a:solidFill>
              </a:rPr>
              <a:t>/res/activity_main.xml</a:t>
            </a:r>
            <a:endParaRPr lang="ko-KR" altLang="en-US" sz="2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914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24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MapView</a:t>
            </a:r>
            <a:r>
              <a:rPr lang="en-US" altLang="ko-KR" dirty="0"/>
              <a:t> in fragment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97230" y="1324404"/>
            <a:ext cx="17134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err="1" smtClean="0">
                <a:solidFill>
                  <a:prstClr val="black"/>
                </a:solidFill>
              </a:rPr>
              <a:t>FragMap</a:t>
            </a:r>
            <a:endParaRPr lang="en-US" altLang="ko-KR" sz="2000" b="1" dirty="0" smtClean="0">
              <a:solidFill>
                <a:prstClr val="black"/>
              </a:solidFill>
            </a:endParaRPr>
          </a:p>
          <a:p>
            <a:r>
              <a:rPr lang="en-US" altLang="ko-KR" sz="2000" dirty="0" smtClean="0">
                <a:solidFill>
                  <a:prstClr val="black"/>
                </a:solidFill>
              </a:rPr>
              <a:t>/</a:t>
            </a:r>
            <a:r>
              <a:rPr lang="en-US" altLang="ko-KR" sz="2000" dirty="0" err="1" smtClean="0">
                <a:solidFill>
                  <a:prstClr val="black"/>
                </a:solidFill>
              </a:rPr>
              <a:t>src</a:t>
            </a:r>
            <a:r>
              <a:rPr lang="en-US" altLang="ko-KR" sz="2000" dirty="0" smtClean="0">
                <a:solidFill>
                  <a:prstClr val="black"/>
                </a:solidFill>
              </a:rPr>
              <a:t>/Map.java</a:t>
            </a:r>
            <a:endParaRPr lang="ko-KR" altLang="en-US" sz="2000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1" y="2103478"/>
            <a:ext cx="9105253" cy="40934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public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class </a:t>
            </a:r>
            <a:r>
              <a:rPr lang="en-US" altLang="ko-KR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Map </a:t>
            </a:r>
            <a:r>
              <a:rPr lang="en-US" altLang="ko-KR" sz="2000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extends</a:t>
            </a:r>
            <a:r>
              <a:rPr lang="en-US" altLang="ko-KR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Fragment </a:t>
            </a:r>
            <a:r>
              <a:rPr lang="en-US" altLang="ko-KR" sz="20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implements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OnMapReadyCallback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{</a:t>
            </a:r>
          </a:p>
          <a:p>
            <a:endParaRPr lang="en-US" altLang="ko-KR" sz="2000" dirty="0" smtClean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20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private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</a:t>
            </a:r>
            <a:r>
              <a:rPr lang="en-US" altLang="ko-KR" sz="2000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MapView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mapView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  <a:endParaRPr lang="ko-KR" altLang="en-US" sz="20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@Override</a:t>
            </a:r>
          </a:p>
          <a:p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20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public 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View 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onCreateView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LayoutInflater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inflater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ViewGroup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container</a:t>
            </a:r>
            <a:r>
              <a:rPr lang="en-US" altLang="ko-KR" sz="2000" dirty="0" smtClean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</a:t>
            </a:r>
          </a:p>
          <a:p>
            <a:r>
              <a:rPr lang="en-US" altLang="ko-KR" sz="2000" dirty="0" smtClean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				Bundle 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savedInstanceState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 {</a:t>
            </a:r>
            <a:endParaRPr lang="en-US" altLang="ko-KR" sz="2000" dirty="0" smtClean="0">
              <a:solidFill>
                <a:schemeClr val="tx1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 smtClean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View 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rootView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 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inflater.inflate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R.layout.fragment_map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container, false);</a:t>
            </a:r>
          </a:p>
          <a:p>
            <a:r>
              <a:rPr lang="en-US" altLang="ko-KR" sz="2000" dirty="0" smtClean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mapView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 (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MapView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rootView.findViewById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R.id.map</a:t>
            </a:r>
            <a:r>
              <a:rPr lang="en-US" altLang="ko-KR" sz="2000" dirty="0" smtClean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en-US" altLang="ko-KR" sz="2000" dirty="0" smtClean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mapView.onCreate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savedInstanceState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en-US" altLang="ko-KR" sz="2000" dirty="0" smtClean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mapView.onResume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();</a:t>
            </a:r>
            <a:endParaRPr lang="en-US" altLang="ko-KR" sz="2000" dirty="0" smtClean="0">
              <a:solidFill>
                <a:schemeClr val="tx1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2000" dirty="0" smtClean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mapView.getMapAsync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20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this</a:t>
            </a:r>
            <a:r>
              <a:rPr lang="en-US" altLang="ko-KR" sz="2000" dirty="0" smtClean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en-US" altLang="ko-KR" sz="2000" dirty="0" smtClean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</a:t>
            </a:r>
            <a:r>
              <a:rPr lang="en-US" altLang="ko-KR" sz="20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return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rootView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</a:p>
          <a:p>
            <a:r>
              <a:rPr lang="en-US" altLang="ko-KR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  <a:endParaRPr lang="en-US" altLang="ko-KR" sz="20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3543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25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MapView</a:t>
            </a:r>
            <a:r>
              <a:rPr lang="en-US" altLang="ko-KR" dirty="0"/>
              <a:t> in fragment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97230" y="1324404"/>
            <a:ext cx="17134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err="1" smtClean="0">
                <a:solidFill>
                  <a:prstClr val="black"/>
                </a:solidFill>
              </a:rPr>
              <a:t>FragMap</a:t>
            </a:r>
            <a:endParaRPr lang="en-US" altLang="ko-KR" sz="2000" b="1" dirty="0" smtClean="0">
              <a:solidFill>
                <a:prstClr val="black"/>
              </a:solidFill>
            </a:endParaRPr>
          </a:p>
          <a:p>
            <a:r>
              <a:rPr lang="en-US" altLang="ko-KR" sz="2000" dirty="0" smtClean="0">
                <a:solidFill>
                  <a:prstClr val="black"/>
                </a:solidFill>
              </a:rPr>
              <a:t>/</a:t>
            </a:r>
            <a:r>
              <a:rPr lang="en-US" altLang="ko-KR" sz="2000" dirty="0" err="1" smtClean="0">
                <a:solidFill>
                  <a:prstClr val="black"/>
                </a:solidFill>
              </a:rPr>
              <a:t>src</a:t>
            </a:r>
            <a:r>
              <a:rPr lang="en-US" altLang="ko-KR" sz="2000" dirty="0" smtClean="0">
                <a:solidFill>
                  <a:prstClr val="black"/>
                </a:solidFill>
              </a:rPr>
              <a:t>/Map.java</a:t>
            </a:r>
            <a:endParaRPr lang="ko-KR" altLang="en-US" sz="2000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1" y="2103478"/>
            <a:ext cx="9105253" cy="40934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public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class </a:t>
            </a:r>
            <a:r>
              <a:rPr lang="en-US" altLang="ko-KR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Map </a:t>
            </a:r>
            <a:r>
              <a:rPr lang="en-US" altLang="ko-KR" sz="2000" dirty="0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extends</a:t>
            </a:r>
            <a:r>
              <a:rPr lang="en-US" altLang="ko-KR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Fragment </a:t>
            </a:r>
            <a:r>
              <a:rPr lang="en-US" altLang="ko-KR" sz="20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implements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OnMapReadyCallback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{</a:t>
            </a:r>
          </a:p>
          <a:p>
            <a:endParaRPr lang="en-US" altLang="ko-KR" sz="2000" dirty="0" smtClean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20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private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</a:t>
            </a:r>
            <a:r>
              <a:rPr lang="en-US" altLang="ko-KR" sz="2000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MapView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mapView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  <a:endParaRPr lang="ko-KR" altLang="en-US" sz="20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@Override</a:t>
            </a:r>
          </a:p>
          <a:p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20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public 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View 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onCreateView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LayoutInflater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inflater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ViewGroup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container</a:t>
            </a:r>
            <a:r>
              <a:rPr lang="en-US" altLang="ko-KR" sz="2000" dirty="0" smtClean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</a:t>
            </a:r>
          </a:p>
          <a:p>
            <a:r>
              <a:rPr lang="en-US" altLang="ko-KR" sz="2000" dirty="0" smtClean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				Bundle 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savedInstanceState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 {</a:t>
            </a:r>
            <a:endParaRPr lang="en-US" altLang="ko-KR" sz="2000" dirty="0" smtClean="0">
              <a:solidFill>
                <a:schemeClr val="tx1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 smtClean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View 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rootView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 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inflater.inflate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R.layout.fragment_map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container, false);</a:t>
            </a:r>
          </a:p>
          <a:p>
            <a:r>
              <a:rPr lang="en-US" altLang="ko-KR" sz="2000" dirty="0" smtClean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mapView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 (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MapView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rootView.findViewById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R.id.map</a:t>
            </a:r>
            <a:r>
              <a:rPr lang="en-US" altLang="ko-KR" sz="2000" dirty="0" smtClean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en-US" altLang="ko-KR" sz="2000" dirty="0" smtClean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mapView.onCreate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savedInstanceState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en-US" altLang="ko-KR" sz="2000" dirty="0" smtClean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mapView.onResume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();</a:t>
            </a:r>
            <a:endParaRPr lang="en-US" altLang="ko-KR" sz="2000" dirty="0" smtClean="0">
              <a:solidFill>
                <a:schemeClr val="tx1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2000" dirty="0" smtClean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mapView.getMapAsync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20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this</a:t>
            </a:r>
            <a:r>
              <a:rPr lang="en-US" altLang="ko-KR" sz="2000" dirty="0" smtClean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en-US" altLang="ko-KR" sz="2000" dirty="0" smtClean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</a:t>
            </a:r>
            <a:r>
              <a:rPr lang="en-US" altLang="ko-KR" sz="20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return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rootView</a:t>
            </a:r>
            <a:r>
              <a:rPr lang="en-US" altLang="ko-KR" sz="2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</a:p>
          <a:p>
            <a:r>
              <a:rPr lang="en-US" altLang="ko-KR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}</a:t>
            </a:r>
            <a:endParaRPr lang="en-US" altLang="ko-KR" sz="20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476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26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MapView</a:t>
            </a:r>
            <a:r>
              <a:rPr lang="en-US" altLang="ko-KR" dirty="0"/>
              <a:t> in fragment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97230" y="1324404"/>
            <a:ext cx="17134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err="1" smtClean="0">
                <a:solidFill>
                  <a:prstClr val="black"/>
                </a:solidFill>
              </a:rPr>
              <a:t>FragMap</a:t>
            </a:r>
            <a:endParaRPr lang="en-US" altLang="ko-KR" sz="2000" b="1" dirty="0" smtClean="0">
              <a:solidFill>
                <a:prstClr val="black"/>
              </a:solidFill>
            </a:endParaRPr>
          </a:p>
          <a:p>
            <a:r>
              <a:rPr lang="en-US" altLang="ko-KR" sz="2000" dirty="0" smtClean="0">
                <a:solidFill>
                  <a:prstClr val="black"/>
                </a:solidFill>
              </a:rPr>
              <a:t>/</a:t>
            </a:r>
            <a:r>
              <a:rPr lang="en-US" altLang="ko-KR" sz="2000" dirty="0" err="1" smtClean="0">
                <a:solidFill>
                  <a:prstClr val="black"/>
                </a:solidFill>
              </a:rPr>
              <a:t>src</a:t>
            </a:r>
            <a:r>
              <a:rPr lang="en-US" altLang="ko-KR" sz="2000" dirty="0" smtClean="0">
                <a:solidFill>
                  <a:prstClr val="black"/>
                </a:solidFill>
              </a:rPr>
              <a:t>/Map.java</a:t>
            </a:r>
            <a:endParaRPr lang="ko-KR" altLang="en-US" sz="2000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1" y="2103478"/>
            <a:ext cx="9105253" cy="2246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@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Override</a:t>
            </a:r>
          </a:p>
          <a:p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public void </a:t>
            </a:r>
            <a:r>
              <a:rPr lang="en-US" altLang="ko-KR" sz="2000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onMapReady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2000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GoogleMap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googleMap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 </a:t>
            </a:r>
            <a:r>
              <a:rPr lang="en-US" altLang="ko-KR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{</a:t>
            </a:r>
          </a:p>
          <a:p>
            <a:r>
              <a:rPr lang="en-US" altLang="ko-KR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</a:t>
            </a:r>
            <a:r>
              <a:rPr lang="en-US" altLang="ko-KR" sz="2000" dirty="0" smtClean="0">
                <a:solidFill>
                  <a:schemeClr val="bg1">
                    <a:lumMod val="6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// Make map’s setting here</a:t>
            </a:r>
            <a:r>
              <a:rPr lang="en-US" altLang="ko-KR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         </a:t>
            </a:r>
          </a:p>
          <a:p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</a:t>
            </a:r>
            <a:r>
              <a:rPr lang="en-US" altLang="ko-KR" sz="2000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googleMap.moveCamera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2000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CameraUpdateFactory.newLatLngZoom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(new </a:t>
            </a:r>
            <a:r>
              <a:rPr lang="en-US" altLang="ko-KR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				</a:t>
            </a:r>
            <a:r>
              <a:rPr lang="en-US" altLang="ko-KR" sz="2000" dirty="0" err="1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LatLng</a:t>
            </a:r>
            <a:r>
              <a:rPr lang="en-US" altLang="ko-KR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(35.886869</a:t>
            </a:r>
            <a:r>
              <a:rPr lang="en-US" altLang="ko-KR" sz="2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128.608408), 16));</a:t>
            </a:r>
          </a:p>
          <a:p>
            <a:r>
              <a:rPr lang="en-US" altLang="ko-KR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}</a:t>
            </a:r>
          </a:p>
          <a:p>
            <a:r>
              <a:rPr lang="en-US" altLang="ko-KR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  <a:endParaRPr lang="en-US" altLang="ko-KR" sz="20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7579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27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MapView</a:t>
            </a:r>
            <a:r>
              <a:rPr lang="en-US" altLang="ko-KR" dirty="0"/>
              <a:t> in fragment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187" y="1307688"/>
            <a:ext cx="3857625" cy="504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589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28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46000</TotalTime>
  <Words>724</Words>
  <Application>Microsoft Office PowerPoint</Application>
  <PresentationFormat>화면 슬라이드 쇼(4:3)</PresentationFormat>
  <Paragraphs>272</Paragraphs>
  <Slides>28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7" baseType="lpstr">
      <vt:lpstr>Arial Unicode MS</vt:lpstr>
      <vt:lpstr>HY중고딕</vt:lpstr>
      <vt:lpstr>맑은 고딕</vt:lpstr>
      <vt:lpstr>Arial</vt:lpstr>
      <vt:lpstr>Calibri</vt:lpstr>
      <vt:lpstr>Century Gothic</vt:lpstr>
      <vt:lpstr>Courier New</vt:lpstr>
      <vt:lpstr>Palatino Linotype</vt:lpstr>
      <vt:lpstr>Executive</vt:lpstr>
      <vt:lpstr>위치기반서비스</vt:lpstr>
      <vt:lpstr>MapView</vt:lpstr>
      <vt:lpstr>Google Maps</vt:lpstr>
      <vt:lpstr>API Key 생성</vt:lpstr>
      <vt:lpstr>API Key 생성</vt:lpstr>
      <vt:lpstr>API Key 생성</vt:lpstr>
      <vt:lpstr>API Key 생성</vt:lpstr>
      <vt:lpstr>API Key 생성</vt:lpstr>
      <vt:lpstr>API Key 생성</vt:lpstr>
      <vt:lpstr>Gradle 변경</vt:lpstr>
      <vt:lpstr>Attributes 변경</vt:lpstr>
      <vt:lpstr>Attributes 변경</vt:lpstr>
      <vt:lpstr>MapView</vt:lpstr>
      <vt:lpstr>MapView</vt:lpstr>
      <vt:lpstr>MapView</vt:lpstr>
      <vt:lpstr>MapView</vt:lpstr>
      <vt:lpstr>MapView</vt:lpstr>
      <vt:lpstr>MapView</vt:lpstr>
      <vt:lpstr>MapView</vt:lpstr>
      <vt:lpstr>MapView</vt:lpstr>
      <vt:lpstr>MapView in fragment</vt:lpstr>
      <vt:lpstr>MapView in fragment</vt:lpstr>
      <vt:lpstr>MapView in fragment</vt:lpstr>
      <vt:lpstr>MapView in fragment</vt:lpstr>
      <vt:lpstr>MapView in fragment</vt:lpstr>
      <vt:lpstr>MapView in fragment</vt:lpstr>
      <vt:lpstr>MapView in fragment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정기숙</cp:lastModifiedBy>
  <cp:revision>2179</cp:revision>
  <cp:lastPrinted>2011-04-25T22:15:32Z</cp:lastPrinted>
  <dcterms:created xsi:type="dcterms:W3CDTF">2010-10-12T07:50:15Z</dcterms:created>
  <dcterms:modified xsi:type="dcterms:W3CDTF">2017-11-28T04:52:03Z</dcterms:modified>
</cp:coreProperties>
</file>