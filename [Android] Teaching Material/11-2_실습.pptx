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12"/>
  </p:notesMasterIdLst>
  <p:sldIdLst>
    <p:sldId id="256" r:id="rId2"/>
    <p:sldId id="593" r:id="rId3"/>
    <p:sldId id="525" r:id="rId4"/>
    <p:sldId id="594" r:id="rId5"/>
    <p:sldId id="592" r:id="rId6"/>
    <p:sldId id="595" r:id="rId7"/>
    <p:sldId id="552" r:id="rId8"/>
    <p:sldId id="596" r:id="rId9"/>
    <p:sldId id="597" r:id="rId10"/>
    <p:sldId id="591" r:id="rId11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224">
          <p15:clr>
            <a:srgbClr val="A4A3A4"/>
          </p15:clr>
        </p15:guide>
        <p15:guide id="2" pos="223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9" autoAdjust="0"/>
    <p:restoredTop sz="78515" autoAdjust="0"/>
  </p:normalViewPr>
  <p:slideViewPr>
    <p:cSldViewPr snapToGrid="0">
      <p:cViewPr varScale="1">
        <p:scale>
          <a:sx n="90" d="100"/>
          <a:sy n="90" d="100"/>
        </p:scale>
        <p:origin x="-224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9687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79" tIns="47540" rIns="95079" bIns="4754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vert="horz" lIns="95079" tIns="47540" rIns="95079" bIns="4754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309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>
                <a:solidFill>
                  <a:prstClr val="black"/>
                </a:solidFill>
              </a:rPr>
              <a:pPr/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195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066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>
                <a:solidFill>
                  <a:prstClr val="black"/>
                </a:solidFill>
              </a:rPr>
              <a:pPr/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57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957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>
                <a:solidFill>
                  <a:prstClr val="black"/>
                </a:solidFill>
              </a:rPr>
              <a:pPr/>
              <a:t>7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195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301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53976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73978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34068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425758"/>
            <a:chOff x="983729" y="101774"/>
            <a:chExt cx="1474704" cy="425758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4257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  <a:p>
              <a:pPr>
                <a:lnSpc>
                  <a:spcPts val="1300"/>
                </a:lnSpc>
              </a:pP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실습 </a:t>
            </a:r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#11_1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/>
          </a:p>
          <a:p>
            <a:r>
              <a:rPr lang="en-US" altLang="ko-KR" smtClean="0"/>
              <a:t>School </a:t>
            </a:r>
            <a:r>
              <a:rPr lang="en-US" altLang="ko-KR" dirty="0" smtClean="0"/>
              <a:t>of Computer Science and Engineering</a:t>
            </a:r>
          </a:p>
          <a:p>
            <a:r>
              <a:rPr lang="en-US" altLang="ko-KR" dirty="0" smtClean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#11_1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Graphic3D_1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31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</a:t>
            </a:r>
            <a:r>
              <a:rPr lang="en-US" altLang="ko-KR" dirty="0" smtClean="0"/>
              <a:t>#11_1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아래와 같이 삼각형과 사각형을 함께 출력해 봅시다</a:t>
            </a:r>
            <a:r>
              <a:rPr lang="en-US" altLang="ko-KR" dirty="0" smtClean="0"/>
              <a:t>.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830" y="2148840"/>
            <a:ext cx="2692908" cy="4488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706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#11_2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Graphic3D_2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1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</a:t>
            </a:r>
            <a:r>
              <a:rPr lang="en-US" altLang="ko-KR" dirty="0" smtClean="0"/>
              <a:t>#11_2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아래와 같이 삼각형과 사각형을 함께 회전시켜 봅시다</a:t>
            </a:r>
            <a:r>
              <a:rPr lang="en-US" altLang="ko-KR" dirty="0" smtClean="0"/>
              <a:t>.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5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4" t="6054" r="46460" b="3811"/>
          <a:stretch/>
        </p:blipFill>
        <p:spPr bwMode="auto">
          <a:xfrm>
            <a:off x="3107594" y="2011679"/>
            <a:ext cx="2847436" cy="4722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8187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#11_3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Graphic3D_3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6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137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</a:t>
            </a:r>
            <a:r>
              <a:rPr lang="en-US" altLang="ko-KR" dirty="0" smtClean="0"/>
              <a:t>#11_3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 smtClean="0"/>
              <a:t>아래와 같이 피라미드를 만들어 봅시다</a:t>
            </a:r>
            <a:r>
              <a:rPr lang="en-US" altLang="ko-KR" dirty="0" smtClean="0"/>
              <a:t>.</a:t>
            </a:r>
          </a:p>
          <a:p>
            <a:pPr marL="685800" lvl="1"/>
            <a:r>
              <a:rPr lang="en-US" altLang="ko-KR" dirty="0" smtClean="0"/>
              <a:t>Pyramid.java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7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2" t="29059" r="47081" b="14573"/>
          <a:stretch/>
        </p:blipFill>
        <p:spPr bwMode="auto">
          <a:xfrm>
            <a:off x="4812030" y="2158914"/>
            <a:ext cx="3943350" cy="416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165860" y="2284645"/>
            <a:ext cx="4314001" cy="16004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static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vertices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[] =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0.0f,  1.0f,  0.0f,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//Top (0)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-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1.0f, -1.0f,  1.0f,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//Front Left (1)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1.0f, -1.0f,  1.0f,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//Front Right (2)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1.0f, -1.0f, -1.0f,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//Back Right (3)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-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1.0f, -1.0f, -1.0f 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//Back Left (4)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};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</p:spTree>
    <p:extLst>
      <p:ext uri="{BB962C8B-B14F-4D97-AF65-F5344CB8AC3E}">
        <p14:creationId xmlns:p14="http://schemas.microsoft.com/office/powerpoint/2010/main" val="1958202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실습 후 주의사항</a:t>
            </a:r>
            <a:endParaRPr lang="ko-KR" altLang="en-US" sz="4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  <a:p>
            <a:r>
              <a:rPr lang="ko-KR" altLang="en-US" dirty="0" smtClean="0"/>
              <a:t>실습을 완료하고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</a:t>
            </a:r>
          </a:p>
          <a:p>
            <a:endParaRPr lang="en-US" altLang="ko-KR" dirty="0"/>
          </a:p>
          <a:p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 </a:t>
            </a:r>
            <a:r>
              <a:rPr lang="ko-KR" altLang="en-US" dirty="0" smtClean="0"/>
              <a:t>완료하면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b="1" u="sng" dirty="0" smtClean="0">
                <a:solidFill>
                  <a:srgbClr val="FF0000"/>
                </a:solidFill>
              </a:rPr>
              <a:t>반드시 자리에서 프로젝트 파일 및 </a:t>
            </a:r>
            <a:r>
              <a:rPr lang="ko-KR" altLang="en-US" b="1" u="sng" dirty="0" err="1" smtClean="0">
                <a:solidFill>
                  <a:srgbClr val="FF0000"/>
                </a:solidFill>
              </a:rPr>
              <a:t>캡쳐화면</a:t>
            </a:r>
            <a:r>
              <a:rPr lang="ko-KR" altLang="en-US" b="1" u="sng" dirty="0" smtClean="0">
                <a:solidFill>
                  <a:srgbClr val="FF0000"/>
                </a:solidFill>
              </a:rPr>
              <a:t>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b="1" u="sng" dirty="0">
              <a:solidFill>
                <a:srgbClr val="FF0000"/>
              </a:solidFill>
            </a:endParaRPr>
          </a:p>
          <a:p>
            <a:r>
              <a:rPr lang="ko-KR" altLang="en-US" b="1" u="sng" dirty="0" smtClean="0">
                <a:solidFill>
                  <a:srgbClr val="FF0000"/>
                </a:solidFill>
              </a:rPr>
              <a:t>에뮬레이터 내의 애플리케이션도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파일이 남아 있을 경우 감점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754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제출형식</a:t>
            </a:r>
            <a:endParaRPr lang="en-US" altLang="ko-KR" dirty="0"/>
          </a:p>
          <a:p>
            <a:pPr lvl="1"/>
            <a:r>
              <a:rPr lang="ko-KR" altLang="en-US" dirty="0" smtClean="0"/>
              <a:t>주어진 문제의 기능을 보여주는 화면을 </a:t>
            </a:r>
            <a:r>
              <a:rPr lang="ko-KR" altLang="en-US" dirty="0" err="1" smtClean="0"/>
              <a:t>캡쳐한</a:t>
            </a:r>
            <a:r>
              <a:rPr lang="ko-KR" altLang="en-US" dirty="0" smtClean="0"/>
              <a:t> 보고서 작성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소스파일과 보고서를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제출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주의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마감 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다음 수업 전날 자정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만점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ko-KR" altLang="en-US" dirty="0"/>
              <a:t>이후 제출은 채점대상에서 제외함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9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11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486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40582</TotalTime>
  <Words>202</Words>
  <Application>Microsoft Office PowerPoint</Application>
  <PresentationFormat>화면 슬라이드 쇼(4:3)</PresentationFormat>
  <Paragraphs>59</Paragraphs>
  <Slides>10</Slides>
  <Notes>8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Executive</vt:lpstr>
      <vt:lpstr>실습 #11_1</vt:lpstr>
      <vt:lpstr>Practice #11_1</vt:lpstr>
      <vt:lpstr>Practice #11_1</vt:lpstr>
      <vt:lpstr>Practice #11_2</vt:lpstr>
      <vt:lpstr>Practice #11_2</vt:lpstr>
      <vt:lpstr>Practice #11_3</vt:lpstr>
      <vt:lpstr>Practice #11_3</vt:lpstr>
      <vt:lpstr>실습 후 주의사항</vt:lpstr>
      <vt:lpstr>제출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1918</cp:revision>
  <cp:lastPrinted>2011-04-25T22:15:32Z</cp:lastPrinted>
  <dcterms:created xsi:type="dcterms:W3CDTF">2010-10-12T07:50:15Z</dcterms:created>
  <dcterms:modified xsi:type="dcterms:W3CDTF">2017-11-28T08:29:22Z</dcterms:modified>
</cp:coreProperties>
</file>