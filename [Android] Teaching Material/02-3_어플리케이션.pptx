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6"/>
  </p:notesMasterIdLst>
  <p:sldIdLst>
    <p:sldId id="256" r:id="rId2"/>
    <p:sldId id="303" r:id="rId3"/>
    <p:sldId id="309" r:id="rId4"/>
    <p:sldId id="306" r:id="rId5"/>
    <p:sldId id="307" r:id="rId6"/>
    <p:sldId id="305" r:id="rId7"/>
    <p:sldId id="308" r:id="rId8"/>
    <p:sldId id="310" r:id="rId9"/>
    <p:sldId id="312" r:id="rId10"/>
    <p:sldId id="311" r:id="rId11"/>
    <p:sldId id="313" r:id="rId12"/>
    <p:sldId id="315" r:id="rId13"/>
    <p:sldId id="314" r:id="rId14"/>
    <p:sldId id="399" r:id="rId15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9" autoAdjust="0"/>
    <p:restoredTop sz="75433" autoAdjust="0"/>
  </p:normalViewPr>
  <p:slideViewPr>
    <p:cSldViewPr snapToGrid="0">
      <p:cViewPr varScale="1">
        <p:scale>
          <a:sx n="116" d="100"/>
          <a:sy n="116" d="100"/>
        </p:scale>
        <p:origin x="-149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A89139-BF73-427B-A977-D906750D8F19}" type="doc">
      <dgm:prSet loTypeId="urn:microsoft.com/office/officeart/2005/8/layout/vList5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EB29C412-B795-4EAE-996D-E1B7224A18EA}">
      <dgm:prSet phldrT="[텍스트]"/>
      <dgm:spPr/>
      <dgm:t>
        <a:bodyPr/>
        <a:lstStyle/>
        <a:p>
          <a:pPr latinLnBrk="1"/>
          <a:r>
            <a:rPr lang="en-US" altLang="ko-KR" dirty="0" smtClean="0"/>
            <a:t>Foreground</a:t>
          </a:r>
          <a:br>
            <a:rPr lang="en-US" altLang="ko-KR" dirty="0" smtClean="0"/>
          </a:br>
          <a:r>
            <a:rPr lang="en-US" altLang="ko-KR" dirty="0" smtClean="0"/>
            <a:t>Process</a:t>
          </a:r>
          <a:endParaRPr lang="ko-KR" altLang="en-US" dirty="0"/>
        </a:p>
      </dgm:t>
    </dgm:pt>
    <dgm:pt modelId="{3C488A73-B0A3-448E-9CFA-F6B66EC7B346}" type="parTrans" cxnId="{ADAFCCEE-B9CB-4785-9619-9358886F62CB}">
      <dgm:prSet/>
      <dgm:spPr/>
      <dgm:t>
        <a:bodyPr/>
        <a:lstStyle/>
        <a:p>
          <a:pPr latinLnBrk="1"/>
          <a:endParaRPr lang="ko-KR" altLang="en-US"/>
        </a:p>
      </dgm:t>
    </dgm:pt>
    <dgm:pt modelId="{AAF2CD27-A2FE-460B-9047-F29AE455C19B}" type="sibTrans" cxnId="{ADAFCCEE-B9CB-4785-9619-9358886F62CB}">
      <dgm:prSet/>
      <dgm:spPr/>
      <dgm:t>
        <a:bodyPr/>
        <a:lstStyle/>
        <a:p>
          <a:pPr latinLnBrk="1"/>
          <a:endParaRPr lang="ko-KR" altLang="en-US"/>
        </a:p>
      </dgm:t>
    </dgm:pt>
    <dgm:pt modelId="{E3C29B5C-1D09-423D-AD4F-7519B45125F5}">
      <dgm:prSet phldrT="[텍스트]"/>
      <dgm:spPr/>
      <dgm:t>
        <a:bodyPr/>
        <a:lstStyle/>
        <a:p>
          <a:pPr latinLnBrk="1"/>
          <a:r>
            <a:rPr lang="ko-KR" altLang="en-US" dirty="0" smtClean="0"/>
            <a:t>활성화 되어 있는 </a:t>
          </a:r>
          <a:r>
            <a:rPr lang="en-US" altLang="ko-KR" dirty="0" smtClean="0"/>
            <a:t>Activity</a:t>
          </a:r>
          <a:r>
            <a:rPr lang="ko-KR" altLang="en-US" dirty="0" smtClean="0"/>
            <a:t>를 가진 프로세스</a:t>
          </a:r>
          <a:endParaRPr lang="ko-KR" altLang="en-US" dirty="0"/>
        </a:p>
      </dgm:t>
    </dgm:pt>
    <dgm:pt modelId="{E8F26D4C-D360-42CD-B2CA-DE04D7885CB2}" type="parTrans" cxnId="{240681E0-2366-41B3-823C-FFFD981CE82F}">
      <dgm:prSet/>
      <dgm:spPr/>
      <dgm:t>
        <a:bodyPr/>
        <a:lstStyle/>
        <a:p>
          <a:pPr latinLnBrk="1"/>
          <a:endParaRPr lang="ko-KR" altLang="en-US"/>
        </a:p>
      </dgm:t>
    </dgm:pt>
    <dgm:pt modelId="{B2413B76-FDA9-4760-B6A6-C28FF1E963E9}" type="sibTrans" cxnId="{240681E0-2366-41B3-823C-FFFD981CE82F}">
      <dgm:prSet/>
      <dgm:spPr/>
      <dgm:t>
        <a:bodyPr/>
        <a:lstStyle/>
        <a:p>
          <a:pPr latinLnBrk="1"/>
          <a:endParaRPr lang="ko-KR" altLang="en-US"/>
        </a:p>
      </dgm:t>
    </dgm:pt>
    <dgm:pt modelId="{2D6DA405-5C72-47F9-9CC4-C76F6666DACB}">
      <dgm:prSet phldrT="[텍스트]"/>
      <dgm:spPr/>
      <dgm:t>
        <a:bodyPr/>
        <a:lstStyle/>
        <a:p>
          <a:pPr latinLnBrk="1"/>
          <a:r>
            <a:rPr lang="ko-KR" altLang="en-US" dirty="0" smtClean="0"/>
            <a:t>활성화 유지가 힘들 정도로 메모리가 부족할 경우에만 종료</a:t>
          </a:r>
          <a:endParaRPr lang="ko-KR" altLang="en-US" dirty="0"/>
        </a:p>
      </dgm:t>
    </dgm:pt>
    <dgm:pt modelId="{06F6A1D1-A641-42BA-8BD4-804340928DB0}" type="parTrans" cxnId="{E84AA4A3-B69F-4C00-95C2-34F797A6B962}">
      <dgm:prSet/>
      <dgm:spPr/>
      <dgm:t>
        <a:bodyPr/>
        <a:lstStyle/>
        <a:p>
          <a:pPr latinLnBrk="1"/>
          <a:endParaRPr lang="ko-KR" altLang="en-US"/>
        </a:p>
      </dgm:t>
    </dgm:pt>
    <dgm:pt modelId="{82699F05-85B8-4F1F-B9CA-6CC5459CB988}" type="sibTrans" cxnId="{E84AA4A3-B69F-4C00-95C2-34F797A6B962}">
      <dgm:prSet/>
      <dgm:spPr/>
      <dgm:t>
        <a:bodyPr/>
        <a:lstStyle/>
        <a:p>
          <a:pPr latinLnBrk="1"/>
          <a:endParaRPr lang="ko-KR" altLang="en-US"/>
        </a:p>
      </dgm:t>
    </dgm:pt>
    <dgm:pt modelId="{9CB9FCC1-2613-497D-BA10-974C77B6879B}">
      <dgm:prSet phldrT="[텍스트]"/>
      <dgm:spPr/>
      <dgm:t>
        <a:bodyPr/>
        <a:lstStyle/>
        <a:p>
          <a:pPr latinLnBrk="1"/>
          <a:r>
            <a:rPr lang="en-US" altLang="ko-KR" dirty="0" smtClean="0"/>
            <a:t>Visible</a:t>
          </a:r>
          <a:br>
            <a:rPr lang="en-US" altLang="ko-KR" dirty="0" smtClean="0"/>
          </a:br>
          <a:r>
            <a:rPr lang="en-US" altLang="ko-KR" dirty="0" smtClean="0"/>
            <a:t>Process</a:t>
          </a:r>
          <a:endParaRPr lang="ko-KR" altLang="en-US" dirty="0"/>
        </a:p>
      </dgm:t>
    </dgm:pt>
    <dgm:pt modelId="{86BAAB24-1359-47ED-BF05-C5EECFCC06CA}" type="parTrans" cxnId="{E46F7DA1-5864-42D2-9885-5A82EB208DAA}">
      <dgm:prSet/>
      <dgm:spPr/>
      <dgm:t>
        <a:bodyPr/>
        <a:lstStyle/>
        <a:p>
          <a:pPr latinLnBrk="1"/>
          <a:endParaRPr lang="ko-KR" altLang="en-US"/>
        </a:p>
      </dgm:t>
    </dgm:pt>
    <dgm:pt modelId="{8CCA8629-1F9F-4F9A-9E62-20D0D3388056}" type="sibTrans" cxnId="{E46F7DA1-5864-42D2-9885-5A82EB208DAA}">
      <dgm:prSet/>
      <dgm:spPr/>
      <dgm:t>
        <a:bodyPr/>
        <a:lstStyle/>
        <a:p>
          <a:pPr latinLnBrk="1"/>
          <a:endParaRPr lang="ko-KR" altLang="en-US"/>
        </a:p>
      </dgm:t>
    </dgm:pt>
    <dgm:pt modelId="{74415FFC-D675-4710-92EB-45F3489D6919}">
      <dgm:prSet phldrT="[텍스트]"/>
      <dgm:spPr/>
      <dgm:t>
        <a:bodyPr/>
        <a:lstStyle/>
        <a:p>
          <a:pPr latinLnBrk="1"/>
          <a:r>
            <a:rPr lang="ko-KR" altLang="en-US" dirty="0" smtClean="0"/>
            <a:t>화면상에는 나타나지만 활성화되지 않은 프로세스</a:t>
          </a:r>
          <a:endParaRPr lang="ko-KR" altLang="en-US" dirty="0"/>
        </a:p>
      </dgm:t>
    </dgm:pt>
    <dgm:pt modelId="{10E5D37F-6CBB-4D2A-8F50-EC2B7C5CBD00}" type="parTrans" cxnId="{457FBCEC-6D4C-49BD-9B87-CD795D884017}">
      <dgm:prSet/>
      <dgm:spPr/>
      <dgm:t>
        <a:bodyPr/>
        <a:lstStyle/>
        <a:p>
          <a:pPr latinLnBrk="1"/>
          <a:endParaRPr lang="ko-KR" altLang="en-US"/>
        </a:p>
      </dgm:t>
    </dgm:pt>
    <dgm:pt modelId="{3020C30D-92D3-4EB8-A23C-C7E42A76A4F4}" type="sibTrans" cxnId="{457FBCEC-6D4C-49BD-9B87-CD795D884017}">
      <dgm:prSet/>
      <dgm:spPr/>
      <dgm:t>
        <a:bodyPr/>
        <a:lstStyle/>
        <a:p>
          <a:pPr latinLnBrk="1"/>
          <a:endParaRPr lang="ko-KR" altLang="en-US"/>
        </a:p>
      </dgm:t>
    </dgm:pt>
    <dgm:pt modelId="{A601C473-A5E7-4223-B51F-48748E373B7D}">
      <dgm:prSet phldrT="[텍스트]"/>
      <dgm:spPr/>
      <dgm:t>
        <a:bodyPr/>
        <a:lstStyle/>
        <a:p>
          <a:pPr latinLnBrk="1"/>
          <a:r>
            <a:rPr lang="ko-KR" altLang="en-US" dirty="0" smtClean="0"/>
            <a:t>다이얼로그 형태로 표시되는 </a:t>
          </a:r>
          <a:r>
            <a:rPr lang="en-US" altLang="ko-KR" dirty="0" smtClean="0"/>
            <a:t>Activity</a:t>
          </a:r>
          <a:r>
            <a:rPr lang="ko-KR" altLang="en-US" dirty="0" smtClean="0"/>
            <a:t>의 경우</a:t>
          </a:r>
          <a:endParaRPr lang="ko-KR" altLang="en-US" dirty="0"/>
        </a:p>
      </dgm:t>
    </dgm:pt>
    <dgm:pt modelId="{83AAD252-BF09-4CF0-BEE2-C114FB07F84B}" type="parTrans" cxnId="{715D706D-F824-472B-82FD-FB530257205F}">
      <dgm:prSet/>
      <dgm:spPr/>
      <dgm:t>
        <a:bodyPr/>
        <a:lstStyle/>
        <a:p>
          <a:pPr latinLnBrk="1"/>
          <a:endParaRPr lang="ko-KR" altLang="en-US"/>
        </a:p>
      </dgm:t>
    </dgm:pt>
    <dgm:pt modelId="{E9EADF2D-EF24-45B8-A16E-1A1DCA5CE8BC}" type="sibTrans" cxnId="{715D706D-F824-472B-82FD-FB530257205F}">
      <dgm:prSet/>
      <dgm:spPr/>
      <dgm:t>
        <a:bodyPr/>
        <a:lstStyle/>
        <a:p>
          <a:pPr latinLnBrk="1"/>
          <a:endParaRPr lang="ko-KR" altLang="en-US"/>
        </a:p>
      </dgm:t>
    </dgm:pt>
    <dgm:pt modelId="{69861114-A3A7-4D68-B644-1C1F9D49161D}">
      <dgm:prSet phldrT="[텍스트]"/>
      <dgm:spPr/>
      <dgm:t>
        <a:bodyPr/>
        <a:lstStyle/>
        <a:p>
          <a:pPr latinLnBrk="1"/>
          <a:r>
            <a:rPr lang="en-US" altLang="ko-KR" dirty="0" smtClean="0"/>
            <a:t>Service</a:t>
          </a:r>
          <a:br>
            <a:rPr lang="en-US" altLang="ko-KR" dirty="0" smtClean="0"/>
          </a:br>
          <a:r>
            <a:rPr lang="en-US" altLang="ko-KR" dirty="0" smtClean="0"/>
            <a:t>Process</a:t>
          </a:r>
          <a:endParaRPr lang="ko-KR" altLang="en-US" dirty="0"/>
        </a:p>
      </dgm:t>
    </dgm:pt>
    <dgm:pt modelId="{2ACE5608-0AEC-489D-B352-BBF9428F505D}" type="parTrans" cxnId="{3FAEF203-C030-43F5-8C87-686BE2710314}">
      <dgm:prSet/>
      <dgm:spPr/>
      <dgm:t>
        <a:bodyPr/>
        <a:lstStyle/>
        <a:p>
          <a:pPr latinLnBrk="1"/>
          <a:endParaRPr lang="ko-KR" altLang="en-US"/>
        </a:p>
      </dgm:t>
    </dgm:pt>
    <dgm:pt modelId="{2210E659-E5A0-475A-B621-54AB6CCF4BA8}" type="sibTrans" cxnId="{3FAEF203-C030-43F5-8C87-686BE2710314}">
      <dgm:prSet/>
      <dgm:spPr/>
      <dgm:t>
        <a:bodyPr/>
        <a:lstStyle/>
        <a:p>
          <a:pPr latinLnBrk="1"/>
          <a:endParaRPr lang="ko-KR" altLang="en-US"/>
        </a:p>
      </dgm:t>
    </dgm:pt>
    <dgm:pt modelId="{DABDA639-6C15-4D1D-B1E8-6173DAE07175}">
      <dgm:prSet phldrT="[텍스트]"/>
      <dgm:spPr/>
      <dgm:t>
        <a:bodyPr/>
        <a:lstStyle/>
        <a:p>
          <a:pPr latinLnBrk="1"/>
          <a:r>
            <a:rPr lang="ko-KR" altLang="en-US" dirty="0" smtClean="0"/>
            <a:t>서비스를 점유하는 프로세스</a:t>
          </a:r>
          <a:endParaRPr lang="ko-KR" altLang="en-US" dirty="0"/>
        </a:p>
      </dgm:t>
    </dgm:pt>
    <dgm:pt modelId="{57414D4C-A462-4CCA-BFD2-995153178A3A}" type="parTrans" cxnId="{B21D2B46-29E5-4C62-8A63-BE9A74CA2387}">
      <dgm:prSet/>
      <dgm:spPr/>
      <dgm:t>
        <a:bodyPr/>
        <a:lstStyle/>
        <a:p>
          <a:pPr latinLnBrk="1"/>
          <a:endParaRPr lang="ko-KR" altLang="en-US"/>
        </a:p>
      </dgm:t>
    </dgm:pt>
    <dgm:pt modelId="{53763496-A6C4-4BEF-8DE4-D2ECED49993C}" type="sibTrans" cxnId="{B21D2B46-29E5-4C62-8A63-BE9A74CA2387}">
      <dgm:prSet/>
      <dgm:spPr/>
      <dgm:t>
        <a:bodyPr/>
        <a:lstStyle/>
        <a:p>
          <a:pPr latinLnBrk="1"/>
          <a:endParaRPr lang="ko-KR" altLang="en-US"/>
        </a:p>
      </dgm:t>
    </dgm:pt>
    <dgm:pt modelId="{D9AD4350-B9B4-48D3-8A5F-92B1354C8D74}">
      <dgm:prSet phldrT="[텍스트]"/>
      <dgm:spPr/>
      <dgm:t>
        <a:bodyPr/>
        <a:lstStyle/>
        <a:p>
          <a:pPr latinLnBrk="1"/>
          <a:r>
            <a:rPr lang="ko-KR" altLang="en-US" dirty="0" smtClean="0"/>
            <a:t>보여지지 않고 일반적인 작업을 수행하는 프로세스</a:t>
          </a:r>
          <a:endParaRPr lang="ko-KR" altLang="en-US" dirty="0"/>
        </a:p>
      </dgm:t>
    </dgm:pt>
    <dgm:pt modelId="{3CACF835-0229-4B83-8445-D0679251FA66}" type="parTrans" cxnId="{A71D2294-913D-445E-8AD2-6100325B35F3}">
      <dgm:prSet/>
      <dgm:spPr/>
      <dgm:t>
        <a:bodyPr/>
        <a:lstStyle/>
        <a:p>
          <a:pPr latinLnBrk="1"/>
          <a:endParaRPr lang="ko-KR" altLang="en-US"/>
        </a:p>
      </dgm:t>
    </dgm:pt>
    <dgm:pt modelId="{22CF2D9F-0667-4867-A2FD-E767EA1E9DC7}" type="sibTrans" cxnId="{A71D2294-913D-445E-8AD2-6100325B35F3}">
      <dgm:prSet/>
      <dgm:spPr/>
      <dgm:t>
        <a:bodyPr/>
        <a:lstStyle/>
        <a:p>
          <a:pPr latinLnBrk="1"/>
          <a:endParaRPr lang="ko-KR" altLang="en-US"/>
        </a:p>
      </dgm:t>
    </dgm:pt>
    <dgm:pt modelId="{D488D7CD-7431-43A6-B392-53B2E42BE712}">
      <dgm:prSet phldrT="[텍스트]"/>
      <dgm:spPr/>
      <dgm:t>
        <a:bodyPr/>
        <a:lstStyle/>
        <a:p>
          <a:pPr latinLnBrk="1"/>
          <a:r>
            <a:rPr lang="en-US" altLang="ko-KR" dirty="0" smtClean="0"/>
            <a:t>Background</a:t>
          </a:r>
          <a:br>
            <a:rPr lang="en-US" altLang="ko-KR" dirty="0" smtClean="0"/>
          </a:br>
          <a:r>
            <a:rPr lang="en-US" altLang="ko-KR" dirty="0" smtClean="0"/>
            <a:t>Process</a:t>
          </a:r>
          <a:endParaRPr lang="ko-KR" altLang="en-US" dirty="0"/>
        </a:p>
      </dgm:t>
    </dgm:pt>
    <dgm:pt modelId="{3CE5E682-C78B-4E4F-B39A-AB04E3EB5BBD}" type="parTrans" cxnId="{C3C78D26-71B5-4810-A22C-A25C6455FE19}">
      <dgm:prSet/>
      <dgm:spPr/>
      <dgm:t>
        <a:bodyPr/>
        <a:lstStyle/>
        <a:p>
          <a:pPr latinLnBrk="1"/>
          <a:endParaRPr lang="ko-KR" altLang="en-US"/>
        </a:p>
      </dgm:t>
    </dgm:pt>
    <dgm:pt modelId="{ABA3E956-5748-445D-AB9F-6BC45305BD32}" type="sibTrans" cxnId="{C3C78D26-71B5-4810-A22C-A25C6455FE19}">
      <dgm:prSet/>
      <dgm:spPr/>
      <dgm:t>
        <a:bodyPr/>
        <a:lstStyle/>
        <a:p>
          <a:pPr latinLnBrk="1"/>
          <a:endParaRPr lang="ko-KR" altLang="en-US"/>
        </a:p>
      </dgm:t>
    </dgm:pt>
    <dgm:pt modelId="{B0D5F2EB-F20C-423A-B432-DE1926D5C624}">
      <dgm:prSet phldrT="[텍스트]"/>
      <dgm:spPr/>
      <dgm:t>
        <a:bodyPr/>
        <a:lstStyle/>
        <a:p>
          <a:pPr latinLnBrk="1"/>
          <a:r>
            <a:rPr lang="en-US" altLang="ko-KR" dirty="0" smtClean="0"/>
            <a:t>Empty</a:t>
          </a:r>
          <a:br>
            <a:rPr lang="en-US" altLang="ko-KR" dirty="0" smtClean="0"/>
          </a:br>
          <a:r>
            <a:rPr lang="en-US" altLang="ko-KR" dirty="0" smtClean="0"/>
            <a:t>Process</a:t>
          </a:r>
          <a:endParaRPr lang="ko-KR" altLang="en-US" dirty="0"/>
        </a:p>
      </dgm:t>
    </dgm:pt>
    <dgm:pt modelId="{DDF71CD3-1EA3-4A96-89DA-91D1A961E5D7}" type="parTrans" cxnId="{EABEEA06-FB04-4FFD-9705-68DE38C1A146}">
      <dgm:prSet/>
      <dgm:spPr/>
      <dgm:t>
        <a:bodyPr/>
        <a:lstStyle/>
        <a:p>
          <a:pPr latinLnBrk="1"/>
          <a:endParaRPr lang="ko-KR" altLang="en-US"/>
        </a:p>
      </dgm:t>
    </dgm:pt>
    <dgm:pt modelId="{25218D07-63D0-411F-AE3B-ECAC8F10D299}" type="sibTrans" cxnId="{EABEEA06-FB04-4FFD-9705-68DE38C1A146}">
      <dgm:prSet/>
      <dgm:spPr/>
      <dgm:t>
        <a:bodyPr/>
        <a:lstStyle/>
        <a:p>
          <a:pPr latinLnBrk="1"/>
          <a:endParaRPr lang="ko-KR" altLang="en-US"/>
        </a:p>
      </dgm:t>
    </dgm:pt>
    <dgm:pt modelId="{10B102ED-AD6A-4AA3-B570-81DD5B483DB5}">
      <dgm:prSet phldrT="[텍스트]"/>
      <dgm:spPr/>
      <dgm:t>
        <a:bodyPr/>
        <a:lstStyle/>
        <a:p>
          <a:pPr latinLnBrk="1"/>
          <a:r>
            <a:rPr lang="ko-KR" altLang="en-US" dirty="0" smtClean="0"/>
            <a:t>현재 보여지지 않는 </a:t>
          </a:r>
          <a:r>
            <a:rPr lang="en-US" altLang="ko-KR" dirty="0" smtClean="0"/>
            <a:t>Activity</a:t>
          </a:r>
          <a:r>
            <a:rPr lang="ko-KR" altLang="en-US" dirty="0" smtClean="0"/>
            <a:t>를 가진 프로세스</a:t>
          </a:r>
          <a:endParaRPr lang="ko-KR" altLang="en-US" dirty="0"/>
        </a:p>
      </dgm:t>
    </dgm:pt>
    <dgm:pt modelId="{05BC2835-6B30-4A86-998C-C45E35CDB991}" type="parTrans" cxnId="{47ED785A-00CF-4B3A-BAF2-DDDFE2D6F3E3}">
      <dgm:prSet/>
      <dgm:spPr/>
      <dgm:t>
        <a:bodyPr/>
        <a:lstStyle/>
        <a:p>
          <a:pPr latinLnBrk="1"/>
          <a:endParaRPr lang="ko-KR" altLang="en-US"/>
        </a:p>
      </dgm:t>
    </dgm:pt>
    <dgm:pt modelId="{4A755B61-9FF8-4E00-9894-D60A5B2ADDB0}" type="sibTrans" cxnId="{47ED785A-00CF-4B3A-BAF2-DDDFE2D6F3E3}">
      <dgm:prSet/>
      <dgm:spPr/>
      <dgm:t>
        <a:bodyPr/>
        <a:lstStyle/>
        <a:p>
          <a:pPr latinLnBrk="1"/>
          <a:endParaRPr lang="ko-KR" altLang="en-US"/>
        </a:p>
      </dgm:t>
    </dgm:pt>
    <dgm:pt modelId="{CEFEAD91-5D23-44DC-885E-485D1FD345BF}">
      <dgm:prSet phldrT="[텍스트]"/>
      <dgm:spPr/>
      <dgm:t>
        <a:bodyPr/>
        <a:lstStyle/>
        <a:p>
          <a:pPr latinLnBrk="1"/>
          <a:r>
            <a:rPr lang="ko-KR" altLang="en-US" dirty="0" smtClean="0"/>
            <a:t>일반적으로 아무런 작업을 하지 않고 메모리 부족할 경우 종료</a:t>
          </a:r>
          <a:endParaRPr lang="ko-KR" altLang="en-US" dirty="0"/>
        </a:p>
      </dgm:t>
    </dgm:pt>
    <dgm:pt modelId="{6208C084-6D87-467F-81B0-493F6358BEB3}" type="parTrans" cxnId="{C3E52B7B-4099-4596-9CFA-EF981C2B4A09}">
      <dgm:prSet/>
      <dgm:spPr/>
      <dgm:t>
        <a:bodyPr/>
        <a:lstStyle/>
        <a:p>
          <a:pPr latinLnBrk="1"/>
          <a:endParaRPr lang="ko-KR" altLang="en-US"/>
        </a:p>
      </dgm:t>
    </dgm:pt>
    <dgm:pt modelId="{E69CC4E0-F3AA-4F6D-BF13-486E8DCB8D85}" type="sibTrans" cxnId="{C3E52B7B-4099-4596-9CFA-EF981C2B4A09}">
      <dgm:prSet/>
      <dgm:spPr/>
      <dgm:t>
        <a:bodyPr/>
        <a:lstStyle/>
        <a:p>
          <a:pPr latinLnBrk="1"/>
          <a:endParaRPr lang="ko-KR" altLang="en-US"/>
        </a:p>
      </dgm:t>
    </dgm:pt>
    <dgm:pt modelId="{F92E4C1E-CE10-4476-97FC-774789562B99}">
      <dgm:prSet phldrT="[텍스트]"/>
      <dgm:spPr/>
      <dgm:t>
        <a:bodyPr/>
        <a:lstStyle/>
        <a:p>
          <a:pPr latinLnBrk="1"/>
          <a:r>
            <a:rPr lang="en-US" altLang="ko-KR" dirty="0" smtClean="0"/>
            <a:t>App </a:t>
          </a:r>
          <a:r>
            <a:rPr lang="ko-KR" altLang="en-US" dirty="0" smtClean="0"/>
            <a:t>시동시간 단축을 위해 메모리에 </a:t>
          </a:r>
          <a:r>
            <a:rPr lang="ko-KR" altLang="en-US" dirty="0" err="1" smtClean="0"/>
            <a:t>캐쉬되어</a:t>
          </a:r>
          <a:r>
            <a:rPr lang="ko-KR" altLang="en-US" dirty="0" smtClean="0"/>
            <a:t> 있는 프로세스</a:t>
          </a:r>
          <a:endParaRPr lang="ko-KR" altLang="en-US" dirty="0"/>
        </a:p>
      </dgm:t>
    </dgm:pt>
    <dgm:pt modelId="{2AC976D2-8533-42E1-87E6-6572FDA67063}" type="parTrans" cxnId="{6785184E-9425-403C-B525-B6F8DF70BB4D}">
      <dgm:prSet/>
      <dgm:spPr/>
      <dgm:t>
        <a:bodyPr/>
        <a:lstStyle/>
        <a:p>
          <a:pPr latinLnBrk="1"/>
          <a:endParaRPr lang="ko-KR" altLang="en-US"/>
        </a:p>
      </dgm:t>
    </dgm:pt>
    <dgm:pt modelId="{CF7E0803-137E-476E-B249-4D39FC4A2871}" type="sibTrans" cxnId="{6785184E-9425-403C-B525-B6F8DF70BB4D}">
      <dgm:prSet/>
      <dgm:spPr/>
      <dgm:t>
        <a:bodyPr/>
        <a:lstStyle/>
        <a:p>
          <a:pPr latinLnBrk="1"/>
          <a:endParaRPr lang="ko-KR" altLang="en-US"/>
        </a:p>
      </dgm:t>
    </dgm:pt>
    <dgm:pt modelId="{82EF1A96-5492-4CD7-A079-25521B646EA8}">
      <dgm:prSet phldrT="[텍스트]"/>
      <dgm:spPr/>
      <dgm:t>
        <a:bodyPr/>
        <a:lstStyle/>
        <a:p>
          <a:pPr latinLnBrk="1"/>
          <a:r>
            <a:rPr lang="ko-KR" altLang="en-US" dirty="0" smtClean="0"/>
            <a:t>아무런 컴포넌트도 없는 프로세스</a:t>
          </a:r>
          <a:endParaRPr lang="ko-KR" altLang="en-US" dirty="0"/>
        </a:p>
      </dgm:t>
    </dgm:pt>
    <dgm:pt modelId="{BAF81EC3-CA1D-4806-8B22-EC08E9162E4E}" type="parTrans" cxnId="{04730A78-80F3-4D2E-AA82-8BE385029AED}">
      <dgm:prSet/>
      <dgm:spPr/>
      <dgm:t>
        <a:bodyPr/>
        <a:lstStyle/>
        <a:p>
          <a:pPr latinLnBrk="1"/>
          <a:endParaRPr lang="ko-KR" altLang="en-US"/>
        </a:p>
      </dgm:t>
    </dgm:pt>
    <dgm:pt modelId="{F36A7462-5F2C-41E7-BCAF-DF1A0E9BBB6F}" type="sibTrans" cxnId="{04730A78-80F3-4D2E-AA82-8BE385029AED}">
      <dgm:prSet/>
      <dgm:spPr/>
      <dgm:t>
        <a:bodyPr/>
        <a:lstStyle/>
        <a:p>
          <a:pPr latinLnBrk="1"/>
          <a:endParaRPr lang="ko-KR" altLang="en-US"/>
        </a:p>
      </dgm:t>
    </dgm:pt>
    <dgm:pt modelId="{F30FE186-19EA-4B66-B23B-203E4C9F4B0F}" type="pres">
      <dgm:prSet presAssocID="{DBA89139-BF73-427B-A977-D906750D8F1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2AFBC48-A807-409B-ACEF-4EEA6E076911}" type="pres">
      <dgm:prSet presAssocID="{EB29C412-B795-4EAE-996D-E1B7224A18EA}" presName="linNode" presStyleCnt="0"/>
      <dgm:spPr/>
    </dgm:pt>
    <dgm:pt modelId="{D3800C4F-F316-4B26-92F5-14AE021A4749}" type="pres">
      <dgm:prSet presAssocID="{EB29C412-B795-4EAE-996D-E1B7224A18EA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599AF9A-18C0-4AB1-B259-D2D8D93B5EAE}" type="pres">
      <dgm:prSet presAssocID="{EB29C412-B795-4EAE-996D-E1B7224A18EA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73C4CA3-3F07-44E3-94E3-B0D513E5625A}" type="pres">
      <dgm:prSet presAssocID="{AAF2CD27-A2FE-460B-9047-F29AE455C19B}" presName="sp" presStyleCnt="0"/>
      <dgm:spPr/>
    </dgm:pt>
    <dgm:pt modelId="{46764DC1-3BB1-47DB-AFBF-58822344FB9A}" type="pres">
      <dgm:prSet presAssocID="{9CB9FCC1-2613-497D-BA10-974C77B6879B}" presName="linNode" presStyleCnt="0"/>
      <dgm:spPr/>
    </dgm:pt>
    <dgm:pt modelId="{55E1998D-5782-42E3-AFDA-051AE2249420}" type="pres">
      <dgm:prSet presAssocID="{9CB9FCC1-2613-497D-BA10-974C77B6879B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D901539-7B13-41BA-BD1A-AEF0123E6312}" type="pres">
      <dgm:prSet presAssocID="{9CB9FCC1-2613-497D-BA10-974C77B6879B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91FE18A-FD65-4610-A3B5-BFA0C2153F6C}" type="pres">
      <dgm:prSet presAssocID="{8CCA8629-1F9F-4F9A-9E62-20D0D3388056}" presName="sp" presStyleCnt="0"/>
      <dgm:spPr/>
    </dgm:pt>
    <dgm:pt modelId="{13E65E5B-AD93-4EE3-9E37-F3288D7E6DB1}" type="pres">
      <dgm:prSet presAssocID="{69861114-A3A7-4D68-B644-1C1F9D49161D}" presName="linNode" presStyleCnt="0"/>
      <dgm:spPr/>
    </dgm:pt>
    <dgm:pt modelId="{67A54760-2093-4167-A991-8CE752FEB465}" type="pres">
      <dgm:prSet presAssocID="{69861114-A3A7-4D68-B644-1C1F9D49161D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849D438-587C-4CD9-99DC-0B84B7D9887D}" type="pres">
      <dgm:prSet presAssocID="{69861114-A3A7-4D68-B644-1C1F9D49161D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90F1DA8-1447-46C6-A5C7-4DA82F4E5C2F}" type="pres">
      <dgm:prSet presAssocID="{2210E659-E5A0-475A-B621-54AB6CCF4BA8}" presName="sp" presStyleCnt="0"/>
      <dgm:spPr/>
    </dgm:pt>
    <dgm:pt modelId="{4DC9C950-8B73-438A-BDC4-7B0502CD2FCD}" type="pres">
      <dgm:prSet presAssocID="{D488D7CD-7431-43A6-B392-53B2E42BE712}" presName="linNode" presStyleCnt="0"/>
      <dgm:spPr/>
    </dgm:pt>
    <dgm:pt modelId="{DD6182D5-7A3F-4D24-8621-C4B26554336C}" type="pres">
      <dgm:prSet presAssocID="{D488D7CD-7431-43A6-B392-53B2E42BE712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17A5C16-6D69-48CF-96E6-D9C8E0F0EEE7}" type="pres">
      <dgm:prSet presAssocID="{D488D7CD-7431-43A6-B392-53B2E42BE712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5300609-6154-498F-9CBF-8FAC471D2BC2}" type="pres">
      <dgm:prSet presAssocID="{ABA3E956-5748-445D-AB9F-6BC45305BD32}" presName="sp" presStyleCnt="0"/>
      <dgm:spPr/>
    </dgm:pt>
    <dgm:pt modelId="{C3913723-B161-4993-9F1A-EB0DF576D2D4}" type="pres">
      <dgm:prSet presAssocID="{B0D5F2EB-F20C-423A-B432-DE1926D5C624}" presName="linNode" presStyleCnt="0"/>
      <dgm:spPr/>
    </dgm:pt>
    <dgm:pt modelId="{479CAFDE-882B-46A2-ADA8-B19363464652}" type="pres">
      <dgm:prSet presAssocID="{B0D5F2EB-F20C-423A-B432-DE1926D5C624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EA4AF8D-F1B1-4CED-84B7-E6765FF2BDC3}" type="pres">
      <dgm:prSet presAssocID="{B0D5F2EB-F20C-423A-B432-DE1926D5C624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6076FD1C-E531-4C79-AFB0-F2F1E489064D}" type="presOf" srcId="{D9AD4350-B9B4-48D3-8A5F-92B1354C8D74}" destId="{0849D438-587C-4CD9-99DC-0B84B7D9887D}" srcOrd="0" destOrd="1" presId="urn:microsoft.com/office/officeart/2005/8/layout/vList5"/>
    <dgm:cxn modelId="{E433A9A5-1A41-41AF-81AD-05E55DE98A52}" type="presOf" srcId="{F92E4C1E-CE10-4476-97FC-774789562B99}" destId="{6EA4AF8D-F1B1-4CED-84B7-E6765FF2BDC3}" srcOrd="0" destOrd="1" presId="urn:microsoft.com/office/officeart/2005/8/layout/vList5"/>
    <dgm:cxn modelId="{F871A6EF-3A19-4416-9446-9B908CE77F7F}" type="presOf" srcId="{10B102ED-AD6A-4AA3-B570-81DD5B483DB5}" destId="{D17A5C16-6D69-48CF-96E6-D9C8E0F0EEE7}" srcOrd="0" destOrd="0" presId="urn:microsoft.com/office/officeart/2005/8/layout/vList5"/>
    <dgm:cxn modelId="{E84AA4A3-B69F-4C00-95C2-34F797A6B962}" srcId="{EB29C412-B795-4EAE-996D-E1B7224A18EA}" destId="{2D6DA405-5C72-47F9-9CC4-C76F6666DACB}" srcOrd="1" destOrd="0" parTransId="{06F6A1D1-A641-42BA-8BD4-804340928DB0}" sibTransId="{82699F05-85B8-4F1F-B9CA-6CC5459CB988}"/>
    <dgm:cxn modelId="{B76F92BE-1FF5-4EEE-861D-6CAABD66A46E}" type="presOf" srcId="{82EF1A96-5492-4CD7-A079-25521B646EA8}" destId="{6EA4AF8D-F1B1-4CED-84B7-E6765FF2BDC3}" srcOrd="0" destOrd="0" presId="urn:microsoft.com/office/officeart/2005/8/layout/vList5"/>
    <dgm:cxn modelId="{CDA2D090-1715-4979-8C54-A816403F3AEB}" type="presOf" srcId="{E3C29B5C-1D09-423D-AD4F-7519B45125F5}" destId="{4599AF9A-18C0-4AB1-B259-D2D8D93B5EAE}" srcOrd="0" destOrd="0" presId="urn:microsoft.com/office/officeart/2005/8/layout/vList5"/>
    <dgm:cxn modelId="{A71D2294-913D-445E-8AD2-6100325B35F3}" srcId="{69861114-A3A7-4D68-B644-1C1F9D49161D}" destId="{D9AD4350-B9B4-48D3-8A5F-92B1354C8D74}" srcOrd="1" destOrd="0" parTransId="{3CACF835-0229-4B83-8445-D0679251FA66}" sibTransId="{22CF2D9F-0667-4867-A2FD-E767EA1E9DC7}"/>
    <dgm:cxn modelId="{6785184E-9425-403C-B525-B6F8DF70BB4D}" srcId="{B0D5F2EB-F20C-423A-B432-DE1926D5C624}" destId="{F92E4C1E-CE10-4476-97FC-774789562B99}" srcOrd="1" destOrd="0" parTransId="{2AC976D2-8533-42E1-87E6-6572FDA67063}" sibTransId="{CF7E0803-137E-476E-B249-4D39FC4A2871}"/>
    <dgm:cxn modelId="{1EDB17C1-C1C0-42BF-8B20-0A26AAC046EA}" type="presOf" srcId="{D488D7CD-7431-43A6-B392-53B2E42BE712}" destId="{DD6182D5-7A3F-4D24-8621-C4B26554336C}" srcOrd="0" destOrd="0" presId="urn:microsoft.com/office/officeart/2005/8/layout/vList5"/>
    <dgm:cxn modelId="{3FAEF203-C030-43F5-8C87-686BE2710314}" srcId="{DBA89139-BF73-427B-A977-D906750D8F19}" destId="{69861114-A3A7-4D68-B644-1C1F9D49161D}" srcOrd="2" destOrd="0" parTransId="{2ACE5608-0AEC-489D-B352-BBF9428F505D}" sibTransId="{2210E659-E5A0-475A-B621-54AB6CCF4BA8}"/>
    <dgm:cxn modelId="{B1F549A3-E9EE-4386-9588-9BAED6080426}" type="presOf" srcId="{74415FFC-D675-4710-92EB-45F3489D6919}" destId="{ED901539-7B13-41BA-BD1A-AEF0123E6312}" srcOrd="0" destOrd="0" presId="urn:microsoft.com/office/officeart/2005/8/layout/vList5"/>
    <dgm:cxn modelId="{ED03FB39-70D7-4EE7-9D6B-0DBEA22BC2CB}" type="presOf" srcId="{9CB9FCC1-2613-497D-BA10-974C77B6879B}" destId="{55E1998D-5782-42E3-AFDA-051AE2249420}" srcOrd="0" destOrd="0" presId="urn:microsoft.com/office/officeart/2005/8/layout/vList5"/>
    <dgm:cxn modelId="{715D706D-F824-472B-82FD-FB530257205F}" srcId="{9CB9FCC1-2613-497D-BA10-974C77B6879B}" destId="{A601C473-A5E7-4223-B51F-48748E373B7D}" srcOrd="1" destOrd="0" parTransId="{83AAD252-BF09-4CF0-BEE2-C114FB07F84B}" sibTransId="{E9EADF2D-EF24-45B8-A16E-1A1DCA5CE8BC}"/>
    <dgm:cxn modelId="{ADAFCCEE-B9CB-4785-9619-9358886F62CB}" srcId="{DBA89139-BF73-427B-A977-D906750D8F19}" destId="{EB29C412-B795-4EAE-996D-E1B7224A18EA}" srcOrd="0" destOrd="0" parTransId="{3C488A73-B0A3-448E-9CFA-F6B66EC7B346}" sibTransId="{AAF2CD27-A2FE-460B-9047-F29AE455C19B}"/>
    <dgm:cxn modelId="{53A848DD-9C2C-4936-8692-12A67FF860FC}" type="presOf" srcId="{A601C473-A5E7-4223-B51F-48748E373B7D}" destId="{ED901539-7B13-41BA-BD1A-AEF0123E6312}" srcOrd="0" destOrd="1" presId="urn:microsoft.com/office/officeart/2005/8/layout/vList5"/>
    <dgm:cxn modelId="{C3C78D26-71B5-4810-A22C-A25C6455FE19}" srcId="{DBA89139-BF73-427B-A977-D906750D8F19}" destId="{D488D7CD-7431-43A6-B392-53B2E42BE712}" srcOrd="3" destOrd="0" parTransId="{3CE5E682-C78B-4E4F-B39A-AB04E3EB5BBD}" sibTransId="{ABA3E956-5748-445D-AB9F-6BC45305BD32}"/>
    <dgm:cxn modelId="{B21D2B46-29E5-4C62-8A63-BE9A74CA2387}" srcId="{69861114-A3A7-4D68-B644-1C1F9D49161D}" destId="{DABDA639-6C15-4D1D-B1E8-6173DAE07175}" srcOrd="0" destOrd="0" parTransId="{57414D4C-A462-4CCA-BFD2-995153178A3A}" sibTransId="{53763496-A6C4-4BEF-8DE4-D2ECED49993C}"/>
    <dgm:cxn modelId="{8082AD3C-66B9-4E66-B6A0-9BEE52506070}" type="presOf" srcId="{B0D5F2EB-F20C-423A-B432-DE1926D5C624}" destId="{479CAFDE-882B-46A2-ADA8-B19363464652}" srcOrd="0" destOrd="0" presId="urn:microsoft.com/office/officeart/2005/8/layout/vList5"/>
    <dgm:cxn modelId="{16C6F6F1-6C3D-4545-870D-7D9EF049AE92}" type="presOf" srcId="{EB29C412-B795-4EAE-996D-E1B7224A18EA}" destId="{D3800C4F-F316-4B26-92F5-14AE021A4749}" srcOrd="0" destOrd="0" presId="urn:microsoft.com/office/officeart/2005/8/layout/vList5"/>
    <dgm:cxn modelId="{C3E52B7B-4099-4596-9CFA-EF981C2B4A09}" srcId="{D488D7CD-7431-43A6-B392-53B2E42BE712}" destId="{CEFEAD91-5D23-44DC-885E-485D1FD345BF}" srcOrd="1" destOrd="0" parTransId="{6208C084-6D87-467F-81B0-493F6358BEB3}" sibTransId="{E69CC4E0-F3AA-4F6D-BF13-486E8DCB8D85}"/>
    <dgm:cxn modelId="{E09E8B01-9D6C-4CF3-B23E-B0DA0A12BB73}" type="presOf" srcId="{DABDA639-6C15-4D1D-B1E8-6173DAE07175}" destId="{0849D438-587C-4CD9-99DC-0B84B7D9887D}" srcOrd="0" destOrd="0" presId="urn:microsoft.com/office/officeart/2005/8/layout/vList5"/>
    <dgm:cxn modelId="{04730A78-80F3-4D2E-AA82-8BE385029AED}" srcId="{B0D5F2EB-F20C-423A-B432-DE1926D5C624}" destId="{82EF1A96-5492-4CD7-A079-25521B646EA8}" srcOrd="0" destOrd="0" parTransId="{BAF81EC3-CA1D-4806-8B22-EC08E9162E4E}" sibTransId="{F36A7462-5F2C-41E7-BCAF-DF1A0E9BBB6F}"/>
    <dgm:cxn modelId="{454EC5CF-5BC1-4F93-AF01-AE97BBA123D8}" type="presOf" srcId="{2D6DA405-5C72-47F9-9CC4-C76F6666DACB}" destId="{4599AF9A-18C0-4AB1-B259-D2D8D93B5EAE}" srcOrd="0" destOrd="1" presId="urn:microsoft.com/office/officeart/2005/8/layout/vList5"/>
    <dgm:cxn modelId="{294642F6-5977-4E50-9402-1248D1D50786}" type="presOf" srcId="{CEFEAD91-5D23-44DC-885E-485D1FD345BF}" destId="{D17A5C16-6D69-48CF-96E6-D9C8E0F0EEE7}" srcOrd="0" destOrd="1" presId="urn:microsoft.com/office/officeart/2005/8/layout/vList5"/>
    <dgm:cxn modelId="{457FBCEC-6D4C-49BD-9B87-CD795D884017}" srcId="{9CB9FCC1-2613-497D-BA10-974C77B6879B}" destId="{74415FFC-D675-4710-92EB-45F3489D6919}" srcOrd="0" destOrd="0" parTransId="{10E5D37F-6CBB-4D2A-8F50-EC2B7C5CBD00}" sibTransId="{3020C30D-92D3-4EB8-A23C-C7E42A76A4F4}"/>
    <dgm:cxn modelId="{E46F7DA1-5864-42D2-9885-5A82EB208DAA}" srcId="{DBA89139-BF73-427B-A977-D906750D8F19}" destId="{9CB9FCC1-2613-497D-BA10-974C77B6879B}" srcOrd="1" destOrd="0" parTransId="{86BAAB24-1359-47ED-BF05-C5EECFCC06CA}" sibTransId="{8CCA8629-1F9F-4F9A-9E62-20D0D3388056}"/>
    <dgm:cxn modelId="{240681E0-2366-41B3-823C-FFFD981CE82F}" srcId="{EB29C412-B795-4EAE-996D-E1B7224A18EA}" destId="{E3C29B5C-1D09-423D-AD4F-7519B45125F5}" srcOrd="0" destOrd="0" parTransId="{E8F26D4C-D360-42CD-B2CA-DE04D7885CB2}" sibTransId="{B2413B76-FDA9-4760-B6A6-C28FF1E963E9}"/>
    <dgm:cxn modelId="{81389F87-C9A3-4209-A0F6-FCA66D803CCC}" type="presOf" srcId="{DBA89139-BF73-427B-A977-D906750D8F19}" destId="{F30FE186-19EA-4B66-B23B-203E4C9F4B0F}" srcOrd="0" destOrd="0" presId="urn:microsoft.com/office/officeart/2005/8/layout/vList5"/>
    <dgm:cxn modelId="{47ED785A-00CF-4B3A-BAF2-DDDFE2D6F3E3}" srcId="{D488D7CD-7431-43A6-B392-53B2E42BE712}" destId="{10B102ED-AD6A-4AA3-B570-81DD5B483DB5}" srcOrd="0" destOrd="0" parTransId="{05BC2835-6B30-4A86-998C-C45E35CDB991}" sibTransId="{4A755B61-9FF8-4E00-9894-D60A5B2ADDB0}"/>
    <dgm:cxn modelId="{986B2B11-5E44-413B-AFBD-BA392511F8F4}" type="presOf" srcId="{69861114-A3A7-4D68-B644-1C1F9D49161D}" destId="{67A54760-2093-4167-A991-8CE752FEB465}" srcOrd="0" destOrd="0" presId="urn:microsoft.com/office/officeart/2005/8/layout/vList5"/>
    <dgm:cxn modelId="{EABEEA06-FB04-4FFD-9705-68DE38C1A146}" srcId="{DBA89139-BF73-427B-A977-D906750D8F19}" destId="{B0D5F2EB-F20C-423A-B432-DE1926D5C624}" srcOrd="4" destOrd="0" parTransId="{DDF71CD3-1EA3-4A96-89DA-91D1A961E5D7}" sibTransId="{25218D07-63D0-411F-AE3B-ECAC8F10D299}"/>
    <dgm:cxn modelId="{AB80F597-23D7-46D8-B0C6-E75D58D5F4CF}" type="presParOf" srcId="{F30FE186-19EA-4B66-B23B-203E4C9F4B0F}" destId="{A2AFBC48-A807-409B-ACEF-4EEA6E076911}" srcOrd="0" destOrd="0" presId="urn:microsoft.com/office/officeart/2005/8/layout/vList5"/>
    <dgm:cxn modelId="{E8C0A94D-F571-4778-8143-67C8FC3CE00A}" type="presParOf" srcId="{A2AFBC48-A807-409B-ACEF-4EEA6E076911}" destId="{D3800C4F-F316-4B26-92F5-14AE021A4749}" srcOrd="0" destOrd="0" presId="urn:microsoft.com/office/officeart/2005/8/layout/vList5"/>
    <dgm:cxn modelId="{8B71A3C1-5B8B-4517-8CA5-EFECA02078B2}" type="presParOf" srcId="{A2AFBC48-A807-409B-ACEF-4EEA6E076911}" destId="{4599AF9A-18C0-4AB1-B259-D2D8D93B5EAE}" srcOrd="1" destOrd="0" presId="urn:microsoft.com/office/officeart/2005/8/layout/vList5"/>
    <dgm:cxn modelId="{9C76AF1B-4FF9-4F59-B58E-6CD259E50991}" type="presParOf" srcId="{F30FE186-19EA-4B66-B23B-203E4C9F4B0F}" destId="{573C4CA3-3F07-44E3-94E3-B0D513E5625A}" srcOrd="1" destOrd="0" presId="urn:microsoft.com/office/officeart/2005/8/layout/vList5"/>
    <dgm:cxn modelId="{AAF303B9-6598-4ABF-BCF0-B153255AF5D9}" type="presParOf" srcId="{F30FE186-19EA-4B66-B23B-203E4C9F4B0F}" destId="{46764DC1-3BB1-47DB-AFBF-58822344FB9A}" srcOrd="2" destOrd="0" presId="urn:microsoft.com/office/officeart/2005/8/layout/vList5"/>
    <dgm:cxn modelId="{85457D8F-7D40-4355-B7EF-9D974FDA0CD0}" type="presParOf" srcId="{46764DC1-3BB1-47DB-AFBF-58822344FB9A}" destId="{55E1998D-5782-42E3-AFDA-051AE2249420}" srcOrd="0" destOrd="0" presId="urn:microsoft.com/office/officeart/2005/8/layout/vList5"/>
    <dgm:cxn modelId="{338BCFBE-CC36-44FB-976C-0B935078A988}" type="presParOf" srcId="{46764DC1-3BB1-47DB-AFBF-58822344FB9A}" destId="{ED901539-7B13-41BA-BD1A-AEF0123E6312}" srcOrd="1" destOrd="0" presId="urn:microsoft.com/office/officeart/2005/8/layout/vList5"/>
    <dgm:cxn modelId="{C1A0ED57-8839-454F-8DF1-29395DB0C8A0}" type="presParOf" srcId="{F30FE186-19EA-4B66-B23B-203E4C9F4B0F}" destId="{591FE18A-FD65-4610-A3B5-BFA0C2153F6C}" srcOrd="3" destOrd="0" presId="urn:microsoft.com/office/officeart/2005/8/layout/vList5"/>
    <dgm:cxn modelId="{F19871C0-82ED-42E7-B67C-65EF09522222}" type="presParOf" srcId="{F30FE186-19EA-4B66-B23B-203E4C9F4B0F}" destId="{13E65E5B-AD93-4EE3-9E37-F3288D7E6DB1}" srcOrd="4" destOrd="0" presId="urn:microsoft.com/office/officeart/2005/8/layout/vList5"/>
    <dgm:cxn modelId="{E0A8E19A-64FC-4B80-934C-A0A0A3CD196F}" type="presParOf" srcId="{13E65E5B-AD93-4EE3-9E37-F3288D7E6DB1}" destId="{67A54760-2093-4167-A991-8CE752FEB465}" srcOrd="0" destOrd="0" presId="urn:microsoft.com/office/officeart/2005/8/layout/vList5"/>
    <dgm:cxn modelId="{41B39D24-EE80-4EC6-8EA7-0EE496303AA4}" type="presParOf" srcId="{13E65E5B-AD93-4EE3-9E37-F3288D7E6DB1}" destId="{0849D438-587C-4CD9-99DC-0B84B7D9887D}" srcOrd="1" destOrd="0" presId="urn:microsoft.com/office/officeart/2005/8/layout/vList5"/>
    <dgm:cxn modelId="{00A66C7E-A2DE-4576-8737-5BB567844D42}" type="presParOf" srcId="{F30FE186-19EA-4B66-B23B-203E4C9F4B0F}" destId="{090F1DA8-1447-46C6-A5C7-4DA82F4E5C2F}" srcOrd="5" destOrd="0" presId="urn:microsoft.com/office/officeart/2005/8/layout/vList5"/>
    <dgm:cxn modelId="{4687A39A-9283-4CE3-9193-570999506D00}" type="presParOf" srcId="{F30FE186-19EA-4B66-B23B-203E4C9F4B0F}" destId="{4DC9C950-8B73-438A-BDC4-7B0502CD2FCD}" srcOrd="6" destOrd="0" presId="urn:microsoft.com/office/officeart/2005/8/layout/vList5"/>
    <dgm:cxn modelId="{A7B28E66-C20E-474C-9954-5ABF926FB0B5}" type="presParOf" srcId="{4DC9C950-8B73-438A-BDC4-7B0502CD2FCD}" destId="{DD6182D5-7A3F-4D24-8621-C4B26554336C}" srcOrd="0" destOrd="0" presId="urn:microsoft.com/office/officeart/2005/8/layout/vList5"/>
    <dgm:cxn modelId="{78ECF543-13C8-443D-9855-FC7773D1C350}" type="presParOf" srcId="{4DC9C950-8B73-438A-BDC4-7B0502CD2FCD}" destId="{D17A5C16-6D69-48CF-96E6-D9C8E0F0EEE7}" srcOrd="1" destOrd="0" presId="urn:microsoft.com/office/officeart/2005/8/layout/vList5"/>
    <dgm:cxn modelId="{6F2389E8-B3F9-4208-ABE0-68D436415951}" type="presParOf" srcId="{F30FE186-19EA-4B66-B23B-203E4C9F4B0F}" destId="{25300609-6154-498F-9CBF-8FAC471D2BC2}" srcOrd="7" destOrd="0" presId="urn:microsoft.com/office/officeart/2005/8/layout/vList5"/>
    <dgm:cxn modelId="{012DA747-0AA1-464E-B89E-D415A5D55B40}" type="presParOf" srcId="{F30FE186-19EA-4B66-B23B-203E4C9F4B0F}" destId="{C3913723-B161-4993-9F1A-EB0DF576D2D4}" srcOrd="8" destOrd="0" presId="urn:microsoft.com/office/officeart/2005/8/layout/vList5"/>
    <dgm:cxn modelId="{5FE66666-001E-4AC5-8007-5A672E548606}" type="presParOf" srcId="{C3913723-B161-4993-9F1A-EB0DF576D2D4}" destId="{479CAFDE-882B-46A2-ADA8-B19363464652}" srcOrd="0" destOrd="0" presId="urn:microsoft.com/office/officeart/2005/8/layout/vList5"/>
    <dgm:cxn modelId="{EEE9AF5A-1600-4A6E-B009-C612CB853911}" type="presParOf" srcId="{C3913723-B161-4993-9F1A-EB0DF576D2D4}" destId="{6EA4AF8D-F1B1-4CED-84B7-E6765FF2BDC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9AF9A-18C0-4AB1-B259-D2D8D93B5EAE}">
      <dsp:nvSpPr>
        <dsp:cNvPr id="0" name=""/>
        <dsp:cNvSpPr/>
      </dsp:nvSpPr>
      <dsp:spPr>
        <a:xfrm rot="5400000">
          <a:off x="5215306" y="-2155267"/>
          <a:ext cx="761642" cy="526694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활성화 되어 있는 </a:t>
          </a:r>
          <a:r>
            <a:rPr lang="en-US" altLang="ko-KR" sz="1400" kern="1200" dirty="0" smtClean="0"/>
            <a:t>Activity</a:t>
          </a:r>
          <a:r>
            <a:rPr lang="ko-KR" altLang="en-US" sz="1400" kern="1200" dirty="0" smtClean="0"/>
            <a:t>를 가진 프로세스</a:t>
          </a: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활성화 유지가 힘들 정도로 메모리가 부족할 경우에만 종료</a:t>
          </a:r>
          <a:endParaRPr lang="ko-KR" altLang="en-US" sz="1400" kern="1200" dirty="0"/>
        </a:p>
      </dsp:txBody>
      <dsp:txXfrm rot="-5400000">
        <a:off x="2962655" y="134564"/>
        <a:ext cx="5229764" cy="687282"/>
      </dsp:txXfrm>
    </dsp:sp>
    <dsp:sp modelId="{D3800C4F-F316-4B26-92F5-14AE021A4749}">
      <dsp:nvSpPr>
        <dsp:cNvPr id="0" name=""/>
        <dsp:cNvSpPr/>
      </dsp:nvSpPr>
      <dsp:spPr>
        <a:xfrm>
          <a:off x="0" y="2177"/>
          <a:ext cx="2962656" cy="95205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kern="1200" dirty="0" smtClean="0"/>
            <a:t>Foreground</a:t>
          </a:r>
          <a:br>
            <a:rPr lang="en-US" altLang="ko-KR" sz="2400" kern="1200" dirty="0" smtClean="0"/>
          </a:br>
          <a:r>
            <a:rPr lang="en-US" altLang="ko-KR" sz="2400" kern="1200" dirty="0" smtClean="0"/>
            <a:t>Process</a:t>
          </a:r>
          <a:endParaRPr lang="ko-KR" altLang="en-US" sz="2400" kern="1200" dirty="0"/>
        </a:p>
      </dsp:txBody>
      <dsp:txXfrm>
        <a:off x="46475" y="48652"/>
        <a:ext cx="2869706" cy="859103"/>
      </dsp:txXfrm>
    </dsp:sp>
    <dsp:sp modelId="{ED901539-7B13-41BA-BD1A-AEF0123E6312}">
      <dsp:nvSpPr>
        <dsp:cNvPr id="0" name=""/>
        <dsp:cNvSpPr/>
      </dsp:nvSpPr>
      <dsp:spPr>
        <a:xfrm rot="5400000">
          <a:off x="5215306" y="-1155611"/>
          <a:ext cx="761642" cy="5266944"/>
        </a:xfrm>
        <a:prstGeom prst="round2SameRect">
          <a:avLst/>
        </a:prstGeom>
        <a:solidFill>
          <a:schemeClr val="accent5">
            <a:tint val="40000"/>
            <a:alpha val="90000"/>
            <a:hueOff val="1627459"/>
            <a:satOff val="-2868"/>
            <a:lumOff val="42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1627459"/>
              <a:satOff val="-2868"/>
              <a:lumOff val="42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화면상에는 나타나지만 활성화되지 않은 프로세스</a:t>
          </a: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다이얼로그 형태로 표시되는 </a:t>
          </a:r>
          <a:r>
            <a:rPr lang="en-US" altLang="ko-KR" sz="1400" kern="1200" dirty="0" smtClean="0"/>
            <a:t>Activity</a:t>
          </a:r>
          <a:r>
            <a:rPr lang="ko-KR" altLang="en-US" sz="1400" kern="1200" dirty="0" smtClean="0"/>
            <a:t>의 경우</a:t>
          </a:r>
          <a:endParaRPr lang="ko-KR" altLang="en-US" sz="1400" kern="1200" dirty="0"/>
        </a:p>
      </dsp:txBody>
      <dsp:txXfrm rot="-5400000">
        <a:off x="2962655" y="1134220"/>
        <a:ext cx="5229764" cy="687282"/>
      </dsp:txXfrm>
    </dsp:sp>
    <dsp:sp modelId="{55E1998D-5782-42E3-AFDA-051AE2249420}">
      <dsp:nvSpPr>
        <dsp:cNvPr id="0" name=""/>
        <dsp:cNvSpPr/>
      </dsp:nvSpPr>
      <dsp:spPr>
        <a:xfrm>
          <a:off x="0" y="1001833"/>
          <a:ext cx="2962656" cy="952053"/>
        </a:xfrm>
        <a:prstGeom prst="roundRect">
          <a:avLst/>
        </a:prstGeom>
        <a:gradFill rotWithShape="0">
          <a:gsLst>
            <a:gs pos="0">
              <a:schemeClr val="accent5">
                <a:hueOff val="1758620"/>
                <a:satOff val="-14175"/>
                <a:lumOff val="4020"/>
                <a:alphaOff val="0"/>
                <a:shade val="51000"/>
                <a:satMod val="130000"/>
              </a:schemeClr>
            </a:gs>
            <a:gs pos="80000">
              <a:schemeClr val="accent5">
                <a:hueOff val="1758620"/>
                <a:satOff val="-14175"/>
                <a:lumOff val="4020"/>
                <a:alphaOff val="0"/>
                <a:shade val="93000"/>
                <a:satMod val="130000"/>
              </a:schemeClr>
            </a:gs>
            <a:gs pos="100000">
              <a:schemeClr val="accent5">
                <a:hueOff val="1758620"/>
                <a:satOff val="-14175"/>
                <a:lumOff val="402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kern="1200" dirty="0" smtClean="0"/>
            <a:t>Visible</a:t>
          </a:r>
          <a:br>
            <a:rPr lang="en-US" altLang="ko-KR" sz="2400" kern="1200" dirty="0" smtClean="0"/>
          </a:br>
          <a:r>
            <a:rPr lang="en-US" altLang="ko-KR" sz="2400" kern="1200" dirty="0" smtClean="0"/>
            <a:t>Process</a:t>
          </a:r>
          <a:endParaRPr lang="ko-KR" altLang="en-US" sz="2400" kern="1200" dirty="0"/>
        </a:p>
      </dsp:txBody>
      <dsp:txXfrm>
        <a:off x="46475" y="1048308"/>
        <a:ext cx="2869706" cy="859103"/>
      </dsp:txXfrm>
    </dsp:sp>
    <dsp:sp modelId="{0849D438-587C-4CD9-99DC-0B84B7D9887D}">
      <dsp:nvSpPr>
        <dsp:cNvPr id="0" name=""/>
        <dsp:cNvSpPr/>
      </dsp:nvSpPr>
      <dsp:spPr>
        <a:xfrm rot="5400000">
          <a:off x="5215306" y="-155956"/>
          <a:ext cx="761642" cy="5266944"/>
        </a:xfrm>
        <a:prstGeom prst="round2SameRect">
          <a:avLst/>
        </a:prstGeom>
        <a:solidFill>
          <a:schemeClr val="accent5">
            <a:tint val="40000"/>
            <a:alpha val="90000"/>
            <a:hueOff val="3254919"/>
            <a:satOff val="-5737"/>
            <a:lumOff val="853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3254919"/>
              <a:satOff val="-5737"/>
              <a:lumOff val="85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서비스를 점유하는 프로세스</a:t>
          </a: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보여지지 않고 일반적인 작업을 수행하는 프로세스</a:t>
          </a:r>
          <a:endParaRPr lang="ko-KR" altLang="en-US" sz="1400" kern="1200" dirty="0"/>
        </a:p>
      </dsp:txBody>
      <dsp:txXfrm rot="-5400000">
        <a:off x="2962655" y="2133875"/>
        <a:ext cx="5229764" cy="687282"/>
      </dsp:txXfrm>
    </dsp:sp>
    <dsp:sp modelId="{67A54760-2093-4167-A991-8CE752FEB465}">
      <dsp:nvSpPr>
        <dsp:cNvPr id="0" name=""/>
        <dsp:cNvSpPr/>
      </dsp:nvSpPr>
      <dsp:spPr>
        <a:xfrm>
          <a:off x="0" y="2001489"/>
          <a:ext cx="2962656" cy="952053"/>
        </a:xfrm>
        <a:prstGeom prst="roundRect">
          <a:avLst/>
        </a:prstGeom>
        <a:gradFill rotWithShape="0">
          <a:gsLst>
            <a:gs pos="0">
              <a:schemeClr val="accent5">
                <a:hueOff val="3517239"/>
                <a:satOff val="-28349"/>
                <a:lumOff val="8040"/>
                <a:alphaOff val="0"/>
                <a:shade val="51000"/>
                <a:satMod val="130000"/>
              </a:schemeClr>
            </a:gs>
            <a:gs pos="80000">
              <a:schemeClr val="accent5">
                <a:hueOff val="3517239"/>
                <a:satOff val="-28349"/>
                <a:lumOff val="8040"/>
                <a:alphaOff val="0"/>
                <a:shade val="93000"/>
                <a:satMod val="130000"/>
              </a:schemeClr>
            </a:gs>
            <a:gs pos="100000">
              <a:schemeClr val="accent5">
                <a:hueOff val="3517239"/>
                <a:satOff val="-28349"/>
                <a:lumOff val="804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kern="1200" dirty="0" smtClean="0"/>
            <a:t>Service</a:t>
          </a:r>
          <a:br>
            <a:rPr lang="en-US" altLang="ko-KR" sz="2400" kern="1200" dirty="0" smtClean="0"/>
          </a:br>
          <a:r>
            <a:rPr lang="en-US" altLang="ko-KR" sz="2400" kern="1200" dirty="0" smtClean="0"/>
            <a:t>Process</a:t>
          </a:r>
          <a:endParaRPr lang="ko-KR" altLang="en-US" sz="2400" kern="1200" dirty="0"/>
        </a:p>
      </dsp:txBody>
      <dsp:txXfrm>
        <a:off x="46475" y="2047964"/>
        <a:ext cx="2869706" cy="859103"/>
      </dsp:txXfrm>
    </dsp:sp>
    <dsp:sp modelId="{D17A5C16-6D69-48CF-96E6-D9C8E0F0EEE7}">
      <dsp:nvSpPr>
        <dsp:cNvPr id="0" name=""/>
        <dsp:cNvSpPr/>
      </dsp:nvSpPr>
      <dsp:spPr>
        <a:xfrm rot="5400000">
          <a:off x="5215306" y="843699"/>
          <a:ext cx="761642" cy="5266944"/>
        </a:xfrm>
        <a:prstGeom prst="round2SameRect">
          <a:avLst/>
        </a:prstGeom>
        <a:solidFill>
          <a:schemeClr val="accent5">
            <a:tint val="40000"/>
            <a:alpha val="90000"/>
            <a:hueOff val="4882378"/>
            <a:satOff val="-8605"/>
            <a:lumOff val="128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4882378"/>
              <a:satOff val="-8605"/>
              <a:lumOff val="128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현재 보여지지 않는 </a:t>
          </a:r>
          <a:r>
            <a:rPr lang="en-US" altLang="ko-KR" sz="1400" kern="1200" dirty="0" smtClean="0"/>
            <a:t>Activity</a:t>
          </a:r>
          <a:r>
            <a:rPr lang="ko-KR" altLang="en-US" sz="1400" kern="1200" dirty="0" smtClean="0"/>
            <a:t>를 가진 프로세스</a:t>
          </a: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일반적으로 아무런 작업을 하지 않고 메모리 부족할 경우 종료</a:t>
          </a:r>
          <a:endParaRPr lang="ko-KR" altLang="en-US" sz="1400" kern="1200" dirty="0"/>
        </a:p>
      </dsp:txBody>
      <dsp:txXfrm rot="-5400000">
        <a:off x="2962655" y="3133530"/>
        <a:ext cx="5229764" cy="687282"/>
      </dsp:txXfrm>
    </dsp:sp>
    <dsp:sp modelId="{DD6182D5-7A3F-4D24-8621-C4B26554336C}">
      <dsp:nvSpPr>
        <dsp:cNvPr id="0" name=""/>
        <dsp:cNvSpPr/>
      </dsp:nvSpPr>
      <dsp:spPr>
        <a:xfrm>
          <a:off x="0" y="3001145"/>
          <a:ext cx="2962656" cy="952053"/>
        </a:xfrm>
        <a:prstGeom prst="roundRect">
          <a:avLst/>
        </a:prstGeom>
        <a:gradFill rotWithShape="0">
          <a:gsLst>
            <a:gs pos="0">
              <a:schemeClr val="accent5">
                <a:hueOff val="5275859"/>
                <a:satOff val="-42524"/>
                <a:lumOff val="12059"/>
                <a:alphaOff val="0"/>
                <a:shade val="51000"/>
                <a:satMod val="130000"/>
              </a:schemeClr>
            </a:gs>
            <a:gs pos="80000">
              <a:schemeClr val="accent5">
                <a:hueOff val="5275859"/>
                <a:satOff val="-42524"/>
                <a:lumOff val="12059"/>
                <a:alphaOff val="0"/>
                <a:shade val="93000"/>
                <a:satMod val="130000"/>
              </a:schemeClr>
            </a:gs>
            <a:gs pos="100000">
              <a:schemeClr val="accent5">
                <a:hueOff val="5275859"/>
                <a:satOff val="-42524"/>
                <a:lumOff val="120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kern="1200" dirty="0" smtClean="0"/>
            <a:t>Background</a:t>
          </a:r>
          <a:br>
            <a:rPr lang="en-US" altLang="ko-KR" sz="2400" kern="1200" dirty="0" smtClean="0"/>
          </a:br>
          <a:r>
            <a:rPr lang="en-US" altLang="ko-KR" sz="2400" kern="1200" dirty="0" smtClean="0"/>
            <a:t>Process</a:t>
          </a:r>
          <a:endParaRPr lang="ko-KR" altLang="en-US" sz="2400" kern="1200" dirty="0"/>
        </a:p>
      </dsp:txBody>
      <dsp:txXfrm>
        <a:off x="46475" y="3047620"/>
        <a:ext cx="2869706" cy="859103"/>
      </dsp:txXfrm>
    </dsp:sp>
    <dsp:sp modelId="{6EA4AF8D-F1B1-4CED-84B7-E6765FF2BDC3}">
      <dsp:nvSpPr>
        <dsp:cNvPr id="0" name=""/>
        <dsp:cNvSpPr/>
      </dsp:nvSpPr>
      <dsp:spPr>
        <a:xfrm rot="5400000">
          <a:off x="5215306" y="1843355"/>
          <a:ext cx="761642" cy="5266944"/>
        </a:xfrm>
        <a:prstGeom prst="round2SameRect">
          <a:avLst/>
        </a:prstGeom>
        <a:solidFill>
          <a:schemeClr val="accent5">
            <a:tint val="40000"/>
            <a:alpha val="90000"/>
            <a:hueOff val="6509837"/>
            <a:satOff val="-11474"/>
            <a:lumOff val="170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6509837"/>
              <a:satOff val="-11474"/>
              <a:lumOff val="170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400" kern="1200" dirty="0" smtClean="0"/>
            <a:t>아무런 컴포넌트도 없는 프로세스</a:t>
          </a:r>
          <a:endParaRPr lang="ko-KR" altLang="en-US" sz="1400" kern="1200" dirty="0"/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400" kern="1200" dirty="0" smtClean="0"/>
            <a:t>App </a:t>
          </a:r>
          <a:r>
            <a:rPr lang="ko-KR" altLang="en-US" sz="1400" kern="1200" dirty="0" smtClean="0"/>
            <a:t>시동시간 단축을 위해 메모리에 </a:t>
          </a:r>
          <a:r>
            <a:rPr lang="ko-KR" altLang="en-US" sz="1400" kern="1200" dirty="0" err="1" smtClean="0"/>
            <a:t>캐쉬되어</a:t>
          </a:r>
          <a:r>
            <a:rPr lang="ko-KR" altLang="en-US" sz="1400" kern="1200" dirty="0" smtClean="0"/>
            <a:t> 있는 프로세스</a:t>
          </a:r>
          <a:endParaRPr lang="ko-KR" altLang="en-US" sz="1400" kern="1200" dirty="0"/>
        </a:p>
      </dsp:txBody>
      <dsp:txXfrm rot="-5400000">
        <a:off x="2962655" y="4133186"/>
        <a:ext cx="5229764" cy="687282"/>
      </dsp:txXfrm>
    </dsp:sp>
    <dsp:sp modelId="{479CAFDE-882B-46A2-ADA8-B19363464652}">
      <dsp:nvSpPr>
        <dsp:cNvPr id="0" name=""/>
        <dsp:cNvSpPr/>
      </dsp:nvSpPr>
      <dsp:spPr>
        <a:xfrm>
          <a:off x="0" y="4000801"/>
          <a:ext cx="2962656" cy="952053"/>
        </a:xfrm>
        <a:prstGeom prst="roundRect">
          <a:avLst/>
        </a:prstGeom>
        <a:gradFill rotWithShape="0">
          <a:gsLst>
            <a:gs pos="0">
              <a:schemeClr val="accent5">
                <a:hueOff val="7034478"/>
                <a:satOff val="-56698"/>
                <a:lumOff val="16079"/>
                <a:alphaOff val="0"/>
                <a:shade val="51000"/>
                <a:satMod val="130000"/>
              </a:schemeClr>
            </a:gs>
            <a:gs pos="80000">
              <a:schemeClr val="accent5">
                <a:hueOff val="7034478"/>
                <a:satOff val="-56698"/>
                <a:lumOff val="16079"/>
                <a:alphaOff val="0"/>
                <a:shade val="93000"/>
                <a:satMod val="130000"/>
              </a:schemeClr>
            </a:gs>
            <a:gs pos="100000">
              <a:schemeClr val="accent5">
                <a:hueOff val="7034478"/>
                <a:satOff val="-56698"/>
                <a:lumOff val="1607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400" kern="1200" dirty="0" smtClean="0"/>
            <a:t>Empty</a:t>
          </a:r>
          <a:br>
            <a:rPr lang="en-US" altLang="ko-KR" sz="2400" kern="1200" dirty="0" smtClean="0"/>
          </a:br>
          <a:r>
            <a:rPr lang="en-US" altLang="ko-KR" sz="2400" kern="1200" dirty="0" smtClean="0"/>
            <a:t>Process</a:t>
          </a:r>
          <a:endParaRPr lang="ko-KR" altLang="en-US" sz="2400" kern="1200" dirty="0"/>
        </a:p>
      </dsp:txBody>
      <dsp:txXfrm>
        <a:off x="46475" y="4047276"/>
        <a:ext cx="2869706" cy="859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Sandbox </a:t>
            </a:r>
            <a:r>
              <a:rPr lang="ko-KR" altLang="en-US" dirty="0" smtClean="0"/>
              <a:t>아이들로 하여금 모래 상자 안에서만 놀게 하는 것 같은 권한을 줌</a:t>
            </a:r>
            <a:endParaRPr lang="en-US" altLang="ko-KR" dirty="0" smtClean="0"/>
          </a:p>
          <a:p>
            <a:r>
              <a:rPr lang="ko-KR" altLang="en-US" dirty="0" err="1" smtClean="0"/>
              <a:t>안드로이드의</a:t>
            </a:r>
            <a:r>
              <a:rPr lang="ko-KR" altLang="en-US" dirty="0" smtClean="0"/>
              <a:t> 보안 아키텍처의 중심은 모든 응용 프로그램에 기본적으로 다른 응용 프로그램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운영 체제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또는 사용자에게 영향을 미칠만한 작업을 수행할 권한을 부여하지 않는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사용자의 개인 데이터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예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연락처 또는 </a:t>
            </a:r>
            <a:r>
              <a:rPr lang="ko-KR" altLang="en-US" baseline="0" dirty="0" err="1" smtClean="0"/>
              <a:t>이메일</a:t>
            </a:r>
            <a:r>
              <a:rPr lang="en-US" altLang="ko-KR" baseline="0" dirty="0" smtClean="0"/>
              <a:t>)</a:t>
            </a:r>
            <a:r>
              <a:rPr lang="ko-KR" altLang="en-US" dirty="0" smtClean="0"/>
              <a:t>를 포함</a:t>
            </a:r>
            <a:r>
              <a:rPr lang="ko-KR" altLang="en-US" baseline="0" dirty="0" smtClean="0"/>
              <a:t>한 각종 데이터의 읽기 또는 네트워크 액세스를 수행하는 다른 응용 프로그램의 파일에 대한 읽기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쓰기가 금지된다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57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J2EE</a:t>
            </a:r>
            <a:r>
              <a:rPr lang="en-US" altLang="ko-K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(Java 2 platform, Enterprise Edition)</a:t>
            </a:r>
          </a:p>
          <a:p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프로젝트폴더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밑에 생성되는</a:t>
            </a:r>
            <a:r>
              <a:rPr lang="ko-KR" alt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AndroidManifest.xml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는 간단히 말해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문서 형식의 어플리케이션 명세서이다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ko-KR" altLang="en-US" dirty="0" smtClean="0"/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어플리케이션이 어떤 컴포넌트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(Activity, Service, Content provider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 포함하는지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 컴포넌트들이 어떤 구성을 통해 어플리케이션을 이루는지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(ex.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어떤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activity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디바이스의 메인메뉴에 위치할지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다른 말로 어플리케이션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Launcher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될지 여부 등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또는 각종 제약 등이 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매니페스트에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기록된다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ko-KR" altLang="en-US" dirty="0" smtClean="0"/>
          </a:p>
          <a:p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안드로이드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프로젝트를 생성하면 기본 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매니페스트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파일이 생성되며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아주 간단한 어플리케이션의 경우 수정할 필요가 없을 수도 있지만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일반적인 어플리케이션의 경우 조금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많이 수정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내용 추가를 요할 수도 있다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참고로 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안드로이드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SDK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내부에 포함된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 Demo suite 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예제의 경우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라인이 넘는 큰 </a:t>
            </a:r>
            <a:r>
              <a:rPr lang="ko-KR" alt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매니페스트</a:t>
            </a:r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파일이 제공된다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프로세스 우선순위에 따른 순서</a:t>
            </a:r>
            <a:endParaRPr lang="en-US" altLang="ko-KR" dirty="0" smtClean="0"/>
          </a:p>
          <a:p>
            <a:r>
              <a:rPr lang="ko-KR" altLang="en-US" dirty="0" smtClean="0"/>
              <a:t>상위에 있는 종류들은 되도록 유지하려고 노력한다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하위에 있는 종류들은 우선순위가 높은 프로세스의 실행을 원활하게 하기 위해 언제든 종료될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063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Task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를 쌓아 올린 형태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= Activity Stack</a:t>
            </a:r>
          </a:p>
          <a:p>
            <a:r>
              <a:rPr lang="ko-KR" altLang="en-US" baseline="0" dirty="0" smtClean="0"/>
              <a:t>사용자는 가장 상단의 </a:t>
            </a:r>
            <a:r>
              <a:rPr lang="en-US" altLang="ko-KR" baseline="0" dirty="0" smtClean="0"/>
              <a:t>Activity</a:t>
            </a:r>
            <a:r>
              <a:rPr lang="ko-KR" altLang="en-US" baseline="0" dirty="0" smtClean="0"/>
              <a:t>와 상호작용</a:t>
            </a:r>
            <a:endParaRPr lang="en-US" altLang="ko-KR" baseline="0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Task 1</a:t>
            </a:r>
          </a:p>
          <a:p>
            <a:r>
              <a:rPr lang="en-US" altLang="ko-KR" baseline="0" dirty="0" smtClean="0"/>
              <a:t>    </a:t>
            </a:r>
            <a:r>
              <a:rPr lang="ko-KR" altLang="en-US" baseline="0" dirty="0" smtClean="0"/>
              <a:t>일반적인 어플리케이션 작동</a:t>
            </a:r>
            <a:endParaRPr lang="en-US" altLang="ko-KR" baseline="0" dirty="0" smtClean="0"/>
          </a:p>
          <a:p>
            <a:r>
              <a:rPr lang="en-US" altLang="ko-KR" baseline="0" dirty="0" smtClean="0"/>
              <a:t>Task 2</a:t>
            </a:r>
          </a:p>
          <a:p>
            <a:r>
              <a:rPr lang="en-US" altLang="ko-KR" baseline="0" dirty="0" smtClean="0"/>
              <a:t>    </a:t>
            </a:r>
            <a:r>
              <a:rPr lang="ko-KR" altLang="en-US" baseline="0" dirty="0" smtClean="0"/>
              <a:t>다른 어플리케이션의 </a:t>
            </a:r>
            <a:r>
              <a:rPr lang="en-US" altLang="ko-KR" baseline="0" dirty="0" smtClean="0"/>
              <a:t>Activity</a:t>
            </a:r>
            <a:r>
              <a:rPr lang="ko-KR" altLang="en-US" baseline="0" dirty="0" smtClean="0"/>
              <a:t>를 활용하는 작동</a:t>
            </a:r>
            <a:endParaRPr lang="en-US" altLang="ko-KR" baseline="0" dirty="0" smtClean="0"/>
          </a:p>
          <a:p>
            <a:r>
              <a:rPr lang="en-US" altLang="ko-KR" baseline="0" dirty="0" smtClean="0"/>
              <a:t>    App A</a:t>
            </a:r>
            <a:r>
              <a:rPr lang="ko-KR" altLang="en-US" baseline="0" dirty="0" smtClean="0"/>
              <a:t>가 실행되어 있지 않다면 </a:t>
            </a:r>
            <a:r>
              <a:rPr lang="en-US" altLang="ko-KR" baseline="0" dirty="0" smtClean="0"/>
              <a:t>App A</a:t>
            </a:r>
            <a:r>
              <a:rPr lang="ko-KR" altLang="en-US" baseline="0" dirty="0" smtClean="0"/>
              <a:t>를 실행해서 메모리에 올린 후 </a:t>
            </a:r>
            <a:r>
              <a:rPr lang="en-US" altLang="ko-KR" baseline="0" dirty="0" smtClean="0"/>
              <a:t>App A</a:t>
            </a:r>
            <a:r>
              <a:rPr lang="ko-KR" altLang="en-US" baseline="0" dirty="0" smtClean="0"/>
              <a:t>의 </a:t>
            </a:r>
            <a:r>
              <a:rPr lang="en-US" altLang="ko-KR" baseline="0" dirty="0" smtClean="0"/>
              <a:t>Act 4</a:t>
            </a:r>
            <a:r>
              <a:rPr lang="ko-KR" altLang="en-US" baseline="0" dirty="0" smtClean="0"/>
              <a:t>를 호출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956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Activity B</a:t>
            </a:r>
            <a:r>
              <a:rPr lang="ko-KR" altLang="en-US" dirty="0" smtClean="0"/>
              <a:t>가 반투명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일 경우에는 화면을 가리더라도 </a:t>
            </a:r>
            <a:r>
              <a:rPr lang="en-US" altLang="ko-KR" dirty="0" smtClean="0"/>
              <a:t>Activity A</a:t>
            </a:r>
            <a:r>
              <a:rPr lang="ko-KR" altLang="en-US" dirty="0" smtClean="0"/>
              <a:t>가 </a:t>
            </a:r>
            <a:r>
              <a:rPr lang="en-US" altLang="ko-KR" dirty="0" err="1" smtClean="0"/>
              <a:t>onStop</a:t>
            </a:r>
            <a:r>
              <a:rPr lang="ko-KR" altLang="en-US" dirty="0" smtClean="0"/>
              <a:t>까지 가지 않음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208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어플리케이션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 Application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Android Package</a:t>
            </a:r>
          </a:p>
          <a:p>
            <a:pPr lvl="1"/>
            <a:r>
              <a:rPr lang="en-US" altLang="ko-KR" dirty="0" smtClean="0"/>
              <a:t>*.APK </a:t>
            </a:r>
            <a:r>
              <a:rPr lang="ko-KR" altLang="en-US" dirty="0" smtClean="0"/>
              <a:t>파일 </a:t>
            </a:r>
            <a:r>
              <a:rPr lang="en-US" altLang="ko-KR" dirty="0" smtClean="0"/>
              <a:t>(</a:t>
            </a:r>
            <a:r>
              <a:rPr lang="ko-KR" altLang="en-US" dirty="0" smtClean="0"/>
              <a:t>압축 파일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클래스 파일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리소스 파일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매니페스트</a:t>
            </a:r>
            <a:r>
              <a:rPr lang="ko-KR" altLang="en-US" dirty="0" smtClean="0"/>
              <a:t> 파일 등이 포함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어플리케이션의 삭제 </a:t>
            </a:r>
            <a:r>
              <a:rPr lang="en-US" altLang="ko-KR" dirty="0" smtClean="0"/>
              <a:t>= </a:t>
            </a:r>
            <a:r>
              <a:rPr lang="ko-KR" altLang="en-US" dirty="0" smtClean="0"/>
              <a:t>설치된 </a:t>
            </a:r>
            <a:r>
              <a:rPr lang="en-US" altLang="ko-KR" dirty="0" smtClean="0"/>
              <a:t>APK </a:t>
            </a:r>
            <a:r>
              <a:rPr lang="ko-KR" altLang="en-US" dirty="0" smtClean="0"/>
              <a:t>파일 삭제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Sandbox</a:t>
            </a:r>
          </a:p>
          <a:p>
            <a:pPr lvl="1"/>
            <a:r>
              <a:rPr lang="ko-KR" altLang="en-US" dirty="0" err="1" smtClean="0"/>
              <a:t>어플리케이션별로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홈디렉토리를</a:t>
            </a:r>
            <a:r>
              <a:rPr lang="ko-KR" altLang="en-US" dirty="0" smtClean="0"/>
              <a:t> 보유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다른 어플리케이션의 영역 침범 방지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Lifetime</a:t>
            </a:r>
          </a:p>
          <a:p>
            <a:pPr lvl="1"/>
            <a:r>
              <a:rPr lang="ko-KR" altLang="en-US" dirty="0" smtClean="0"/>
              <a:t>한번 실행되면 작업을 완료하더라도 </a:t>
            </a:r>
            <a:r>
              <a:rPr lang="en-US" altLang="ko-KR" dirty="0" smtClean="0"/>
              <a:t>Stop </a:t>
            </a:r>
            <a:r>
              <a:rPr lang="ko-KR" altLang="en-US" dirty="0" smtClean="0"/>
              <a:t>상태에서 메모리에 상주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시스템 리소스가 부족하다고 판단되면 우선순위에 따라 종료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(Low memory killer</a:t>
            </a:r>
            <a:r>
              <a:rPr lang="ko-KR" altLang="en-US" dirty="0" smtClean="0"/>
              <a:t>가 관리</a:t>
            </a:r>
            <a:r>
              <a:rPr lang="en-US" altLang="ko-KR" dirty="0" smtClean="0"/>
              <a:t>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62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 Application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느슨하게 결합된 컴포넌트들로 구성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Loosely coupled components</a:t>
            </a:r>
          </a:p>
          <a:p>
            <a:pPr lvl="1"/>
            <a:endParaRPr lang="en-US" altLang="ko-KR" dirty="0"/>
          </a:p>
          <a:p>
            <a:r>
              <a:rPr lang="ko-KR" altLang="en-US" dirty="0" err="1" smtClean="0"/>
              <a:t>안드로이드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매니페스트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AndroidManifest.xml</a:t>
            </a:r>
          </a:p>
          <a:p>
            <a:pPr lvl="1"/>
            <a:r>
              <a:rPr lang="ko-KR" altLang="en-US" dirty="0" smtClean="0"/>
              <a:t>메타 데이터 기술</a:t>
            </a:r>
            <a:r>
              <a:rPr lang="en-US" altLang="ko-KR" dirty="0" smtClean="0"/>
              <a:t>, </a:t>
            </a:r>
            <a:r>
              <a:rPr lang="en-US" altLang="ko-KR" dirty="0" smtClean="0"/>
              <a:t>J2EE</a:t>
            </a:r>
            <a:r>
              <a:rPr lang="en-US" altLang="ko-KR" dirty="0"/>
              <a:t>(Java 2 platform, Enterprise Edition</a:t>
            </a:r>
            <a:r>
              <a:rPr lang="en-US" altLang="ko-KR" dirty="0" smtClean="0"/>
              <a:t>)</a:t>
            </a:r>
          </a:p>
          <a:p>
            <a:pPr marL="457200" lvl="1" indent="0">
              <a:buNone/>
            </a:pPr>
            <a:r>
              <a:rPr lang="ko-KR" altLang="en-US" dirty="0" smtClean="0"/>
              <a:t>의 </a:t>
            </a:r>
            <a:r>
              <a:rPr lang="en-US" altLang="ko-KR" dirty="0" smtClean="0"/>
              <a:t>web.xml</a:t>
            </a:r>
            <a:r>
              <a:rPr lang="ko-KR" altLang="en-US" dirty="0" smtClean="0"/>
              <a:t>과 유사한 목적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어플리케이션에 </a:t>
            </a:r>
            <a:r>
              <a:rPr lang="ko-KR" altLang="en-US" dirty="0" smtClean="0"/>
              <a:t>사용된 각 컴포넌트에 대한 참조 내용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컴포넌트간의 상호작용하는 방식 기술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하드웨어와 플랫폼 요구사항 포함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435" y="4251664"/>
            <a:ext cx="4969565" cy="2606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8005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Application Components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00050">
              <a:buFont typeface="+mj-lt"/>
              <a:buAutoNum type="arabicPeriod"/>
            </a:pPr>
            <a:r>
              <a:rPr lang="en-US" altLang="ko-KR" dirty="0" smtClean="0"/>
              <a:t>Activity</a:t>
            </a:r>
          </a:p>
          <a:p>
            <a:pPr marL="800100" lvl="1" indent="-342900"/>
            <a:r>
              <a:rPr lang="ko-KR" altLang="en-US" dirty="0" smtClean="0"/>
              <a:t>프레젠테이션 계층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모든 화면은 </a:t>
            </a:r>
            <a:r>
              <a:rPr lang="en-US" altLang="ko-KR" dirty="0" smtClean="0"/>
              <a:t>Activity </a:t>
            </a:r>
            <a:r>
              <a:rPr lang="ko-KR" altLang="en-US" dirty="0" smtClean="0"/>
              <a:t>클래스를 상속하여 확장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여러 가지의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를 가지고 정보를 표시</a:t>
            </a:r>
            <a:r>
              <a:rPr lang="en-US" altLang="ko-KR" dirty="0" smtClean="0"/>
              <a:t>, GUI</a:t>
            </a:r>
            <a:r>
              <a:rPr lang="ko-KR" altLang="en-US" dirty="0" smtClean="0"/>
              <a:t>를 생성</a:t>
            </a:r>
            <a:endParaRPr lang="en-US" altLang="ko-KR" dirty="0" smtClean="0"/>
          </a:p>
          <a:p>
            <a:pPr marL="400050">
              <a:buFont typeface="+mj-lt"/>
              <a:buAutoNum type="arabicPeriod"/>
            </a:pPr>
            <a:r>
              <a:rPr lang="en-US" altLang="ko-KR" dirty="0" smtClean="0"/>
              <a:t>Service</a:t>
            </a:r>
          </a:p>
          <a:p>
            <a:pPr marL="800100" lvl="1" indent="-342900"/>
            <a:r>
              <a:rPr lang="en-US" altLang="ko-KR" dirty="0" smtClean="0"/>
              <a:t>UI </a:t>
            </a:r>
            <a:r>
              <a:rPr lang="ko-KR" altLang="en-US" dirty="0" smtClean="0"/>
              <a:t>없이 작동하는 기능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데이터 소스를 업데이트하거나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를 업데이트 가능</a:t>
            </a:r>
            <a:endParaRPr lang="en-US" altLang="ko-KR" dirty="0" smtClean="0"/>
          </a:p>
          <a:p>
            <a:pPr marL="400050">
              <a:buFont typeface="+mj-lt"/>
              <a:buAutoNum type="arabicPeriod"/>
            </a:pPr>
            <a:r>
              <a:rPr lang="en-US" altLang="ko-KR" dirty="0" smtClean="0"/>
              <a:t>Content Provider</a:t>
            </a:r>
          </a:p>
          <a:p>
            <a:pPr marL="800100" lvl="1" indent="-342900"/>
            <a:r>
              <a:rPr lang="ko-KR" altLang="en-US" dirty="0" smtClean="0"/>
              <a:t>공유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가능한 데이터 저장소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어플리케이션의 데이터베이스를 관리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공유하는데 사용</a:t>
            </a:r>
            <a:endParaRPr lang="en-US" altLang="ko-KR" dirty="0" smtClean="0"/>
          </a:p>
          <a:p>
            <a:pPr marL="800100" lvl="1" indent="-342900"/>
            <a:r>
              <a:rPr lang="en-US" altLang="ko-KR" dirty="0" smtClean="0"/>
              <a:t>CP</a:t>
            </a:r>
            <a:r>
              <a:rPr lang="ko-KR" altLang="en-US" dirty="0" smtClean="0"/>
              <a:t>를 다른 </a:t>
            </a:r>
            <a:r>
              <a:rPr lang="en-US" altLang="ko-KR" dirty="0" smtClean="0"/>
              <a:t>App</a:t>
            </a:r>
            <a:r>
              <a:rPr lang="ko-KR" altLang="en-US" dirty="0" smtClean="0"/>
              <a:t>들이 접근 가능하도록 구성하면 </a:t>
            </a:r>
            <a:r>
              <a:rPr lang="en-US" altLang="ko-KR" dirty="0" smtClean="0"/>
              <a:t>App</a:t>
            </a:r>
            <a:r>
              <a:rPr lang="ko-KR" altLang="en-US" dirty="0" smtClean="0"/>
              <a:t>간의 데이터 공유 가능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미디어 저장소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연락처 정보 등의 내용은 </a:t>
            </a:r>
            <a:r>
              <a:rPr lang="ko-KR" altLang="en-US" dirty="0" err="1" smtClean="0"/>
              <a:t>네이티브</a:t>
            </a:r>
            <a:r>
              <a:rPr lang="ko-KR" altLang="en-US" dirty="0" smtClean="0"/>
              <a:t> </a:t>
            </a:r>
            <a:r>
              <a:rPr lang="en-US" altLang="ko-KR" dirty="0" smtClean="0"/>
              <a:t>CP</a:t>
            </a:r>
            <a:r>
              <a:rPr lang="ko-KR" altLang="en-US" dirty="0" smtClean="0"/>
              <a:t>로 노출됨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09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Application Components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00050">
              <a:buFont typeface="+mj-lt"/>
              <a:buAutoNum type="arabicPeriod" startAt="4"/>
            </a:pPr>
            <a:r>
              <a:rPr lang="en-US" altLang="ko-KR" dirty="0" smtClean="0"/>
              <a:t>Intent</a:t>
            </a:r>
          </a:p>
          <a:p>
            <a:pPr marL="800100" lvl="1" indent="-342900"/>
            <a:r>
              <a:rPr lang="en-US" altLang="ko-KR" dirty="0" smtClean="0"/>
              <a:t>App</a:t>
            </a:r>
            <a:r>
              <a:rPr lang="ko-KR" altLang="en-US" dirty="0" smtClean="0"/>
              <a:t>간의 메시지 전달 프레임워크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메시지를 시스템 전역에 방송하거나 특정 </a:t>
            </a:r>
            <a:r>
              <a:rPr lang="en-US" altLang="ko-KR" dirty="0" smtClean="0"/>
              <a:t>Activity </a:t>
            </a:r>
            <a:r>
              <a:rPr lang="ko-KR" altLang="en-US" dirty="0" smtClean="0"/>
              <a:t>혹은 </a:t>
            </a:r>
            <a:r>
              <a:rPr lang="en-US" altLang="ko-KR" dirty="0" smtClean="0"/>
              <a:t>Service</a:t>
            </a:r>
            <a:r>
              <a:rPr lang="ko-KR" altLang="en-US" dirty="0" smtClean="0"/>
              <a:t>에 전송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시스템은 해당 동작을 수행할 대상을 적절하게 결정</a:t>
            </a:r>
            <a:endParaRPr lang="en-US" altLang="ko-KR" dirty="0" smtClean="0"/>
          </a:p>
          <a:p>
            <a:pPr marL="400050">
              <a:buFont typeface="+mj-lt"/>
              <a:buAutoNum type="arabicPeriod" startAt="4"/>
            </a:pPr>
            <a:r>
              <a:rPr lang="en-US" altLang="ko-KR" dirty="0" smtClean="0"/>
              <a:t>Broadcast Receiver</a:t>
            </a:r>
          </a:p>
          <a:p>
            <a:pPr marL="800100" lvl="1" indent="-342900"/>
            <a:r>
              <a:rPr lang="ko-KR" altLang="en-US" dirty="0" smtClean="0"/>
              <a:t>방송되는 </a:t>
            </a:r>
            <a:r>
              <a:rPr lang="en-US" altLang="ko-KR" dirty="0" smtClean="0"/>
              <a:t>Intent</a:t>
            </a:r>
            <a:r>
              <a:rPr lang="ko-KR" altLang="en-US" dirty="0" smtClean="0"/>
              <a:t>를 받는 수신자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특정 필터의 조건에 부합하는 것들만 수신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이벤트 중심 </a:t>
            </a:r>
            <a:r>
              <a:rPr lang="en-US" altLang="ko-KR" dirty="0" smtClean="0"/>
              <a:t>App </a:t>
            </a:r>
            <a:r>
              <a:rPr lang="ko-KR" altLang="en-US" dirty="0" smtClean="0"/>
              <a:t>개발에 필수</a:t>
            </a:r>
            <a:endParaRPr lang="en-US" altLang="ko-KR" dirty="0" smtClean="0"/>
          </a:p>
          <a:p>
            <a:pPr marL="400050">
              <a:buFont typeface="+mj-lt"/>
              <a:buAutoNum type="arabicPeriod" startAt="4"/>
            </a:pPr>
            <a:r>
              <a:rPr lang="en-US" altLang="ko-KR" dirty="0" smtClean="0"/>
              <a:t>Widget</a:t>
            </a:r>
          </a:p>
          <a:p>
            <a:pPr marL="800100" lvl="1" indent="-342900"/>
            <a:r>
              <a:rPr lang="ko-KR" altLang="en-US" dirty="0" smtClean="0"/>
              <a:t>홈 스크린에 추가 가능한 </a:t>
            </a:r>
            <a:r>
              <a:rPr lang="ko-KR" altLang="en-US" dirty="0" err="1" smtClean="0"/>
              <a:t>비주얼</a:t>
            </a:r>
            <a:r>
              <a:rPr lang="ko-KR" altLang="en-US" dirty="0" smtClean="0"/>
              <a:t> </a:t>
            </a:r>
            <a:r>
              <a:rPr lang="en-US" altLang="ko-KR" dirty="0" smtClean="0"/>
              <a:t>App </a:t>
            </a:r>
            <a:r>
              <a:rPr lang="ko-KR" altLang="en-US" dirty="0" smtClean="0"/>
              <a:t>컴포넌트</a:t>
            </a:r>
            <a:endParaRPr lang="en-US" altLang="ko-KR" dirty="0" smtClean="0"/>
          </a:p>
          <a:p>
            <a:pPr marL="800100" lvl="1" indent="-342900"/>
            <a:r>
              <a:rPr lang="en-US" altLang="ko-KR" dirty="0" smtClean="0"/>
              <a:t>Broadcast Receiver</a:t>
            </a:r>
            <a:r>
              <a:rPr lang="ko-KR" altLang="en-US" dirty="0" smtClean="0"/>
              <a:t>의 특별한 케이스</a:t>
            </a:r>
            <a:endParaRPr lang="en-US" altLang="ko-KR" dirty="0" smtClean="0"/>
          </a:p>
          <a:p>
            <a:pPr marL="400050">
              <a:buFont typeface="+mj-lt"/>
              <a:buAutoNum type="arabicPeriod" startAt="4"/>
            </a:pPr>
            <a:r>
              <a:rPr lang="en-US" altLang="ko-KR" dirty="0" smtClean="0"/>
              <a:t>Notification</a:t>
            </a:r>
          </a:p>
          <a:p>
            <a:pPr marL="800100" lvl="1" indent="-342900"/>
            <a:r>
              <a:rPr lang="ko-KR" altLang="en-US" dirty="0" smtClean="0"/>
              <a:t>사용자 알림 프레임워크</a:t>
            </a:r>
            <a:endParaRPr lang="en-US" altLang="ko-KR" dirty="0" smtClean="0"/>
          </a:p>
          <a:p>
            <a:pPr marL="800100" lvl="1" indent="-342900"/>
            <a:r>
              <a:rPr lang="ko-KR" altLang="en-US" dirty="0" smtClean="0"/>
              <a:t>현재 활성화된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의 포커스를 빼앗지 않고도 사용자에게 알림</a:t>
            </a:r>
            <a:endParaRPr lang="en-US" altLang="ko-KR" dirty="0" smtClean="0"/>
          </a:p>
          <a:p>
            <a:pPr marL="800100" lvl="1" indent="-342900"/>
            <a:r>
              <a:rPr lang="en-US" altLang="ko-KR" dirty="0" smtClean="0"/>
              <a:t>Service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Broadcast Receiver</a:t>
            </a:r>
            <a:r>
              <a:rPr lang="ko-KR" altLang="en-US" dirty="0" smtClean="0"/>
              <a:t>에서 사용자의 주의를 끌기 위해 선호하는 기법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25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Application Styles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481328" y="1389888"/>
            <a:ext cx="2243328" cy="147523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767840" y="1676400"/>
            <a:ext cx="560832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2481072" y="1694688"/>
            <a:ext cx="560832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225040" y="2176272"/>
            <a:ext cx="560832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956560" y="2176272"/>
            <a:ext cx="560832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38016" y="1804338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여러 형태의 화면을 가진 어플리케이션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보기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편집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검색 등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481328" y="3017520"/>
            <a:ext cx="2243328" cy="147523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767840" y="3304032"/>
            <a:ext cx="560832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481072" y="3322320"/>
            <a:ext cx="560832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889504" y="3797808"/>
            <a:ext cx="560832" cy="347472"/>
          </a:xfrm>
          <a:prstGeom prst="rect">
            <a:avLst/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CP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38016" y="3431970"/>
            <a:ext cx="42819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다른</a:t>
            </a:r>
            <a:r>
              <a:rPr lang="en-US" altLang="ko-KR" dirty="0"/>
              <a:t> </a:t>
            </a:r>
            <a:r>
              <a:rPr lang="ko-KR" altLang="en-US" dirty="0" smtClean="0"/>
              <a:t>어플리케이션에게 정보를 제공하는</a:t>
            </a:r>
            <a:endParaRPr lang="en-US" altLang="ko-KR" dirty="0" smtClean="0"/>
          </a:p>
          <a:p>
            <a:r>
              <a:rPr lang="ko-KR" altLang="en-US" dirty="0" smtClean="0"/>
              <a:t>어플리케이션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공유 가능한 일정 등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: Content Provider</a:t>
            </a:r>
            <a:endParaRPr lang="ko-KR" altLang="en-US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1481328" y="4663440"/>
            <a:ext cx="2243328" cy="147523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036064" y="5227320"/>
            <a:ext cx="560832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2743200" y="5227319"/>
            <a:ext cx="560832" cy="34747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Srv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938016" y="5077890"/>
            <a:ext cx="4743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백그라운드에서 계속 동작하는 어플리케이션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음악 재생기 등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202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Process Types</a:t>
            </a:r>
            <a:endParaRPr lang="ko-KR" altLang="en-US" dirty="0"/>
          </a:p>
        </p:txBody>
      </p:sp>
      <p:graphicFrame>
        <p:nvGraphicFramePr>
          <p:cNvPr id="4" name="다이어그램 3"/>
          <p:cNvGraphicFramePr/>
          <p:nvPr>
            <p:extLst>
              <p:ext uri="{D42A27DB-BD31-4B8C-83A1-F6EECF244321}">
                <p14:modId xmlns:p14="http://schemas.microsoft.com/office/powerpoint/2010/main" val="3218834528"/>
              </p:ext>
            </p:extLst>
          </p:nvPr>
        </p:nvGraphicFramePr>
        <p:xfrm>
          <a:off x="438912" y="1397000"/>
          <a:ext cx="8229600" cy="4955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650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Interaction</a:t>
            </a:r>
          </a:p>
          <a:p>
            <a:pPr lvl="1"/>
            <a:r>
              <a:rPr lang="ko-KR" altLang="en-US" dirty="0" smtClean="0"/>
              <a:t>사용자와의 상호작용을 위한 컴포넌트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유일하게 사용자의 눈에 보이는 컴포넌트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내부적으로 하나의 윈도우와 여러 개의 </a:t>
            </a:r>
            <a:r>
              <a:rPr lang="ko-KR" altLang="en-US" dirty="0" err="1" smtClean="0"/>
              <a:t>뷰</a:t>
            </a:r>
            <a:r>
              <a:rPr lang="ko-KR" altLang="en-US" dirty="0" smtClean="0"/>
              <a:t> 객체를 이용해서 인터페이스를 구성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Usages</a:t>
            </a:r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다이얼로그</a:t>
            </a:r>
            <a:r>
              <a:rPr lang="ko-KR" altLang="en-US" dirty="0" smtClean="0"/>
              <a:t>가 나타나거나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무언가를 </a:t>
            </a:r>
            <a:r>
              <a:rPr lang="ko-KR" altLang="en-US" dirty="0" smtClean="0">
                <a:solidFill>
                  <a:srgbClr val="00B0F0"/>
                </a:solidFill>
              </a:rPr>
              <a:t>입력</a:t>
            </a:r>
            <a:r>
              <a:rPr lang="ko-KR" altLang="en-US" dirty="0" smtClean="0"/>
              <a:t> 받거나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하단의 옵션 메뉴 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어플리케이션 사이에서 공유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사용자의 입장에서는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액티비티</a:t>
            </a:r>
            <a:r>
              <a:rPr lang="ko-KR" altLang="en-US" dirty="0" smtClean="0"/>
              <a:t> </a:t>
            </a:r>
            <a:r>
              <a:rPr lang="en-US" altLang="ko-KR" dirty="0" smtClean="0"/>
              <a:t>= </a:t>
            </a:r>
            <a:r>
              <a:rPr lang="ko-KR" altLang="en-US" dirty="0" smtClean="0"/>
              <a:t>윈도우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로 느껴질 수 있음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Application</a:t>
            </a:r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어플리케이션의 시작</a:t>
            </a:r>
            <a:r>
              <a:rPr lang="ko-KR" altLang="en-US" dirty="0" smtClean="0"/>
              <a:t>은 </a:t>
            </a:r>
            <a:r>
              <a:rPr lang="ko-KR" altLang="en-US" dirty="0" smtClean="0">
                <a:solidFill>
                  <a:srgbClr val="00B0F0"/>
                </a:solidFill>
              </a:rPr>
              <a:t>기본 </a:t>
            </a:r>
            <a:r>
              <a:rPr lang="ko-KR" altLang="en-US" dirty="0" err="1" smtClean="0">
                <a:solidFill>
                  <a:srgbClr val="00B0F0"/>
                </a:solidFill>
              </a:rPr>
              <a:t>액티비티의</a:t>
            </a:r>
            <a:r>
              <a:rPr lang="ko-KR" altLang="en-US" dirty="0" smtClean="0">
                <a:solidFill>
                  <a:srgbClr val="00B0F0"/>
                </a:solidFill>
              </a:rPr>
              <a:t> </a:t>
            </a:r>
            <a:r>
              <a:rPr lang="en-US" altLang="ko-KR" dirty="0" err="1" smtClean="0">
                <a:solidFill>
                  <a:srgbClr val="00B0F0"/>
                </a:solidFill>
              </a:rPr>
              <a:t>onCreate</a:t>
            </a:r>
            <a:r>
              <a:rPr lang="en-US" altLang="ko-KR" dirty="0">
                <a:solidFill>
                  <a:srgbClr val="00B0F0"/>
                </a:solidFill>
              </a:rPr>
              <a:t> </a:t>
            </a:r>
            <a:r>
              <a:rPr lang="ko-KR" altLang="en-US" dirty="0" err="1" smtClean="0">
                <a:solidFill>
                  <a:srgbClr val="00B0F0"/>
                </a:solidFill>
              </a:rPr>
              <a:t>메소드</a:t>
            </a:r>
            <a:endParaRPr lang="en-US" altLang="ko-KR" dirty="0" smtClean="0">
              <a:solidFill>
                <a:srgbClr val="00B0F0"/>
              </a:solidFill>
            </a:endParaRPr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마지막 </a:t>
            </a:r>
            <a:r>
              <a:rPr lang="ko-KR" altLang="en-US" dirty="0" err="1" smtClean="0">
                <a:solidFill>
                  <a:srgbClr val="00B0F0"/>
                </a:solidFill>
              </a:rPr>
              <a:t>액티비티가</a:t>
            </a:r>
            <a:r>
              <a:rPr lang="ko-KR" altLang="en-US" dirty="0" smtClean="0">
                <a:solidFill>
                  <a:srgbClr val="00B0F0"/>
                </a:solidFill>
              </a:rPr>
              <a:t> 종료</a:t>
            </a:r>
            <a:r>
              <a:rPr lang="ko-KR" altLang="en-US" dirty="0" smtClean="0"/>
              <a:t>한다면 </a:t>
            </a:r>
            <a:r>
              <a:rPr lang="ko-KR" altLang="en-US" dirty="0" smtClean="0">
                <a:solidFill>
                  <a:srgbClr val="00B0F0"/>
                </a:solidFill>
              </a:rPr>
              <a:t>어플리케이션 종료</a:t>
            </a:r>
            <a:endParaRPr lang="en-US" altLang="ko-KR" dirty="0" smtClean="0">
              <a:solidFill>
                <a:srgbClr val="00B0F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00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타원 28"/>
          <p:cNvSpPr/>
          <p:nvPr/>
        </p:nvSpPr>
        <p:spPr>
          <a:xfrm>
            <a:off x="4876800" y="2643354"/>
            <a:ext cx="3645408" cy="168859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896112" y="2643354"/>
            <a:ext cx="3645408" cy="168859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Task</a:t>
            </a:r>
            <a:endParaRPr lang="ko-KR" altLang="en-US" dirty="0"/>
          </a:p>
        </p:txBody>
      </p:sp>
      <p:sp>
        <p:nvSpPr>
          <p:cNvPr id="5" name="평행 사변형 4"/>
          <p:cNvSpPr/>
          <p:nvPr/>
        </p:nvSpPr>
        <p:spPr>
          <a:xfrm>
            <a:off x="1426464" y="2911578"/>
            <a:ext cx="2609088" cy="1109472"/>
          </a:xfrm>
          <a:prstGeom prst="parallelogram">
            <a:avLst>
              <a:gd name="adj" fmla="val 5906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/>
          <a:lstStyle/>
          <a:p>
            <a:pPr algn="ctr"/>
            <a:r>
              <a:rPr lang="en-US" altLang="ko-KR" dirty="0"/>
              <a:t>Root Activity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App A, Act 1</a:t>
            </a:r>
            <a:endParaRPr lang="ko-KR" altLang="en-US" dirty="0"/>
          </a:p>
        </p:txBody>
      </p:sp>
      <p:sp>
        <p:nvSpPr>
          <p:cNvPr id="7" name="평행 사변형 6"/>
          <p:cNvSpPr/>
          <p:nvPr/>
        </p:nvSpPr>
        <p:spPr>
          <a:xfrm>
            <a:off x="1426464" y="2448282"/>
            <a:ext cx="2609088" cy="1109472"/>
          </a:xfrm>
          <a:prstGeom prst="parallelogram">
            <a:avLst>
              <a:gd name="adj" fmla="val 5906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b" anchorCtr="0"/>
          <a:lstStyle/>
          <a:p>
            <a:pPr algn="ctr"/>
            <a:r>
              <a:rPr lang="en-US" altLang="ko-KR" dirty="0" smtClean="0"/>
              <a:t>App A, Act 2</a:t>
            </a:r>
            <a:endParaRPr lang="ko-KR" altLang="en-US" dirty="0"/>
          </a:p>
        </p:txBody>
      </p:sp>
      <p:sp>
        <p:nvSpPr>
          <p:cNvPr id="8" name="평행 사변형 7"/>
          <p:cNvSpPr/>
          <p:nvPr/>
        </p:nvSpPr>
        <p:spPr>
          <a:xfrm>
            <a:off x="1426464" y="2003274"/>
            <a:ext cx="2609088" cy="1109472"/>
          </a:xfrm>
          <a:prstGeom prst="parallelogram">
            <a:avLst>
              <a:gd name="adj" fmla="val 5906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b" anchorCtr="0"/>
          <a:lstStyle/>
          <a:p>
            <a:pPr algn="ctr"/>
            <a:r>
              <a:rPr lang="en-US" altLang="ko-KR" dirty="0" smtClean="0"/>
              <a:t>App A, Act 3</a:t>
            </a:r>
            <a:endParaRPr lang="ko-KR" altLang="en-US" dirty="0"/>
          </a:p>
        </p:txBody>
      </p:sp>
      <p:sp>
        <p:nvSpPr>
          <p:cNvPr id="9" name="평행 사변형 8"/>
          <p:cNvSpPr/>
          <p:nvPr/>
        </p:nvSpPr>
        <p:spPr>
          <a:xfrm>
            <a:off x="1426464" y="1533882"/>
            <a:ext cx="2609088" cy="1109472"/>
          </a:xfrm>
          <a:prstGeom prst="parallelogram">
            <a:avLst>
              <a:gd name="adj" fmla="val 5906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b"/>
          <a:lstStyle/>
          <a:p>
            <a:pPr algn="ctr"/>
            <a:r>
              <a:rPr lang="en-US" altLang="ko-KR" dirty="0" smtClean="0"/>
              <a:t>App A, Act 4</a:t>
            </a:r>
            <a:endParaRPr lang="ko-KR" altLang="en-US" dirty="0"/>
          </a:p>
        </p:txBody>
      </p:sp>
      <p:sp>
        <p:nvSpPr>
          <p:cNvPr id="10" name="평행 사변형 9"/>
          <p:cNvSpPr/>
          <p:nvPr/>
        </p:nvSpPr>
        <p:spPr>
          <a:xfrm>
            <a:off x="5394960" y="2917674"/>
            <a:ext cx="2609088" cy="1109472"/>
          </a:xfrm>
          <a:prstGeom prst="parallelogram">
            <a:avLst>
              <a:gd name="adj" fmla="val 59066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36000" tIns="0" rIns="36000" bIns="0" rtlCol="0" anchor="b"/>
          <a:lstStyle/>
          <a:p>
            <a:pPr algn="ctr"/>
            <a:r>
              <a:rPr lang="en-US" altLang="ko-KR" dirty="0" smtClean="0"/>
              <a:t>Root Activity</a:t>
            </a:r>
          </a:p>
          <a:p>
            <a:pPr algn="ctr"/>
            <a:endParaRPr lang="en-US" altLang="ko-KR" dirty="0" smtClean="0"/>
          </a:p>
          <a:p>
            <a:pPr algn="ctr"/>
            <a:r>
              <a:rPr lang="en-US" altLang="ko-KR" dirty="0" smtClean="0"/>
              <a:t>App B, Act 1</a:t>
            </a:r>
            <a:endParaRPr lang="ko-KR" altLang="en-US" dirty="0"/>
          </a:p>
        </p:txBody>
      </p:sp>
      <p:sp>
        <p:nvSpPr>
          <p:cNvPr id="11" name="평행 사변형 10"/>
          <p:cNvSpPr/>
          <p:nvPr/>
        </p:nvSpPr>
        <p:spPr>
          <a:xfrm>
            <a:off x="5394960" y="2448282"/>
            <a:ext cx="2609088" cy="1109472"/>
          </a:xfrm>
          <a:prstGeom prst="parallelogram">
            <a:avLst>
              <a:gd name="adj" fmla="val 59066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36000" tIns="0" rIns="36000" bIns="0" rtlCol="0" anchor="b"/>
          <a:lstStyle/>
          <a:p>
            <a:pPr algn="ctr"/>
            <a:r>
              <a:rPr lang="en-US" altLang="ko-KR" dirty="0" smtClean="0"/>
              <a:t>App B, Act 2</a:t>
            </a:r>
            <a:endParaRPr lang="ko-KR" altLang="en-US" dirty="0"/>
          </a:p>
        </p:txBody>
      </p:sp>
      <p:sp>
        <p:nvSpPr>
          <p:cNvPr id="12" name="평행 사변형 11"/>
          <p:cNvSpPr/>
          <p:nvPr/>
        </p:nvSpPr>
        <p:spPr>
          <a:xfrm>
            <a:off x="5394960" y="2003274"/>
            <a:ext cx="2609088" cy="1109472"/>
          </a:xfrm>
          <a:prstGeom prst="parallelogram">
            <a:avLst>
              <a:gd name="adj" fmla="val 59066"/>
            </a:avLst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36000" tIns="0" rIns="36000" bIns="0" rtlCol="0" anchor="b"/>
          <a:lstStyle/>
          <a:p>
            <a:pPr algn="ctr"/>
            <a:r>
              <a:rPr lang="en-US" altLang="ko-KR" dirty="0" smtClean="0"/>
              <a:t>App B, Act 3</a:t>
            </a:r>
            <a:endParaRPr lang="ko-KR" altLang="en-US" dirty="0"/>
          </a:p>
        </p:txBody>
      </p:sp>
      <p:sp>
        <p:nvSpPr>
          <p:cNvPr id="14" name="타원 13"/>
          <p:cNvSpPr/>
          <p:nvPr/>
        </p:nvSpPr>
        <p:spPr>
          <a:xfrm>
            <a:off x="1207008" y="4687824"/>
            <a:ext cx="1511808" cy="71932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Activity 1</a:t>
            </a:r>
            <a:endParaRPr lang="ko-KR" altLang="en-US" sz="1600" dirty="0"/>
          </a:p>
        </p:txBody>
      </p:sp>
      <p:sp>
        <p:nvSpPr>
          <p:cNvPr id="18" name="타원 17"/>
          <p:cNvSpPr/>
          <p:nvPr/>
        </p:nvSpPr>
        <p:spPr>
          <a:xfrm>
            <a:off x="2871216" y="4864608"/>
            <a:ext cx="1511808" cy="71932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Activity 2</a:t>
            </a:r>
            <a:endParaRPr lang="ko-KR" altLang="en-US" sz="1600" dirty="0"/>
          </a:p>
        </p:txBody>
      </p:sp>
      <p:sp>
        <p:nvSpPr>
          <p:cNvPr id="19" name="타원 18"/>
          <p:cNvSpPr/>
          <p:nvPr/>
        </p:nvSpPr>
        <p:spPr>
          <a:xfrm>
            <a:off x="1219200" y="5620512"/>
            <a:ext cx="1511808" cy="71932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Activity 3</a:t>
            </a:r>
            <a:endParaRPr lang="ko-KR" altLang="en-US" sz="1600" dirty="0"/>
          </a:p>
        </p:txBody>
      </p:sp>
      <p:sp>
        <p:nvSpPr>
          <p:cNvPr id="20" name="타원 19"/>
          <p:cNvSpPr/>
          <p:nvPr/>
        </p:nvSpPr>
        <p:spPr>
          <a:xfrm>
            <a:off x="2871216" y="5748528"/>
            <a:ext cx="1511808" cy="71932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Activity 4</a:t>
            </a:r>
            <a:endParaRPr lang="ko-KR" altLang="en-US" sz="16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920496" y="4517136"/>
            <a:ext cx="3681984" cy="21457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5041392" y="4821936"/>
            <a:ext cx="1511808" cy="71932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Activity 1</a:t>
            </a:r>
            <a:endParaRPr lang="ko-KR" altLang="en-US" sz="1600" dirty="0"/>
          </a:p>
        </p:txBody>
      </p:sp>
      <p:sp>
        <p:nvSpPr>
          <p:cNvPr id="23" name="타원 22"/>
          <p:cNvSpPr/>
          <p:nvPr/>
        </p:nvSpPr>
        <p:spPr>
          <a:xfrm>
            <a:off x="6705600" y="4852416"/>
            <a:ext cx="1511808" cy="71932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Activity 2</a:t>
            </a:r>
            <a:endParaRPr lang="ko-KR" altLang="en-US" sz="1600" dirty="0"/>
          </a:p>
        </p:txBody>
      </p:sp>
      <p:sp>
        <p:nvSpPr>
          <p:cNvPr id="24" name="타원 23"/>
          <p:cNvSpPr/>
          <p:nvPr/>
        </p:nvSpPr>
        <p:spPr>
          <a:xfrm>
            <a:off x="5839968" y="5724144"/>
            <a:ext cx="1511808" cy="719328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Activity 3</a:t>
            </a:r>
            <a:endParaRPr lang="ko-KR" altLang="en-US" sz="1600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4754880" y="4504944"/>
            <a:ext cx="3681984" cy="214579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평행 사변형 26"/>
          <p:cNvSpPr/>
          <p:nvPr/>
        </p:nvSpPr>
        <p:spPr>
          <a:xfrm>
            <a:off x="5394960" y="1533882"/>
            <a:ext cx="2609088" cy="1109472"/>
          </a:xfrm>
          <a:prstGeom prst="parallelogram">
            <a:avLst>
              <a:gd name="adj" fmla="val 5906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b"/>
          <a:lstStyle/>
          <a:p>
            <a:pPr algn="ctr"/>
            <a:r>
              <a:rPr lang="en-US" altLang="ko-KR" dirty="0" smtClean="0"/>
              <a:t>App A, Act 4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652764" y="3503628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Task 1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666350" y="3503628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Task 2</a:t>
            </a:r>
            <a:endParaRPr lang="ko-KR" altLang="en-US" dirty="0"/>
          </a:p>
        </p:txBody>
      </p:sp>
      <p:sp>
        <p:nvSpPr>
          <p:cNvPr id="34" name="오른쪽으로 구부러진 화살표 33"/>
          <p:cNvSpPr/>
          <p:nvPr/>
        </p:nvSpPr>
        <p:spPr>
          <a:xfrm flipV="1">
            <a:off x="908304" y="3688294"/>
            <a:ext cx="627888" cy="1359194"/>
          </a:xfrm>
          <a:prstGeom prst="curved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왼쪽으로 구부러진 화살표 34"/>
          <p:cNvSpPr/>
          <p:nvPr/>
        </p:nvSpPr>
        <p:spPr>
          <a:xfrm flipV="1">
            <a:off x="3652764" y="3112746"/>
            <a:ext cx="730260" cy="1934742"/>
          </a:xfrm>
          <a:prstGeom prst="curved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" name="오른쪽으로 구부러진 화살표 35"/>
          <p:cNvSpPr/>
          <p:nvPr/>
        </p:nvSpPr>
        <p:spPr>
          <a:xfrm flipV="1">
            <a:off x="893064" y="2755392"/>
            <a:ext cx="627888" cy="3224784"/>
          </a:xfrm>
          <a:prstGeom prst="curved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왼쪽으로 구부러진 화살표 36"/>
          <p:cNvSpPr/>
          <p:nvPr/>
        </p:nvSpPr>
        <p:spPr>
          <a:xfrm flipV="1">
            <a:off x="3652764" y="2003274"/>
            <a:ext cx="730260" cy="4011585"/>
          </a:xfrm>
          <a:prstGeom prst="curved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오른쪽으로 구부러진 화살표 37"/>
          <p:cNvSpPr/>
          <p:nvPr/>
        </p:nvSpPr>
        <p:spPr>
          <a:xfrm flipV="1">
            <a:off x="4876800" y="3688294"/>
            <a:ext cx="627888" cy="1359194"/>
          </a:xfrm>
          <a:prstGeom prst="curved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왼쪽으로 구부러진 화살표 38"/>
          <p:cNvSpPr/>
          <p:nvPr/>
        </p:nvSpPr>
        <p:spPr>
          <a:xfrm flipV="1">
            <a:off x="7523724" y="3112746"/>
            <a:ext cx="730260" cy="1934742"/>
          </a:xfrm>
          <a:prstGeom prst="curved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왼쪽으로 구부러진 화살표 39"/>
          <p:cNvSpPr/>
          <p:nvPr/>
        </p:nvSpPr>
        <p:spPr>
          <a:xfrm flipV="1">
            <a:off x="6848328" y="2755392"/>
            <a:ext cx="730260" cy="3170128"/>
          </a:xfrm>
          <a:prstGeom prst="curved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오른쪽 화살표 40"/>
          <p:cNvSpPr/>
          <p:nvPr/>
        </p:nvSpPr>
        <p:spPr>
          <a:xfrm rot="17854227">
            <a:off x="3174520" y="4075417"/>
            <a:ext cx="3840989" cy="252934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49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2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8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7" grpId="0" animBg="1"/>
      <p:bldP spid="27" grpId="1" animBg="1"/>
      <p:bldP spid="27" grpId="2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Life Cycle</a:t>
            </a:r>
            <a:endParaRPr lang="ko-KR" altLang="en-US" dirty="0"/>
          </a:p>
        </p:txBody>
      </p:sp>
      <p:sp>
        <p:nvSpPr>
          <p:cNvPr id="5" name="순서도: 수행의 시작/종료 4"/>
          <p:cNvSpPr/>
          <p:nvPr/>
        </p:nvSpPr>
        <p:spPr>
          <a:xfrm>
            <a:off x="2206752" y="1249680"/>
            <a:ext cx="1853184" cy="560832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Activity A</a:t>
            </a:r>
          </a:p>
          <a:p>
            <a:pPr algn="ctr"/>
            <a:r>
              <a:rPr lang="ko-KR" altLang="en-US" sz="1400" dirty="0" smtClean="0"/>
              <a:t>시</a:t>
            </a:r>
            <a:r>
              <a:rPr lang="ko-KR" altLang="en-US" sz="1400" dirty="0"/>
              <a:t>작</a:t>
            </a:r>
          </a:p>
        </p:txBody>
      </p:sp>
      <p:sp>
        <p:nvSpPr>
          <p:cNvPr id="6" name="순서도: 처리 5"/>
          <p:cNvSpPr/>
          <p:nvPr/>
        </p:nvSpPr>
        <p:spPr>
          <a:xfrm>
            <a:off x="2206752" y="1944624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onCreate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7" name="순서도: 처리 6"/>
          <p:cNvSpPr/>
          <p:nvPr/>
        </p:nvSpPr>
        <p:spPr>
          <a:xfrm>
            <a:off x="2206752" y="2529840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onStart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8" name="순서도: 처리 7"/>
          <p:cNvSpPr/>
          <p:nvPr/>
        </p:nvSpPr>
        <p:spPr>
          <a:xfrm>
            <a:off x="2206752" y="3084576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onResume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9" name="순서도: 수행의 시작/종료 8"/>
          <p:cNvSpPr/>
          <p:nvPr/>
        </p:nvSpPr>
        <p:spPr>
          <a:xfrm>
            <a:off x="2206752" y="3877056"/>
            <a:ext cx="1853184" cy="560832"/>
          </a:xfrm>
          <a:prstGeom prst="flowChartTermina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Activity B</a:t>
            </a:r>
          </a:p>
          <a:p>
            <a:pPr algn="ctr"/>
            <a:r>
              <a:rPr lang="ko-KR" altLang="en-US" sz="1400" dirty="0" smtClean="0"/>
              <a:t>호</a:t>
            </a:r>
            <a:r>
              <a:rPr lang="ko-KR" altLang="en-US" sz="1400" dirty="0"/>
              <a:t>출</a:t>
            </a:r>
          </a:p>
        </p:txBody>
      </p:sp>
      <p:sp>
        <p:nvSpPr>
          <p:cNvPr id="10" name="순서도: 처리 9"/>
          <p:cNvSpPr/>
          <p:nvPr/>
        </p:nvSpPr>
        <p:spPr>
          <a:xfrm>
            <a:off x="2206752" y="4565904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onPause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1" name="순서도: 처리 10"/>
          <p:cNvSpPr/>
          <p:nvPr/>
        </p:nvSpPr>
        <p:spPr>
          <a:xfrm>
            <a:off x="2206752" y="5120640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onStop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2" name="순서도: 처리 11"/>
          <p:cNvSpPr/>
          <p:nvPr/>
        </p:nvSpPr>
        <p:spPr>
          <a:xfrm>
            <a:off x="2206752" y="5675376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onDestroy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3" name="순서도: 수행의 시작/종료 12"/>
          <p:cNvSpPr/>
          <p:nvPr/>
        </p:nvSpPr>
        <p:spPr>
          <a:xfrm>
            <a:off x="2206752" y="6224016"/>
            <a:ext cx="1853184" cy="560832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Activity A</a:t>
            </a:r>
          </a:p>
          <a:p>
            <a:pPr algn="ctr"/>
            <a:r>
              <a:rPr lang="ko-KR" altLang="en-US" sz="1400" dirty="0" smtClean="0"/>
              <a:t>종</a:t>
            </a:r>
            <a:r>
              <a:rPr lang="ko-KR" altLang="en-US" sz="1400" dirty="0"/>
              <a:t>료</a:t>
            </a:r>
          </a:p>
        </p:txBody>
      </p:sp>
      <p:sp>
        <p:nvSpPr>
          <p:cNvPr id="14" name="순서도: 처리 13"/>
          <p:cNvSpPr/>
          <p:nvPr/>
        </p:nvSpPr>
        <p:spPr>
          <a:xfrm>
            <a:off x="128016" y="2529840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onRestart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5" name="순서도: 수행의 시작/종료 14"/>
          <p:cNvSpPr/>
          <p:nvPr/>
        </p:nvSpPr>
        <p:spPr>
          <a:xfrm>
            <a:off x="5077968" y="1249680"/>
            <a:ext cx="1853184" cy="560832"/>
          </a:xfrm>
          <a:prstGeom prst="flowChartTermina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Activity B</a:t>
            </a:r>
          </a:p>
          <a:p>
            <a:pPr algn="ctr"/>
            <a:r>
              <a:rPr lang="ko-KR" altLang="en-US" sz="1400" dirty="0" smtClean="0"/>
              <a:t>시</a:t>
            </a:r>
            <a:r>
              <a:rPr lang="ko-KR" altLang="en-US" sz="1400" dirty="0"/>
              <a:t>작</a:t>
            </a:r>
          </a:p>
        </p:txBody>
      </p:sp>
      <p:sp>
        <p:nvSpPr>
          <p:cNvPr id="16" name="순서도: 처리 15"/>
          <p:cNvSpPr/>
          <p:nvPr/>
        </p:nvSpPr>
        <p:spPr>
          <a:xfrm>
            <a:off x="5077968" y="1944624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onCreate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7" name="순서도: 처리 16"/>
          <p:cNvSpPr/>
          <p:nvPr/>
        </p:nvSpPr>
        <p:spPr>
          <a:xfrm>
            <a:off x="5077968" y="2529840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onStart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8" name="순서도: 처리 17"/>
          <p:cNvSpPr/>
          <p:nvPr/>
        </p:nvSpPr>
        <p:spPr>
          <a:xfrm>
            <a:off x="5077968" y="3084576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onResume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9" name="순서도: 수행의 시작/종료 18"/>
          <p:cNvSpPr/>
          <p:nvPr/>
        </p:nvSpPr>
        <p:spPr>
          <a:xfrm>
            <a:off x="5077968" y="3877056"/>
            <a:ext cx="1853184" cy="560832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Back Button</a:t>
            </a:r>
          </a:p>
          <a:p>
            <a:pPr algn="ctr"/>
            <a:r>
              <a:rPr lang="ko-KR" altLang="en-US" sz="1400" dirty="0" smtClean="0"/>
              <a:t>복</a:t>
            </a:r>
            <a:r>
              <a:rPr lang="ko-KR" altLang="en-US" sz="1400" dirty="0"/>
              <a:t>귀</a:t>
            </a:r>
            <a:endParaRPr lang="en-US" altLang="ko-KR" sz="1400" dirty="0" smtClean="0"/>
          </a:p>
        </p:txBody>
      </p:sp>
      <p:sp>
        <p:nvSpPr>
          <p:cNvPr id="20" name="순서도: 처리 19"/>
          <p:cNvSpPr/>
          <p:nvPr/>
        </p:nvSpPr>
        <p:spPr>
          <a:xfrm>
            <a:off x="5077968" y="4565904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onPause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1" name="순서도: 처리 20"/>
          <p:cNvSpPr/>
          <p:nvPr/>
        </p:nvSpPr>
        <p:spPr>
          <a:xfrm>
            <a:off x="5077968" y="5120640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onStop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2" name="순서도: 처리 21"/>
          <p:cNvSpPr/>
          <p:nvPr/>
        </p:nvSpPr>
        <p:spPr>
          <a:xfrm>
            <a:off x="5077968" y="5675376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onDestroy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23" name="순서도: 수행의 시작/종료 22"/>
          <p:cNvSpPr/>
          <p:nvPr/>
        </p:nvSpPr>
        <p:spPr>
          <a:xfrm>
            <a:off x="5077968" y="6224016"/>
            <a:ext cx="1853184" cy="560832"/>
          </a:xfrm>
          <a:prstGeom prst="flowChartTermina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Activity B</a:t>
            </a:r>
          </a:p>
          <a:p>
            <a:pPr algn="ctr"/>
            <a:r>
              <a:rPr lang="ko-KR" altLang="en-US" sz="1400" dirty="0" smtClean="0"/>
              <a:t>종</a:t>
            </a:r>
            <a:r>
              <a:rPr lang="ko-KR" altLang="en-US" sz="1400" dirty="0"/>
              <a:t>료</a:t>
            </a:r>
          </a:p>
        </p:txBody>
      </p:sp>
      <p:sp>
        <p:nvSpPr>
          <p:cNvPr id="24" name="순서도: 처리 23"/>
          <p:cNvSpPr/>
          <p:nvPr/>
        </p:nvSpPr>
        <p:spPr>
          <a:xfrm>
            <a:off x="7144512" y="2529840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onRestart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cxnSp>
        <p:nvCxnSpPr>
          <p:cNvPr id="26" name="직선 화살표 연결선 25"/>
          <p:cNvCxnSpPr>
            <a:stCxn id="5" idx="2"/>
            <a:endCxn id="6" idx="0"/>
          </p:cNvCxnSpPr>
          <p:nvPr/>
        </p:nvCxnSpPr>
        <p:spPr>
          <a:xfrm>
            <a:off x="3133344" y="1810512"/>
            <a:ext cx="0" cy="134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6" idx="2"/>
            <a:endCxn id="7" idx="0"/>
          </p:cNvCxnSpPr>
          <p:nvPr/>
        </p:nvCxnSpPr>
        <p:spPr>
          <a:xfrm>
            <a:off x="3133344" y="2346960"/>
            <a:ext cx="0" cy="1828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7" idx="2"/>
            <a:endCxn id="8" idx="0"/>
          </p:cNvCxnSpPr>
          <p:nvPr/>
        </p:nvCxnSpPr>
        <p:spPr>
          <a:xfrm>
            <a:off x="3133344" y="2932176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8" idx="2"/>
            <a:endCxn id="70" idx="0"/>
          </p:cNvCxnSpPr>
          <p:nvPr/>
        </p:nvCxnSpPr>
        <p:spPr>
          <a:xfrm>
            <a:off x="3133344" y="3486912"/>
            <a:ext cx="0" cy="121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9" idx="2"/>
            <a:endCxn id="10" idx="0"/>
          </p:cNvCxnSpPr>
          <p:nvPr/>
        </p:nvCxnSpPr>
        <p:spPr>
          <a:xfrm>
            <a:off x="3133344" y="4437888"/>
            <a:ext cx="0" cy="128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10" idx="2"/>
            <a:endCxn id="11" idx="0"/>
          </p:cNvCxnSpPr>
          <p:nvPr/>
        </p:nvCxnSpPr>
        <p:spPr>
          <a:xfrm>
            <a:off x="3133344" y="4968240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11" idx="2"/>
            <a:endCxn id="12" idx="0"/>
          </p:cNvCxnSpPr>
          <p:nvPr/>
        </p:nvCxnSpPr>
        <p:spPr>
          <a:xfrm>
            <a:off x="3133344" y="5522976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12" idx="2"/>
          </p:cNvCxnSpPr>
          <p:nvPr/>
        </p:nvCxnSpPr>
        <p:spPr>
          <a:xfrm>
            <a:off x="3133344" y="6077712"/>
            <a:ext cx="0" cy="1463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11" idx="1"/>
            <a:endCxn id="14" idx="2"/>
          </p:cNvCxnSpPr>
          <p:nvPr/>
        </p:nvCxnSpPr>
        <p:spPr>
          <a:xfrm rot="10800000">
            <a:off x="1054608" y="2932176"/>
            <a:ext cx="1152144" cy="238963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14" idx="3"/>
            <a:endCxn id="7" idx="1"/>
          </p:cNvCxnSpPr>
          <p:nvPr/>
        </p:nvCxnSpPr>
        <p:spPr>
          <a:xfrm>
            <a:off x="1981200" y="2731008"/>
            <a:ext cx="2255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10" idx="1"/>
            <a:endCxn id="8" idx="1"/>
          </p:cNvCxnSpPr>
          <p:nvPr/>
        </p:nvCxnSpPr>
        <p:spPr>
          <a:xfrm rot="10800000">
            <a:off x="2206752" y="3285744"/>
            <a:ext cx="12700" cy="1481328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15" idx="2"/>
            <a:endCxn id="16" idx="0"/>
          </p:cNvCxnSpPr>
          <p:nvPr/>
        </p:nvCxnSpPr>
        <p:spPr>
          <a:xfrm>
            <a:off x="6004560" y="1810512"/>
            <a:ext cx="0" cy="134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16" idx="2"/>
            <a:endCxn id="17" idx="0"/>
          </p:cNvCxnSpPr>
          <p:nvPr/>
        </p:nvCxnSpPr>
        <p:spPr>
          <a:xfrm>
            <a:off x="6004560" y="2346960"/>
            <a:ext cx="0" cy="1828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17" idx="2"/>
            <a:endCxn id="18" idx="0"/>
          </p:cNvCxnSpPr>
          <p:nvPr/>
        </p:nvCxnSpPr>
        <p:spPr>
          <a:xfrm>
            <a:off x="6004560" y="2932176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18" idx="2"/>
            <a:endCxn id="71" idx="0"/>
          </p:cNvCxnSpPr>
          <p:nvPr/>
        </p:nvCxnSpPr>
        <p:spPr>
          <a:xfrm>
            <a:off x="6004560" y="3486912"/>
            <a:ext cx="0" cy="121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stCxn id="19" idx="2"/>
            <a:endCxn id="20" idx="0"/>
          </p:cNvCxnSpPr>
          <p:nvPr/>
        </p:nvCxnSpPr>
        <p:spPr>
          <a:xfrm>
            <a:off x="6004560" y="4437888"/>
            <a:ext cx="0" cy="128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stCxn id="20" idx="2"/>
            <a:endCxn id="21" idx="0"/>
          </p:cNvCxnSpPr>
          <p:nvPr/>
        </p:nvCxnSpPr>
        <p:spPr>
          <a:xfrm>
            <a:off x="6004560" y="4968240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21" idx="2"/>
            <a:endCxn id="22" idx="0"/>
          </p:cNvCxnSpPr>
          <p:nvPr/>
        </p:nvCxnSpPr>
        <p:spPr>
          <a:xfrm>
            <a:off x="6004560" y="5522976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stCxn id="22" idx="2"/>
          </p:cNvCxnSpPr>
          <p:nvPr/>
        </p:nvCxnSpPr>
        <p:spPr>
          <a:xfrm>
            <a:off x="6004560" y="6077712"/>
            <a:ext cx="0" cy="1463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21" idx="3"/>
            <a:endCxn id="24" idx="2"/>
          </p:cNvCxnSpPr>
          <p:nvPr/>
        </p:nvCxnSpPr>
        <p:spPr>
          <a:xfrm flipV="1">
            <a:off x="6931152" y="2932176"/>
            <a:ext cx="1139952" cy="238963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24" idx="1"/>
            <a:endCxn id="17" idx="3"/>
          </p:cNvCxnSpPr>
          <p:nvPr/>
        </p:nvCxnSpPr>
        <p:spPr>
          <a:xfrm flipH="1">
            <a:off x="6931152" y="2731008"/>
            <a:ext cx="2133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20" idx="3"/>
            <a:endCxn id="18" idx="3"/>
          </p:cNvCxnSpPr>
          <p:nvPr/>
        </p:nvCxnSpPr>
        <p:spPr>
          <a:xfrm flipV="1">
            <a:off x="6931152" y="3285744"/>
            <a:ext cx="12700" cy="1481328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순서도: 연결자 69"/>
          <p:cNvSpPr/>
          <p:nvPr/>
        </p:nvSpPr>
        <p:spPr>
          <a:xfrm>
            <a:off x="3017520" y="3608832"/>
            <a:ext cx="231648" cy="182880"/>
          </a:xfrm>
          <a:prstGeom prst="flowChartConnector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순서도: 연결자 70"/>
          <p:cNvSpPr/>
          <p:nvPr/>
        </p:nvSpPr>
        <p:spPr>
          <a:xfrm>
            <a:off x="5888736" y="3608832"/>
            <a:ext cx="231648" cy="182880"/>
          </a:xfrm>
          <a:prstGeom prst="flowChartConnector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화살표 연결선 74"/>
          <p:cNvCxnSpPr>
            <a:stCxn id="70" idx="4"/>
            <a:endCxn id="9" idx="0"/>
          </p:cNvCxnSpPr>
          <p:nvPr/>
        </p:nvCxnSpPr>
        <p:spPr>
          <a:xfrm>
            <a:off x="3133344" y="3791712"/>
            <a:ext cx="0" cy="853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71" idx="4"/>
            <a:endCxn id="19" idx="0"/>
          </p:cNvCxnSpPr>
          <p:nvPr/>
        </p:nvCxnSpPr>
        <p:spPr>
          <a:xfrm>
            <a:off x="6004560" y="3791712"/>
            <a:ext cx="0" cy="853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9" idx="3"/>
            <a:endCxn id="15" idx="1"/>
          </p:cNvCxnSpPr>
          <p:nvPr/>
        </p:nvCxnSpPr>
        <p:spPr>
          <a:xfrm flipV="1">
            <a:off x="4059936" y="1530096"/>
            <a:ext cx="1018032" cy="2627376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67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Activity Life Cycle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 err="1" smtClean="0"/>
              <a:t>onCreate</a:t>
            </a:r>
            <a:r>
              <a:rPr lang="en-US" altLang="ko-KR" dirty="0" smtClean="0"/>
              <a:t>()</a:t>
            </a:r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가 최초 생성될 때 호출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초기화 수행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또는 이전에 저장된 </a:t>
            </a:r>
            <a:r>
              <a:rPr lang="en-US" altLang="ko-KR" dirty="0" smtClean="0"/>
              <a:t>Bundle Data</a:t>
            </a:r>
            <a:r>
              <a:rPr lang="ko-KR" altLang="en-US" dirty="0"/>
              <a:t> </a:t>
            </a:r>
            <a:r>
              <a:rPr lang="ko-KR" altLang="en-US" dirty="0" smtClean="0"/>
              <a:t>로딩</a:t>
            </a:r>
            <a:endParaRPr lang="en-US" altLang="ko-KR" dirty="0" smtClean="0"/>
          </a:p>
          <a:p>
            <a:r>
              <a:rPr lang="en-US" altLang="ko-KR" dirty="0" err="1" smtClean="0"/>
              <a:t>onStart</a:t>
            </a:r>
            <a:r>
              <a:rPr lang="en-US" altLang="ko-KR" dirty="0" smtClean="0"/>
              <a:t>()</a:t>
            </a:r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가 화면에 보이기 전 호출</a:t>
            </a:r>
            <a:endParaRPr lang="en-US" altLang="ko-KR" dirty="0" smtClean="0"/>
          </a:p>
          <a:p>
            <a:r>
              <a:rPr lang="en-US" altLang="ko-KR" dirty="0" err="1" smtClean="0"/>
              <a:t>onResume</a:t>
            </a:r>
            <a:r>
              <a:rPr lang="en-US" altLang="ko-KR" dirty="0" smtClean="0"/>
              <a:t>()</a:t>
            </a:r>
          </a:p>
          <a:p>
            <a:pPr lvl="1"/>
            <a:r>
              <a:rPr lang="ko-KR" altLang="en-US" dirty="0" smtClean="0"/>
              <a:t>사용자와 상호작용 하기 전 호출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가 활성화 됨을 알림</a:t>
            </a:r>
            <a:endParaRPr lang="en-US" altLang="ko-KR" dirty="0" smtClean="0"/>
          </a:p>
          <a:p>
            <a:r>
              <a:rPr lang="en-US" altLang="ko-KR" dirty="0" err="1" smtClean="0"/>
              <a:t>onPause</a:t>
            </a:r>
            <a:r>
              <a:rPr lang="en-US" altLang="ko-KR" dirty="0" smtClean="0"/>
              <a:t>()</a:t>
            </a:r>
          </a:p>
          <a:p>
            <a:pPr lvl="1"/>
            <a:r>
              <a:rPr lang="ko-KR" altLang="en-US" dirty="0" smtClean="0"/>
              <a:t>절전 상태로 들어가거나 다른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가 활성화 되기 전 호출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를 동일한 상태로 복귀 시키기 위한 정보를 저장해야 함</a:t>
            </a:r>
            <a:endParaRPr lang="en-US" altLang="ko-KR" dirty="0" smtClean="0"/>
          </a:p>
          <a:p>
            <a:r>
              <a:rPr lang="en-US" altLang="ko-KR" dirty="0" err="1" smtClean="0"/>
              <a:t>onStop</a:t>
            </a:r>
            <a:r>
              <a:rPr lang="en-US" altLang="ko-KR" dirty="0" smtClean="0"/>
              <a:t>()</a:t>
            </a:r>
          </a:p>
          <a:p>
            <a:pPr lvl="1"/>
            <a:r>
              <a:rPr lang="ko-KR" altLang="en-US" dirty="0" smtClean="0"/>
              <a:t>홈 버튼이 눌려 </a:t>
            </a:r>
            <a:r>
              <a:rPr lang="en-US" altLang="ko-KR" dirty="0" smtClean="0"/>
              <a:t>Task </a:t>
            </a:r>
            <a:r>
              <a:rPr lang="ko-KR" altLang="en-US" dirty="0" smtClean="0"/>
              <a:t>전체가 비활성화 되거나 다른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가 화면을 완전히 가릴 때</a:t>
            </a:r>
            <a:endParaRPr lang="en-US" altLang="ko-KR" dirty="0" smtClean="0"/>
          </a:p>
          <a:p>
            <a:r>
              <a:rPr lang="en-US" altLang="ko-KR" dirty="0" err="1" smtClean="0"/>
              <a:t>onRestart</a:t>
            </a:r>
            <a:r>
              <a:rPr lang="en-US" altLang="ko-KR" dirty="0" smtClean="0"/>
              <a:t>()</a:t>
            </a:r>
          </a:p>
          <a:p>
            <a:pPr lvl="1"/>
            <a:r>
              <a:rPr lang="ko-KR" altLang="en-US" dirty="0" smtClean="0"/>
              <a:t>멈춰 있지만 메모리에 잔류하고 있는 경우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재시작</a:t>
            </a:r>
            <a:r>
              <a:rPr lang="ko-KR" altLang="en-US" dirty="0" smtClean="0"/>
              <a:t> 과정 전에 호출</a:t>
            </a:r>
            <a:endParaRPr lang="en-US" altLang="ko-KR" dirty="0" smtClean="0"/>
          </a:p>
          <a:p>
            <a:r>
              <a:rPr lang="en-US" altLang="ko-KR" dirty="0" err="1" smtClean="0"/>
              <a:t>onDestroy</a:t>
            </a:r>
            <a:r>
              <a:rPr lang="en-US" altLang="ko-KR" dirty="0" smtClean="0"/>
              <a:t>()</a:t>
            </a:r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가 메모리에서 완전히 제거되기 전 호출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78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Activity </a:t>
            </a:r>
            <a:r>
              <a:rPr lang="en-US" altLang="ko-KR" dirty="0" smtClean="0"/>
              <a:t>State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 smtClean="0"/>
              <a:t>메모리 사용량에 따라 시스템이 상태를 결정</a:t>
            </a:r>
            <a:endParaRPr lang="en-US" altLang="ko-KR" dirty="0" smtClean="0"/>
          </a:p>
          <a:p>
            <a:r>
              <a:rPr lang="ko-KR" altLang="en-US" dirty="0" smtClean="0"/>
              <a:t>활성 상태 </a:t>
            </a:r>
            <a:r>
              <a:rPr lang="en-US" altLang="ko-KR" dirty="0" smtClean="0"/>
              <a:t>(Active)</a:t>
            </a:r>
          </a:p>
          <a:p>
            <a:pPr lvl="1"/>
            <a:r>
              <a:rPr lang="ko-KR" altLang="en-US" dirty="0" smtClean="0"/>
              <a:t>화면에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보여지고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포커스를 가지며</a:t>
            </a:r>
            <a:r>
              <a:rPr lang="en-US" altLang="ko-KR" dirty="0" smtClean="0"/>
              <a:t>, Task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최상단에</a:t>
            </a:r>
            <a:r>
              <a:rPr lang="ko-KR" altLang="en-US" dirty="0" smtClean="0"/>
              <a:t> 위치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활성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가 메모리를 확보하도록 필요에 따라 하위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가 종료될 수도 있음</a:t>
            </a:r>
            <a:endParaRPr lang="en-US" altLang="ko-KR" dirty="0"/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가 활성화 되면 다른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들은 일시 정지됨</a:t>
            </a:r>
            <a:endParaRPr lang="en-US" altLang="ko-KR" dirty="0" smtClean="0"/>
          </a:p>
          <a:p>
            <a:r>
              <a:rPr lang="ko-KR" altLang="en-US" dirty="0" smtClean="0"/>
              <a:t>일시 정지 상태 </a:t>
            </a:r>
            <a:r>
              <a:rPr lang="en-US" altLang="ko-KR" dirty="0" smtClean="0"/>
              <a:t>(Paused)</a:t>
            </a:r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가 화면에 보이고는 있지만 포커스는 없는 상태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투명한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나 화면의 일부만 사용하는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가 활성화될 경우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의 화면이 완전히 가려지지 않고 포커스를 잃으면 일시 정지됨</a:t>
            </a:r>
            <a:endParaRPr lang="en-US" altLang="ko-KR" dirty="0" smtClean="0"/>
          </a:p>
          <a:p>
            <a:r>
              <a:rPr lang="ko-KR" altLang="en-US" dirty="0" smtClean="0"/>
              <a:t>중지 상태 </a:t>
            </a:r>
            <a:r>
              <a:rPr lang="en-US" altLang="ko-KR" dirty="0" smtClean="0"/>
              <a:t>(Stopped)</a:t>
            </a:r>
          </a:p>
          <a:p>
            <a:pPr lvl="1"/>
            <a:r>
              <a:rPr lang="ko-KR" altLang="en-US" dirty="0" smtClean="0"/>
              <a:t>화면에서 완전히 사라질 경우 중지됨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상태 정보를 유지한 채 메모리에 남아있지만 </a:t>
            </a:r>
            <a:r>
              <a:rPr lang="ko-KR" altLang="en-US" spc="-100" dirty="0" smtClean="0"/>
              <a:t>시스템 메모리가 부족할 경우</a:t>
            </a:r>
            <a:r>
              <a:rPr lang="ko-KR" altLang="en-US" dirty="0" smtClean="0"/>
              <a:t> 제거 대상 </a:t>
            </a:r>
            <a:r>
              <a:rPr lang="en-US" altLang="ko-KR" dirty="0" smtClean="0"/>
              <a:t>1</a:t>
            </a:r>
            <a:r>
              <a:rPr lang="ko-KR" altLang="en-US" dirty="0" smtClean="0"/>
              <a:t>순위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중지될 때 데이터와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상태 등 현재의 상태를 저장해 두는 것이 중요</a:t>
            </a:r>
            <a:endParaRPr lang="en-US" altLang="ko-KR" dirty="0" smtClean="0"/>
          </a:p>
          <a:p>
            <a:r>
              <a:rPr lang="ko-KR" altLang="en-US" dirty="0" smtClean="0"/>
              <a:t>비활성 상태 </a:t>
            </a:r>
            <a:r>
              <a:rPr lang="en-US" altLang="ko-KR" dirty="0" smtClean="0"/>
              <a:t>(Inactive)</a:t>
            </a:r>
          </a:p>
          <a:p>
            <a:pPr lvl="1"/>
            <a:r>
              <a:rPr lang="ko-KR" altLang="en-US" dirty="0" smtClean="0"/>
              <a:t>종료된 이후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로딩되기 이전의 상태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비활성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는 메모리에서 제거 당함</a:t>
            </a:r>
            <a:endParaRPr lang="en-US" altLang="ko-KR" dirty="0"/>
          </a:p>
          <a:p>
            <a:pPr lvl="1"/>
            <a:r>
              <a:rPr lang="ko-KR" altLang="en-US" dirty="0" smtClean="0"/>
              <a:t>다시 화면에 나타나려면 </a:t>
            </a:r>
            <a:r>
              <a:rPr lang="ko-KR" altLang="en-US" dirty="0" err="1" smtClean="0"/>
              <a:t>재시작</a:t>
            </a:r>
            <a:r>
              <a:rPr lang="ko-KR" altLang="en-US" dirty="0" smtClean="0"/>
              <a:t> 과정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onRestart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필요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42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Activity </a:t>
            </a:r>
            <a:r>
              <a:rPr lang="en-US" altLang="ko-KR" dirty="0" smtClean="0"/>
              <a:t>Lifetime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3316224"/>
            <a:ext cx="8229600" cy="3206496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전체 수명 </a:t>
            </a:r>
            <a:r>
              <a:rPr lang="en-US" altLang="ko-KR" dirty="0" smtClean="0"/>
              <a:t>(Entire/Full lifetime)</a:t>
            </a:r>
          </a:p>
          <a:p>
            <a:pPr lvl="1"/>
            <a:r>
              <a:rPr lang="en-US" altLang="ko-KR" dirty="0" err="1" smtClean="0"/>
              <a:t>onCreate</a:t>
            </a:r>
            <a:r>
              <a:rPr lang="en-US" altLang="ko-KR" dirty="0" smtClean="0"/>
              <a:t>()</a:t>
            </a:r>
            <a:r>
              <a:rPr lang="ko-KR" altLang="en-US" dirty="0" smtClean="0"/>
              <a:t>부터 </a:t>
            </a:r>
            <a:r>
              <a:rPr lang="en-US" altLang="ko-KR" dirty="0" err="1" smtClean="0"/>
              <a:t>onDestroy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호출 사이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경우에 따라 </a:t>
            </a:r>
            <a:r>
              <a:rPr lang="en-US" altLang="ko-KR" dirty="0" err="1" smtClean="0"/>
              <a:t>onDestroy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호출이 안될 경우도 있음</a:t>
            </a:r>
            <a:endParaRPr lang="en-US" altLang="ko-KR" dirty="0" smtClean="0"/>
          </a:p>
          <a:p>
            <a:r>
              <a:rPr lang="ko-KR" altLang="en-US" dirty="0"/>
              <a:t>가시 수명 </a:t>
            </a:r>
            <a:r>
              <a:rPr lang="en-US" altLang="ko-KR" dirty="0"/>
              <a:t>(Visible lifetime)</a:t>
            </a:r>
          </a:p>
          <a:p>
            <a:pPr lvl="1"/>
            <a:r>
              <a:rPr lang="en-US" altLang="ko-KR" dirty="0" err="1"/>
              <a:t>onStart</a:t>
            </a:r>
            <a:r>
              <a:rPr lang="en-US" altLang="ko-KR" dirty="0"/>
              <a:t>()</a:t>
            </a:r>
            <a:r>
              <a:rPr lang="ko-KR" altLang="en-US" dirty="0"/>
              <a:t>부터 </a:t>
            </a:r>
            <a:r>
              <a:rPr lang="en-US" altLang="ko-KR" dirty="0" err="1"/>
              <a:t>onStop</a:t>
            </a:r>
            <a:r>
              <a:rPr lang="en-US" altLang="ko-KR" dirty="0"/>
              <a:t>() </a:t>
            </a:r>
            <a:r>
              <a:rPr lang="ko-KR" altLang="en-US" dirty="0"/>
              <a:t>호출 사이</a:t>
            </a:r>
            <a:endParaRPr lang="en-US" altLang="ko-KR" dirty="0"/>
          </a:p>
          <a:p>
            <a:pPr lvl="1"/>
            <a:r>
              <a:rPr lang="en-US" altLang="ko-KR" dirty="0"/>
              <a:t>Activity</a:t>
            </a:r>
            <a:r>
              <a:rPr lang="ko-KR" altLang="en-US" dirty="0"/>
              <a:t>의 상태에 따라 여러 번 반복하기도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r>
              <a:rPr lang="ko-KR" altLang="en-US" dirty="0"/>
              <a:t>활성 수명 </a:t>
            </a:r>
            <a:r>
              <a:rPr lang="en-US" altLang="ko-KR" dirty="0"/>
              <a:t>(Active lifetime)</a:t>
            </a:r>
          </a:p>
          <a:p>
            <a:pPr lvl="1"/>
            <a:r>
              <a:rPr lang="en-US" altLang="ko-KR" dirty="0" err="1"/>
              <a:t>onResume</a:t>
            </a:r>
            <a:r>
              <a:rPr lang="en-US" altLang="ko-KR" dirty="0"/>
              <a:t>()</a:t>
            </a:r>
            <a:r>
              <a:rPr lang="ko-KR" altLang="en-US" dirty="0"/>
              <a:t>부터 </a:t>
            </a:r>
            <a:r>
              <a:rPr lang="en-US" altLang="ko-KR" dirty="0" err="1"/>
              <a:t>onPause</a:t>
            </a:r>
            <a:r>
              <a:rPr lang="en-US" altLang="ko-KR" dirty="0"/>
              <a:t>() </a:t>
            </a:r>
            <a:r>
              <a:rPr lang="ko-KR" altLang="en-US" dirty="0"/>
              <a:t>호출 사이</a:t>
            </a:r>
            <a:endParaRPr lang="en-US" altLang="ko-KR" dirty="0"/>
          </a:p>
          <a:p>
            <a:pPr lvl="1"/>
            <a:r>
              <a:rPr lang="en-US" altLang="ko-KR" dirty="0"/>
              <a:t>Activity</a:t>
            </a:r>
            <a:r>
              <a:rPr lang="ko-KR" altLang="en-US" dirty="0"/>
              <a:t>는 활성 상태와 일시 정지 상태가 자주 </a:t>
            </a:r>
            <a:r>
              <a:rPr lang="ko-KR" altLang="en-US" dirty="0" smtClean="0"/>
              <a:t>바뀜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최대한 가볍게 구현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90" y="1427616"/>
            <a:ext cx="7880417" cy="1888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268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06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32692</TotalTime>
  <Words>1156</Words>
  <Application>Microsoft Office PowerPoint</Application>
  <PresentationFormat>화면 슬라이드 쇼(4:3)</PresentationFormat>
  <Paragraphs>240</Paragraphs>
  <Slides>14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Executive</vt:lpstr>
      <vt:lpstr>어플리케이션</vt:lpstr>
      <vt:lpstr>Android Application</vt:lpstr>
      <vt:lpstr>Android Application</vt:lpstr>
      <vt:lpstr>Application Components</vt:lpstr>
      <vt:lpstr>Application Components</vt:lpstr>
      <vt:lpstr>Application Styles</vt:lpstr>
      <vt:lpstr>Process Types</vt:lpstr>
      <vt:lpstr>Activity</vt:lpstr>
      <vt:lpstr>Activity Task</vt:lpstr>
      <vt:lpstr>Activity Life Cycle</vt:lpstr>
      <vt:lpstr>Activity Life Cycle</vt:lpstr>
      <vt:lpstr>Activity State</vt:lpstr>
      <vt:lpstr>Activity Lifetime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1872</cp:revision>
  <cp:lastPrinted>2011-03-01T18:43:48Z</cp:lastPrinted>
  <dcterms:created xsi:type="dcterms:W3CDTF">2010-10-12T07:50:15Z</dcterms:created>
  <dcterms:modified xsi:type="dcterms:W3CDTF">2017-09-05T02:56:27Z</dcterms:modified>
</cp:coreProperties>
</file>