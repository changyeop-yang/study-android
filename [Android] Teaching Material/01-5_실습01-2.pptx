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7"/>
  </p:notesMasterIdLst>
  <p:sldIdLst>
    <p:sldId id="256" r:id="rId2"/>
    <p:sldId id="337" r:id="rId3"/>
    <p:sldId id="340" r:id="rId4"/>
    <p:sldId id="334" r:id="rId5"/>
    <p:sldId id="294" r:id="rId6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78515" autoAdjust="0"/>
  </p:normalViewPr>
  <p:slideViewPr>
    <p:cSldViewPr snapToGrid="0">
      <p:cViewPr varScale="1">
        <p:scale>
          <a:sx n="69" d="100"/>
          <a:sy n="69" d="100"/>
        </p:scale>
        <p:origin x="148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Practice</a:t>
            </a:r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01-2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 smtClean="0"/>
              <a:t>Ph.D</a:t>
            </a:r>
            <a:endParaRPr lang="en-US" altLang="ko-KR" dirty="0" smtClean="0"/>
          </a:p>
          <a:p>
            <a:r>
              <a:rPr lang="en-US" altLang="ko-KR" dirty="0" smtClean="0"/>
              <a:t>School 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</a:t>
            </a:r>
            <a:r>
              <a:rPr lang="ko-KR" altLang="en-US" dirty="0" smtClean="0"/>
              <a:t> </a:t>
            </a:r>
            <a:r>
              <a:rPr lang="en-US" altLang="ko-KR" dirty="0" smtClean="0"/>
              <a:t>01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en-US" altLang="ko-KR" dirty="0" smtClean="0"/>
              <a:t>1. [Practice 01]</a:t>
            </a:r>
            <a:r>
              <a:rPr lang="ko-KR" altLang="en-US" dirty="0" smtClean="0"/>
              <a:t>에서 만든 프로젝트를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업로드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저장소 이름은 </a:t>
            </a:r>
            <a:r>
              <a:rPr lang="en-US" altLang="ko-KR" dirty="0" smtClean="0"/>
              <a:t>[Practice 01]</a:t>
            </a:r>
            <a:r>
              <a:rPr lang="ko-KR" altLang="en-US" dirty="0" smtClean="0"/>
              <a:t>로 생성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Push </a:t>
            </a:r>
            <a:r>
              <a:rPr lang="ko-KR" altLang="en-US" dirty="0" smtClean="0"/>
              <a:t>하기 전에 보고서 파일을 프로젝트 파일 안에 입력 후 같이 </a:t>
            </a:r>
            <a:r>
              <a:rPr lang="en-US" altLang="ko-KR" dirty="0" smtClean="0"/>
              <a:t>Push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1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후 주의사항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41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제출형식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표지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실습명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학번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학과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포함하는 보고서 </a:t>
            </a:r>
            <a:r>
              <a:rPr lang="ko-KR" altLang="en-US" dirty="0" smtClean="0"/>
              <a:t>작성 후 제출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한글 또는 </a:t>
            </a:r>
            <a:r>
              <a:rPr lang="en-US" altLang="ko-KR" dirty="0" smtClean="0"/>
              <a:t>word</a:t>
            </a:r>
            <a:r>
              <a:rPr lang="ko-KR" altLang="en-US" dirty="0" smtClean="0"/>
              <a:t>를 이용하여</a:t>
            </a:r>
            <a:r>
              <a:rPr lang="ko-KR" altLang="en-US" dirty="0" smtClean="0"/>
              <a:t> </a:t>
            </a:r>
            <a:r>
              <a:rPr lang="ko-KR" altLang="en-US" dirty="0" smtClean="0"/>
              <a:t>작성 후 </a:t>
            </a:r>
            <a:r>
              <a:rPr lang="ko-KR" altLang="en-US" dirty="0" smtClean="0"/>
              <a:t>프로젝트와 </a:t>
            </a:r>
            <a:r>
              <a:rPr lang="ko-KR" altLang="en-US" dirty="0" smtClean="0"/>
              <a:t>같이 업로드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주의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</a:t>
            </a:r>
            <a:r>
              <a:rPr lang="ko-KR" altLang="en-US" dirty="0" smtClean="0"/>
              <a:t>차 마감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수업 당일 자정</a:t>
            </a:r>
            <a:r>
              <a:rPr lang="en-US" altLang="ko-KR" dirty="0" smtClean="0"/>
              <a:t>(</a:t>
            </a:r>
            <a:r>
              <a:rPr lang="ko-KR" altLang="en-US" dirty="0" smtClean="0"/>
              <a:t>만점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2</a:t>
            </a:r>
            <a:r>
              <a:rPr lang="ko-KR" altLang="en-US" dirty="0" smtClean="0"/>
              <a:t>차 마감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수업이 있는 주 토요일 자정</a:t>
            </a:r>
            <a:r>
              <a:rPr lang="en-US" altLang="ko-KR" dirty="0" smtClean="0"/>
              <a:t>(</a:t>
            </a:r>
            <a:r>
              <a:rPr lang="ko-KR" altLang="en-US" dirty="0" smtClean="0"/>
              <a:t>만점의 </a:t>
            </a:r>
            <a:r>
              <a:rPr lang="en-US" altLang="ko-KR" dirty="0" smtClean="0"/>
              <a:t>50%)</a:t>
            </a:r>
          </a:p>
          <a:p>
            <a:pPr lvl="1"/>
            <a:r>
              <a:rPr lang="ko-KR" altLang="en-US" dirty="0" smtClean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12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33636</TotalTime>
  <Words>138</Words>
  <Application>Microsoft Office PowerPoint</Application>
  <PresentationFormat>화면 슬라이드 쇼(4:3)</PresentationFormat>
  <Paragraphs>30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HY중고딕</vt:lpstr>
      <vt:lpstr>맑은 고딕</vt:lpstr>
      <vt:lpstr>Arial</vt:lpstr>
      <vt:lpstr>Calibri</vt:lpstr>
      <vt:lpstr>Century Gothic</vt:lpstr>
      <vt:lpstr>Courier New</vt:lpstr>
      <vt:lpstr>Palatino Linotype</vt:lpstr>
      <vt:lpstr>Executive</vt:lpstr>
      <vt:lpstr>Practice 01-2</vt:lpstr>
      <vt:lpstr>Practice 01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VRLab</cp:lastModifiedBy>
  <cp:revision>1793</cp:revision>
  <cp:lastPrinted>2011-03-01T18:43:48Z</cp:lastPrinted>
  <dcterms:created xsi:type="dcterms:W3CDTF">2010-10-12T07:50:15Z</dcterms:created>
  <dcterms:modified xsi:type="dcterms:W3CDTF">2017-08-29T02:39:46Z</dcterms:modified>
</cp:coreProperties>
</file>