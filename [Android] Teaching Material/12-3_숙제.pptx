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7"/>
  </p:notesMasterIdLst>
  <p:sldIdLst>
    <p:sldId id="256" r:id="rId2"/>
    <p:sldId id="340" r:id="rId3"/>
    <p:sldId id="341" r:id="rId4"/>
    <p:sldId id="334" r:id="rId5"/>
    <p:sldId id="294" r:id="rId6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69" d="100"/>
          <a:sy n="69" d="100"/>
        </p:scale>
        <p:origin x="184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14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71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숙제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#12.1</a:t>
            </a:r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686" y="1498714"/>
            <a:ext cx="2969283" cy="513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5"/>
          <p:cNvSpPr txBox="1">
            <a:spLocks/>
          </p:cNvSpPr>
          <p:nvPr/>
        </p:nvSpPr>
        <p:spPr>
          <a:xfrm>
            <a:off x="4010511" y="1935041"/>
            <a:ext cx="5035517" cy="1625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lvl="1"/>
            <a:r>
              <a:rPr lang="ko-KR" altLang="en-US" sz="2000" dirty="0" smtClean="0"/>
              <a:t>학교에 도착 시 </a:t>
            </a:r>
            <a:r>
              <a:rPr lang="ko-KR" altLang="en-US" sz="2000" dirty="0" err="1" smtClean="0"/>
              <a:t>인텐트</a:t>
            </a:r>
            <a:r>
              <a:rPr lang="ko-KR" altLang="en-US" sz="2000" dirty="0" smtClean="0"/>
              <a:t> 알림 발생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ko-KR" altLang="en-US" sz="2000" dirty="0" smtClean="0"/>
              <a:t>     하는 프로그램 작성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2000" dirty="0" smtClean="0"/>
              <a:t>    </a:t>
            </a:r>
          </a:p>
          <a:p>
            <a:pPr marL="457200" lvl="1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(</a:t>
            </a:r>
            <a:r>
              <a:rPr lang="en-US" altLang="ko-KR" sz="2000" b="1" dirty="0" err="1" smtClean="0"/>
              <a:t>LocationManager</a:t>
            </a:r>
            <a:r>
              <a:rPr lang="en-US" altLang="ko-KR" sz="2000" b="1" dirty="0" smtClean="0"/>
              <a:t> - </a:t>
            </a:r>
            <a:r>
              <a:rPr lang="fr-FR" altLang="ko-KR" sz="2000" b="1" dirty="0" smtClean="0"/>
              <a:t>addProximityAlert </a:t>
            </a:r>
            <a:r>
              <a:rPr lang="fr-FR" altLang="ko-KR" sz="1800" b="1" dirty="0" smtClean="0"/>
              <a:t>	</a:t>
            </a:r>
            <a:r>
              <a:rPr lang="ko-KR" altLang="en-US" sz="1800" b="1" dirty="0" smtClean="0"/>
              <a:t>함수 사용</a:t>
            </a:r>
            <a:r>
              <a:rPr lang="en-US" altLang="ko-KR" sz="1800" dirty="0" smtClean="0"/>
              <a:t>)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158943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#12.2 </a:t>
            </a:r>
            <a:r>
              <a:rPr lang="en-US" altLang="ko-KR" sz="3600" dirty="0" smtClean="0"/>
              <a:t>(</a:t>
            </a:r>
            <a:r>
              <a:rPr lang="ko-KR" altLang="en-US" sz="3600" dirty="0" smtClean="0"/>
              <a:t>선택사항</a:t>
            </a:r>
            <a:r>
              <a:rPr lang="en-US" altLang="ko-KR" sz="3600" dirty="0" smtClean="0"/>
              <a:t>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52" y="1307689"/>
            <a:ext cx="2839872" cy="50486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81" y="1672813"/>
            <a:ext cx="2839872" cy="5048662"/>
          </a:xfrm>
          <a:prstGeom prst="rect">
            <a:avLst/>
          </a:prstGeom>
        </p:spPr>
      </p:pic>
      <p:sp>
        <p:nvSpPr>
          <p:cNvPr id="9" name="내용 개체 틀 5"/>
          <p:cNvSpPr txBox="1">
            <a:spLocks/>
          </p:cNvSpPr>
          <p:nvPr/>
        </p:nvSpPr>
        <p:spPr>
          <a:xfrm>
            <a:off x="5642811" y="1307688"/>
            <a:ext cx="3380643" cy="504866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altLang="ko-KR" sz="1800" b="1" dirty="0"/>
              <a:t>1) </a:t>
            </a:r>
            <a:r>
              <a:rPr lang="ko-KR" altLang="en-US" sz="1600" dirty="0" smtClean="0"/>
              <a:t>앞선 </a:t>
            </a:r>
            <a:r>
              <a:rPr lang="en-US" altLang="ko-KR" sz="1600" dirty="0" smtClean="0"/>
              <a:t>GPS </a:t>
            </a:r>
            <a:r>
              <a:rPr lang="ko-KR" altLang="en-US" sz="1600" dirty="0" smtClean="0"/>
              <a:t>예제의 경우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GPS </a:t>
            </a:r>
            <a:r>
              <a:rPr lang="ko-KR" altLang="en-US" sz="1600" dirty="0" smtClean="0"/>
              <a:t>권한을 </a:t>
            </a:r>
            <a:r>
              <a:rPr lang="en-US" altLang="ko-KR" sz="1600" dirty="0" smtClean="0"/>
              <a:t>ALLOW </a:t>
            </a:r>
            <a:r>
              <a:rPr lang="ko-KR" altLang="en-US" sz="1600" dirty="0" smtClean="0"/>
              <a:t>하더라도 </a:t>
            </a:r>
            <a:r>
              <a:rPr lang="en-US" altLang="ko-KR" sz="1600" dirty="0" smtClean="0"/>
              <a:t>GPS</a:t>
            </a:r>
            <a:r>
              <a:rPr lang="ko-KR" altLang="en-US" sz="1600" dirty="0" smtClean="0"/>
              <a:t>의 값들이 업데이트 되지 않고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어플</a:t>
            </a:r>
            <a:r>
              <a:rPr lang="ko-KR" altLang="en-US" sz="1600" dirty="0" smtClean="0"/>
              <a:t> 종료 후 다시 실행하였을 때부터 정상적으로 작동한다</a:t>
            </a:r>
            <a:r>
              <a:rPr lang="en-US" altLang="ko-KR" sz="1600" dirty="0" smtClean="0"/>
              <a:t>. </a:t>
            </a:r>
          </a:p>
          <a:p>
            <a:pPr marL="57150" indent="0">
              <a:buNone/>
            </a:pPr>
            <a:r>
              <a:rPr lang="ko-KR" altLang="en-US" sz="1600" dirty="0" smtClean="0"/>
              <a:t>예제를</a:t>
            </a:r>
            <a:r>
              <a:rPr lang="ko-KR" altLang="en-US" sz="1600" b="1" u="sng" dirty="0" smtClean="0"/>
              <a:t> 권한 수락 후 바로 </a:t>
            </a:r>
            <a:r>
              <a:rPr lang="en-US" altLang="ko-KR" sz="1600" b="1" u="sng" dirty="0" smtClean="0"/>
              <a:t>GPS </a:t>
            </a:r>
            <a:r>
              <a:rPr lang="ko-KR" altLang="en-US" sz="1600" b="1" u="sng" dirty="0" smtClean="0"/>
              <a:t>정보를 업데이트 할 수 있도록 수정한다</a:t>
            </a:r>
            <a:r>
              <a:rPr lang="en-US" altLang="ko-KR" sz="1600" b="1" u="sng" dirty="0" smtClean="0"/>
              <a:t>.</a:t>
            </a:r>
          </a:p>
          <a:p>
            <a:pPr marL="400050">
              <a:buFont typeface="+mj-lt"/>
              <a:buAutoNum type="arabicPeriod"/>
            </a:pPr>
            <a:endParaRPr lang="en-US" altLang="ko-KR" sz="1600" b="1" u="sng" dirty="0"/>
          </a:p>
          <a:p>
            <a:pPr marL="57150" indent="0">
              <a:buNone/>
            </a:pPr>
            <a:r>
              <a:rPr lang="en-US" altLang="ko-KR" sz="1800" b="1" dirty="0" smtClean="0"/>
              <a:t>2) </a:t>
            </a:r>
            <a:r>
              <a:rPr lang="ko-KR" altLang="en-US" sz="1600" dirty="0" smtClean="0"/>
              <a:t>해당 예제의 경우 </a:t>
            </a:r>
            <a:r>
              <a:rPr lang="ko-KR" altLang="en-US" sz="1600" dirty="0" err="1" smtClean="0"/>
              <a:t>앱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실행시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mainActivy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에서 </a:t>
            </a:r>
            <a:endParaRPr lang="en-US" altLang="ko-KR" sz="1600" dirty="0" smtClean="0"/>
          </a:p>
          <a:p>
            <a:pPr marL="800100" lvl="1">
              <a:buFont typeface="+mj-lt"/>
              <a:buAutoNum type="arabicPeriod"/>
            </a:pPr>
            <a:r>
              <a:rPr lang="en-US" altLang="ko-KR" sz="1200" dirty="0" err="1">
                <a:latin typeface="+mn-ea"/>
              </a:rPr>
              <a:t>onCreate</a:t>
            </a:r>
            <a:endParaRPr lang="en-US" altLang="ko-KR" sz="1200" dirty="0">
              <a:latin typeface="+mn-ea"/>
            </a:endParaRPr>
          </a:p>
          <a:p>
            <a:pPr marL="800100" lvl="1">
              <a:buFont typeface="+mj-lt"/>
              <a:buAutoNum type="arabicPeriod"/>
            </a:pPr>
            <a:r>
              <a:rPr lang="en-US" altLang="ko-KR" sz="1200" dirty="0" err="1">
                <a:latin typeface="+mn-ea"/>
              </a:rPr>
              <a:t>askForPermission</a:t>
            </a:r>
            <a:r>
              <a:rPr lang="en-US" altLang="ko-KR" sz="1200" dirty="0">
                <a:latin typeface="+mn-ea"/>
              </a:rPr>
              <a:t>()</a:t>
            </a:r>
          </a:p>
          <a:p>
            <a:pPr marL="57150" indent="0">
              <a:buNone/>
            </a:pPr>
            <a:r>
              <a:rPr lang="ko-KR" altLang="en-US" sz="1600" dirty="0" smtClean="0"/>
              <a:t>두 함수가 차례로 호출되어 권한 체크 작업이 수행된다</a:t>
            </a:r>
            <a:r>
              <a:rPr lang="en-US" altLang="ko-KR" sz="1600" dirty="0" smtClean="0"/>
              <a:t>.</a:t>
            </a:r>
          </a:p>
          <a:p>
            <a:pPr marL="57150" indent="0">
              <a:buNone/>
            </a:pPr>
            <a:r>
              <a:rPr lang="ko-KR" altLang="en-US" sz="1600" dirty="0" err="1" smtClean="0"/>
              <a:t>앱의</a:t>
            </a:r>
            <a:r>
              <a:rPr lang="ko-KR" altLang="en-US" sz="1600" dirty="0" smtClean="0"/>
              <a:t> 시작에 </a:t>
            </a:r>
            <a:r>
              <a:rPr lang="en-US" altLang="ko-KR" sz="1600" dirty="0" err="1" smtClean="0"/>
              <a:t>mainActiviy</a:t>
            </a:r>
            <a:r>
              <a:rPr lang="ko-KR" altLang="en-US" sz="1600" dirty="0" smtClean="0"/>
              <a:t>가 아닌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</a:t>
            </a:r>
            <a:r>
              <a:rPr lang="ko-KR" altLang="en-US" sz="1600" b="1" u="sng" dirty="0" smtClean="0"/>
              <a:t>권한 체크를 위한 </a:t>
            </a:r>
            <a:r>
              <a:rPr lang="ko-KR" altLang="en-US" sz="1600" b="1" u="sng" dirty="0" err="1" smtClean="0"/>
              <a:t>액티비티를</a:t>
            </a:r>
            <a:r>
              <a:rPr lang="ko-KR" altLang="en-US" sz="1600" b="1" u="sng" dirty="0" smtClean="0"/>
              <a:t> 추가하고 </a:t>
            </a:r>
            <a:r>
              <a:rPr lang="en-US" altLang="ko-KR" sz="1600" b="1" u="sng" dirty="0" err="1" smtClean="0"/>
              <a:t>mainActivity</a:t>
            </a:r>
            <a:r>
              <a:rPr lang="ko-KR" altLang="en-US" sz="1600" b="1" u="sng" dirty="0" smtClean="0"/>
              <a:t>에 권한을 부여하도록 예제를 수정한다</a:t>
            </a:r>
            <a:r>
              <a:rPr lang="en-US" altLang="ko-KR" sz="1600" b="1" u="sng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64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주어진 보고서 형식에 맞춰서 보고서 작성 후 제출</a:t>
            </a:r>
            <a:endParaRPr lang="en-US" altLang="ko-KR" dirty="0" smtClean="0"/>
          </a:p>
          <a:p>
            <a:pPr lvl="1"/>
            <a:r>
              <a:rPr lang="ko-KR" altLang="en-US" dirty="0" err="1"/>
              <a:t>구글</a:t>
            </a:r>
            <a:r>
              <a:rPr lang="ko-KR" altLang="en-US" dirty="0"/>
              <a:t> 드라이브에서 작성 후 프로젝트 같이 </a:t>
            </a:r>
            <a:r>
              <a:rPr lang="ko-KR" altLang="en-US" dirty="0" smtClean="0"/>
              <a:t>업로드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주의</a:t>
            </a:r>
            <a:endParaRPr lang="en-US" altLang="ko-KR" dirty="0" smtClean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마감 </a:t>
            </a:r>
            <a:r>
              <a:rPr lang="en-US" altLang="ko-KR" dirty="0"/>
              <a:t>: </a:t>
            </a:r>
            <a:r>
              <a:rPr lang="ko-KR" altLang="en-US" dirty="0"/>
              <a:t>수업이 있는 주 토요일 자정</a:t>
            </a:r>
            <a:r>
              <a:rPr lang="en-US" altLang="ko-KR" dirty="0"/>
              <a:t>(</a:t>
            </a:r>
            <a:r>
              <a:rPr lang="ko-KR" altLang="en-US" dirty="0"/>
              <a:t>만점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 마감 </a:t>
            </a:r>
            <a:r>
              <a:rPr lang="en-US" altLang="ko-KR" dirty="0"/>
              <a:t>: </a:t>
            </a:r>
            <a:r>
              <a:rPr lang="ko-KR" altLang="en-US" dirty="0"/>
              <a:t>수업이 있는 주 일요일 자정</a:t>
            </a:r>
            <a:r>
              <a:rPr lang="en-US" altLang="ko-KR" dirty="0"/>
              <a:t>(</a:t>
            </a:r>
            <a:r>
              <a:rPr lang="ko-KR" altLang="en-US" dirty="0"/>
              <a:t>만점의 </a:t>
            </a:r>
            <a:r>
              <a:rPr lang="en-US" altLang="ko-KR" dirty="0"/>
              <a:t>50%)</a:t>
            </a:r>
          </a:p>
          <a:p>
            <a:pPr lvl="1"/>
            <a:r>
              <a:rPr lang="ko-KR" altLang="en-US" dirty="0" smtClean="0"/>
              <a:t>이후 제출은 채점대상에서 제외함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선택과제 </a:t>
            </a:r>
            <a:r>
              <a:rPr lang="en-US" altLang="ko-KR" dirty="0" smtClean="0"/>
              <a:t>(#12.2)</a:t>
            </a:r>
          </a:p>
          <a:p>
            <a:pPr lvl="1"/>
            <a:r>
              <a:rPr lang="ko-KR" altLang="en-US" dirty="0" smtClean="0"/>
              <a:t>선택 과제 문항 </a:t>
            </a:r>
            <a:r>
              <a:rPr lang="en-US" altLang="ko-KR" dirty="0" smtClean="0"/>
              <a:t>1, 2</a:t>
            </a:r>
            <a:r>
              <a:rPr lang="ko-KR" altLang="en-US" dirty="0" smtClean="0"/>
              <a:t>번에 대한 추가점수 부여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선택 과제의 경우 해당 조건의 작동 여부를 확인 할 수 있도록 동영상 </a:t>
            </a:r>
            <a:r>
              <a:rPr lang="ko-KR" altLang="en-US" dirty="0" err="1" smtClean="0"/>
              <a:t>캡쳐</a:t>
            </a:r>
            <a:r>
              <a:rPr lang="ko-KR" altLang="en-US" dirty="0" smtClean="0"/>
              <a:t> 첨부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34092</TotalTime>
  <Words>205</Words>
  <Application>Microsoft Office PowerPoint</Application>
  <PresentationFormat>화면 슬라이드 쇼(4:3)</PresentationFormat>
  <Paragraphs>38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숙제</vt:lpstr>
      <vt:lpstr>Homework #12.1</vt:lpstr>
      <vt:lpstr>Homework #12.2 (선택사항)</vt:lpstr>
      <vt:lpstr>제출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1817</cp:revision>
  <cp:lastPrinted>2011-03-01T18:43:48Z</cp:lastPrinted>
  <dcterms:created xsi:type="dcterms:W3CDTF">2010-10-12T07:50:15Z</dcterms:created>
  <dcterms:modified xsi:type="dcterms:W3CDTF">2017-11-28T04:51:52Z</dcterms:modified>
</cp:coreProperties>
</file>