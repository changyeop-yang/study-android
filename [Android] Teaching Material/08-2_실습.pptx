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8"/>
  </p:notesMasterIdLst>
  <p:sldIdLst>
    <p:sldId id="256" r:id="rId2"/>
    <p:sldId id="346" r:id="rId3"/>
    <p:sldId id="342" r:id="rId4"/>
    <p:sldId id="344" r:id="rId5"/>
    <p:sldId id="345" r:id="rId6"/>
    <p:sldId id="294" r:id="rId7"/>
  </p:sldIdLst>
  <p:sldSz cx="9144000" cy="6858000" type="screen4x3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9" autoAdjust="0"/>
    <p:restoredTop sz="95383" autoAdjust="0"/>
  </p:normalViewPr>
  <p:slideViewPr>
    <p:cSldViewPr snapToGrid="0">
      <p:cViewPr varScale="1">
        <p:scale>
          <a:sx n="89" d="100"/>
          <a:sy n="89" d="100"/>
        </p:scale>
        <p:origin x="126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61" tIns="47531" rIns="95061" bIns="47531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5"/>
          </a:xfrm>
          <a:prstGeom prst="rect">
            <a:avLst/>
          </a:prstGeom>
        </p:spPr>
        <p:txBody>
          <a:bodyPr vert="horz" lIns="95061" tIns="47531" rIns="95061" bIns="47531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846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8_1~2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/>
              <a:t>School of Computer Science and Engineering</a:t>
            </a:r>
          </a:p>
          <a:p>
            <a:r>
              <a:rPr lang="en-US" altLang="ko-KR" dirty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#8_1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앞의 </a:t>
            </a:r>
            <a:r>
              <a:rPr lang="en-US" altLang="ko-KR" dirty="0" smtClean="0"/>
              <a:t>Example 8-1, 8-2 </a:t>
            </a:r>
            <a:r>
              <a:rPr lang="ko-KR" altLang="en-US" dirty="0" smtClean="0"/>
              <a:t>구현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61" y="2164546"/>
            <a:ext cx="1933074" cy="354053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901" y="2164546"/>
            <a:ext cx="1933074" cy="3540535"/>
          </a:xfrm>
          <a:prstGeom prst="rect">
            <a:avLst/>
          </a:prstGeom>
        </p:spPr>
      </p:pic>
      <p:cxnSp>
        <p:nvCxnSpPr>
          <p:cNvPr id="12" name="직선 화살표 연결선 11"/>
          <p:cNvCxnSpPr/>
          <p:nvPr/>
        </p:nvCxnSpPr>
        <p:spPr>
          <a:xfrm flipH="1">
            <a:off x="4889766" y="2856361"/>
            <a:ext cx="226142" cy="2064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146" y="2176473"/>
            <a:ext cx="1935739" cy="354541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809" y="2176473"/>
            <a:ext cx="1942251" cy="355734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1928" y="2180512"/>
            <a:ext cx="1940047" cy="3553306"/>
          </a:xfrm>
          <a:prstGeom prst="rect">
            <a:avLst/>
          </a:prstGeom>
        </p:spPr>
      </p:pic>
      <p:cxnSp>
        <p:nvCxnSpPr>
          <p:cNvPr id="15" name="직선 화살표 연결선 14"/>
          <p:cNvCxnSpPr/>
          <p:nvPr/>
        </p:nvCxnSpPr>
        <p:spPr>
          <a:xfrm flipH="1">
            <a:off x="5181111" y="2856361"/>
            <a:ext cx="226142" cy="2064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6440643" y="3253176"/>
            <a:ext cx="226142" cy="2064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flipH="1">
            <a:off x="7843819" y="3477645"/>
            <a:ext cx="226142" cy="2064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5388" y="5779592"/>
            <a:ext cx="2889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(Content Provider</a:t>
            </a:r>
            <a:r>
              <a:rPr lang="ko-KR" altLang="en-US" sz="1400" dirty="0" smtClean="0"/>
              <a:t>가 구현된 것임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8096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</a:t>
            </a:r>
            <a:r>
              <a:rPr lang="en-US" altLang="ko-KR" dirty="0" smtClean="0"/>
              <a:t>8_2</a:t>
            </a:r>
            <a:endParaRPr lang="ko-KR" altLang="en-US" dirty="0"/>
          </a:p>
        </p:txBody>
      </p:sp>
      <p:sp>
        <p:nvSpPr>
          <p:cNvPr id="10" name="내용 개체 틀 3"/>
          <p:cNvSpPr txBox="1">
            <a:spLocks/>
          </p:cNvSpPr>
          <p:nvPr/>
        </p:nvSpPr>
        <p:spPr>
          <a:xfrm>
            <a:off x="4580626" y="1531563"/>
            <a:ext cx="4106174" cy="498646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지난 주의 </a:t>
            </a:r>
            <a:r>
              <a:rPr lang="ko-KR" altLang="en-US" dirty="0" smtClean="0"/>
              <a:t>실습과제</a:t>
            </a:r>
            <a:r>
              <a:rPr lang="en-US" altLang="ko-KR" dirty="0" smtClean="0"/>
              <a:t>(</a:t>
            </a:r>
            <a:r>
              <a:rPr lang="ko-KR" altLang="en-US" dirty="0" smtClean="0"/>
              <a:t>좌측그림</a:t>
            </a:r>
            <a:r>
              <a:rPr lang="en-US" altLang="ko-KR" dirty="0" smtClean="0"/>
              <a:t>: Content Provider</a:t>
            </a:r>
            <a:r>
              <a:rPr lang="ko-KR" altLang="en-US" dirty="0" smtClean="0"/>
              <a:t>가 구현 안됨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Content </a:t>
            </a:r>
            <a:r>
              <a:rPr lang="en-US" altLang="ko-KR" dirty="0" smtClean="0"/>
              <a:t>Provider</a:t>
            </a:r>
            <a:r>
              <a:rPr lang="ko-KR" altLang="en-US" dirty="0" smtClean="0"/>
              <a:t>를 사용하도록 수정하라</a:t>
            </a:r>
            <a:endParaRPr lang="en-US" altLang="ko-KR" dirty="0"/>
          </a:p>
          <a:p>
            <a:pPr marL="0" indent="0" algn="just">
              <a:buNone/>
            </a:pPr>
            <a:endParaRPr lang="en-US" altLang="ko-KR" dirty="0" smtClean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 smtClean="0"/>
          </a:p>
          <a:p>
            <a:pPr marL="0" indent="0" algn="just">
              <a:buNone/>
            </a:pPr>
            <a:endParaRPr lang="en-US" altLang="ko-KR" dirty="0" smtClean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 smtClean="0"/>
          </a:p>
        </p:txBody>
      </p:sp>
      <p:grpSp>
        <p:nvGrpSpPr>
          <p:cNvPr id="11" name="그룹 10"/>
          <p:cNvGrpSpPr/>
          <p:nvPr/>
        </p:nvGrpSpPr>
        <p:grpSpPr>
          <a:xfrm>
            <a:off x="957173" y="1610208"/>
            <a:ext cx="2933700" cy="4829175"/>
            <a:chOff x="1034811" y="1527175"/>
            <a:chExt cx="2933700" cy="4829175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4811" y="1527175"/>
              <a:ext cx="2933700" cy="4829175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2173857" y="3868112"/>
              <a:ext cx="84538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 smtClean="0">
                  <a:latin typeface="+mn-ea"/>
                </a:rPr>
                <a:t>UPDATE</a:t>
              </a:r>
              <a:endParaRPr lang="ko-KR" altLang="en-US" sz="900" dirty="0">
                <a:latin typeface="+mn-ea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09623" y="2557747"/>
              <a:ext cx="131984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 smtClean="0">
                  <a:solidFill>
                    <a:schemeClr val="bg1"/>
                  </a:solidFill>
                  <a:latin typeface="+mn-ea"/>
                </a:rPr>
                <a:t>Ex7_DatabaseSave</a:t>
              </a:r>
              <a:endParaRPr lang="ko-KR" altLang="en-US" sz="105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67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실습 후 주의사항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30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4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33727</TotalTime>
  <Words>107</Words>
  <Application>Microsoft Office PowerPoint</Application>
  <PresentationFormat>화면 슬라이드 쇼(4:3)</PresentationFormat>
  <Paragraphs>40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HY중고딕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실습 #8_1~2</vt:lpstr>
      <vt:lpstr>Practice #8_1</vt:lpstr>
      <vt:lpstr>Practice #8_2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1795</cp:revision>
  <cp:lastPrinted>2015-10-12T13:11:35Z</cp:lastPrinted>
  <dcterms:created xsi:type="dcterms:W3CDTF">2010-10-12T07:50:15Z</dcterms:created>
  <dcterms:modified xsi:type="dcterms:W3CDTF">2017-11-07T04:20:25Z</dcterms:modified>
</cp:coreProperties>
</file>