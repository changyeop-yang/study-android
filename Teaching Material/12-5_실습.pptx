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0"/>
  </p:notesMasterIdLst>
  <p:sldIdLst>
    <p:sldId id="256" r:id="rId2"/>
    <p:sldId id="340" r:id="rId3"/>
    <p:sldId id="341" r:id="rId4"/>
    <p:sldId id="342" r:id="rId5"/>
    <p:sldId id="343" r:id="rId6"/>
    <p:sldId id="338" r:id="rId7"/>
    <p:sldId id="344" r:id="rId8"/>
    <p:sldId id="294" r:id="rId9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 varScale="1">
        <p:scale>
          <a:sx n="90" d="100"/>
          <a:sy n="90" d="100"/>
        </p:scale>
        <p:origin x="-224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orient="horz" pos="3224"/>
        <p:guide pos="214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61" tIns="47531" rIns="95061" bIns="47531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5"/>
          </a:xfrm>
          <a:prstGeom prst="rect">
            <a:avLst/>
          </a:prstGeom>
        </p:spPr>
        <p:txBody>
          <a:bodyPr vert="horz" lIns="95061" tIns="47531" rIns="95061" bIns="47531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935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4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192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862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#12_2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Location Based </a:t>
            </a:r>
            <a:r>
              <a:rPr lang="en-US" altLang="ko-KR" dirty="0" smtClean="0"/>
              <a:t>Service </a:t>
            </a:r>
            <a:r>
              <a:rPr lang="en-US" altLang="ko-KR" smtClean="0"/>
              <a:t>/ Google Map API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85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Practice 12.2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38700" y="1565206"/>
            <a:ext cx="393409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앞선 </a:t>
            </a:r>
            <a:r>
              <a:rPr lang="en-US" altLang="ko-KR" sz="2000" dirty="0" err="1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GoogleMap</a:t>
            </a:r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예제를 수정</a:t>
            </a:r>
            <a:endParaRPr lang="en-US" altLang="ko-KR" sz="2000" dirty="0" smtClean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임의의 장소를 추가하고</a:t>
            </a:r>
            <a:endParaRPr lang="en-US" altLang="ko-KR" sz="2000" dirty="0" smtClean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새로운 </a:t>
            </a:r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Marker </a:t>
            </a: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삽입</a:t>
            </a:r>
            <a:endParaRPr lang="en-US" altLang="ko-KR" sz="2000" dirty="0" smtClean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임의의 장소에 관한 설명 추가</a:t>
            </a:r>
            <a:endParaRPr lang="en-US" altLang="ko-KR" sz="2000" dirty="0" smtClean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( </a:t>
            </a:r>
            <a:r>
              <a:rPr lang="en-US" altLang="ko-KR" sz="2000" dirty="0" err="1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MarkerOptions.snippet</a:t>
            </a:r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)</a:t>
            </a:r>
            <a:endParaRPr lang="en-US" altLang="ko-KR" sz="20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48" y="1307689"/>
            <a:ext cx="3740247" cy="487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#12_3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Location Based </a:t>
            </a:r>
            <a:r>
              <a:rPr lang="en-US" altLang="ko-KR" dirty="0" smtClean="0"/>
              <a:t>Service </a:t>
            </a:r>
            <a:r>
              <a:rPr lang="en-US" altLang="ko-KR" smtClean="0"/>
              <a:t>/ Google Map API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83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 smtClean="0"/>
              <a:t>Practice 12.3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38700" y="1565206"/>
            <a:ext cx="389080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FragMap</a:t>
            </a:r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예제 </a:t>
            </a:r>
            <a:r>
              <a:rPr lang="en-US" altLang="ko-KR" sz="2000" dirty="0" err="1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onMapReady</a:t>
            </a:r>
            <a:endParaRPr lang="en-US" altLang="ko-KR" sz="20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</a:t>
            </a: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함수를 수정하여 과제 수행</a:t>
            </a:r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임의의 장소를 추가하고</a:t>
            </a:r>
            <a:endParaRPr lang="en-US" altLang="ko-KR" sz="2000" dirty="0" smtClean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새로운 </a:t>
            </a:r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Marker </a:t>
            </a: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삽입</a:t>
            </a:r>
            <a:endParaRPr lang="en-US" altLang="ko-KR" sz="2000" dirty="0" smtClean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임의의 장소에 관한 설명 추가</a:t>
            </a:r>
            <a:endParaRPr lang="en-US" altLang="ko-KR" sz="2000" dirty="0" smtClean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( </a:t>
            </a:r>
            <a:r>
              <a:rPr lang="en-US" altLang="ko-KR" sz="2000" dirty="0" err="1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MarkerOptions.snippet</a:t>
            </a:r>
            <a:r>
              <a:rPr lang="en-US" altLang="ko-KR" sz="20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)</a:t>
            </a:r>
            <a:endParaRPr lang="en-US" altLang="ko-KR" sz="20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48" y="1307689"/>
            <a:ext cx="3740247" cy="487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00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후 주의사항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b="1" u="sng" smtClean="0">
                <a:solidFill>
                  <a:srgbClr val="FF0000"/>
                </a:solidFill>
              </a:rPr>
              <a:t>반드시 </a:t>
            </a:r>
            <a:r>
              <a:rPr lang="ko-KR" altLang="en-US" b="1" u="sng" dirty="0" smtClean="0">
                <a:solidFill>
                  <a:srgbClr val="FF0000"/>
                </a:solidFill>
              </a:rPr>
              <a:t>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7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77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33633</TotalTime>
  <Words>140</Words>
  <Application>Microsoft Office PowerPoint</Application>
  <PresentationFormat>화면 슬라이드 쇼(4:3)</PresentationFormat>
  <Paragraphs>55</Paragraphs>
  <Slides>8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Executive</vt:lpstr>
      <vt:lpstr>실습</vt:lpstr>
      <vt:lpstr>Practice #12_2</vt:lpstr>
      <vt:lpstr>Practice 12.2</vt:lpstr>
      <vt:lpstr>Practice #12_3</vt:lpstr>
      <vt:lpstr>Practice 12.3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1798</cp:revision>
  <cp:lastPrinted>2015-10-12T13:11:35Z</cp:lastPrinted>
  <dcterms:created xsi:type="dcterms:W3CDTF">2010-10-12T07:50:15Z</dcterms:created>
  <dcterms:modified xsi:type="dcterms:W3CDTF">2017-11-28T08:31:15Z</dcterms:modified>
</cp:coreProperties>
</file>