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8"/>
  </p:notesMasterIdLst>
  <p:sldIdLst>
    <p:sldId id="256" r:id="rId2"/>
    <p:sldId id="344" r:id="rId3"/>
    <p:sldId id="345" r:id="rId4"/>
    <p:sldId id="346" r:id="rId5"/>
    <p:sldId id="347" r:id="rId6"/>
    <p:sldId id="294" r:id="rId7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69" d="100"/>
          <a:sy n="69" d="100"/>
        </p:scale>
        <p:origin x="184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4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</a:t>
            </a:r>
            <a:r>
              <a:rPr lang="en-US" altLang="ko-KR" sz="4800" b="1" dirty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9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.1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 dirty="0"/>
              <a:t>College of IT Engineering, KNU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#9.1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897420"/>
            <a:ext cx="8229600" cy="46414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 err="1"/>
              <a:t>AsyncTask</a:t>
            </a:r>
            <a:r>
              <a:rPr lang="ko-KR" altLang="en-US" dirty="0"/>
              <a:t>를 </a:t>
            </a:r>
            <a:r>
              <a:rPr lang="ko-KR" altLang="en-US" dirty="0" smtClean="0"/>
              <a:t>사용하여 </a:t>
            </a:r>
            <a:r>
              <a:rPr lang="en-US" altLang="ko-KR" dirty="0" err="1" smtClean="0"/>
              <a:t>EditText</a:t>
            </a:r>
            <a:r>
              <a:rPr lang="ko-KR" altLang="en-US" dirty="0" smtClean="0"/>
              <a:t>에서 받은 숫자의 </a:t>
            </a:r>
            <a:r>
              <a:rPr lang="ko-KR" altLang="en-US" dirty="0" err="1" smtClean="0"/>
              <a:t>누적합을</a:t>
            </a:r>
            <a:r>
              <a:rPr lang="ko-KR" altLang="en-US" dirty="0" smtClean="0"/>
              <a:t> 출력하는 프로그램 생성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진행 도중에 현재까지의 합을 출력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52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089" y="1559339"/>
            <a:ext cx="2532254" cy="4680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826" y="1605958"/>
            <a:ext cx="2532254" cy="4680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ko-KR" altLang="en-US" dirty="0" smtClean="0"/>
              <a:t>실행 화면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610835" y="3424561"/>
            <a:ext cx="2008915" cy="283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398419" y="3391112"/>
            <a:ext cx="1997869" cy="317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45" y="1651298"/>
            <a:ext cx="253225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4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01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91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33685</TotalTime>
  <Words>90</Words>
  <Application>Microsoft Office PowerPoint</Application>
  <PresentationFormat>화면 슬라이드 쇼(4:3)</PresentationFormat>
  <Paragraphs>35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실습 #9.1</vt:lpstr>
      <vt:lpstr>Practice #9.1</vt:lpstr>
      <vt:lpstr>실행 화면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1799</cp:revision>
  <cp:lastPrinted>2015-10-12T13:11:35Z</cp:lastPrinted>
  <dcterms:created xsi:type="dcterms:W3CDTF">2010-10-12T07:50:15Z</dcterms:created>
  <dcterms:modified xsi:type="dcterms:W3CDTF">2017-11-21T04:13:22Z</dcterms:modified>
</cp:coreProperties>
</file>