
<file path=[Content_Types].xml><?xml version="1.0" encoding="utf-8"?>
<Types xmlns="http://schemas.openxmlformats.org/package/2006/content-types">
  <Default Extension="png" ContentType="image/png"/>
  <Default Extension="jpeg" ContentType="image/jpe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notesMasters/notesMaster1.xml" ContentType="application/vnd.openxmlformats-officedocument.presentationml.notesMaster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theme/theme2.xml" ContentType="application/vnd.openxmlformats-officedocument.theme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officeDocument/2006/relationships/extended-properties" Target="docProps/app.xml"/><Relationship Id="rId2" Type="http://schemas.openxmlformats.org/package/2006/relationships/metadata/core-properties" Target="docProps/core.xml"/><Relationship Id="rId1" Type="http://schemas.openxmlformats.org/officeDocument/2006/relationships/officeDocument" Target="ppt/presentation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howSpecialPlsOnTitleSld="0" saveSubsetFonts="1">
  <p:sldMasterIdLst>
    <p:sldMasterId id="2147483828" r:id="rId1"/>
  </p:sldMasterIdLst>
  <p:notesMasterIdLst>
    <p:notesMasterId r:id="rId9"/>
  </p:notesMasterIdLst>
  <p:sldIdLst>
    <p:sldId id="256" r:id="rId2"/>
    <p:sldId id="349" r:id="rId3"/>
    <p:sldId id="344" r:id="rId4"/>
    <p:sldId id="345" r:id="rId5"/>
    <p:sldId id="346" r:id="rId6"/>
    <p:sldId id="347" r:id="rId7"/>
    <p:sldId id="294" r:id="rId8"/>
  </p:sldIdLst>
  <p:sldSz cx="9144000" cy="6858000" type="screen4x3"/>
  <p:notesSz cx="7099300" cy="10234613"/>
  <p:defaultTextStyle>
    <a:defPPr>
      <a:defRPr lang="ko-KR"/>
    </a:defPPr>
    <a:lvl1pPr marL="0" algn="l" defTabSz="914400" rtl="0" eaLnBrk="1" latinLnBrk="1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1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1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1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1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1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1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1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1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 xmlns="">
        <p15:guide id="1" orient="horz" pos="2160">
          <p15:clr>
            <a:srgbClr val="A4A3A4"/>
          </p15:clr>
        </p15:guide>
        <p15:guide id="2" pos="2880">
          <p15:clr>
            <a:srgbClr val="A4A3A4"/>
          </p15:clr>
        </p15:guide>
      </p15:sldGuideLst>
    </p:ext>
    <p:ext uri="{2D200454-40CA-4A62-9FC3-DE9A4176ACB9}">
      <p15:notesGuideLst xmlns:p15="http://schemas.microsoft.com/office/powerpoint/2012/main" xmlns="">
        <p15:guide id="1" orient="horz" pos="3110">
          <p15:clr>
            <a:srgbClr val="A4A3A4"/>
          </p15:clr>
        </p15:guide>
        <p15:guide id="2" pos="2142">
          <p15:clr>
            <a:srgbClr val="A4A3A4"/>
          </p15:clr>
        </p15:guide>
        <p15:guide id="3" orient="horz" pos="3224">
          <p15:clr>
            <a:srgbClr val="A4A3A4"/>
          </p15:clr>
        </p15:guide>
        <p15:guide id="4" pos="2236">
          <p15:clr>
            <a:srgbClr val="A4A3A4"/>
          </p15:clr>
        </p15:guide>
      </p15:notesGuideLst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showPr showNarration="1">
    <p:present/>
    <p:sldAll/>
    <p:penClr>
      <a:prstClr val="red"/>
    </p:penClr>
    <p:extLst>
      <p:ext uri="{EC167BDD-8182-4AB7-AECC-EB403E3ABB37}">
        <p14:laserClr xmlns:p14="http://schemas.microsoft.com/office/powerpoint/2010/main">
          <a:srgbClr val="FF0000"/>
        </p14:laserClr>
      </p:ext>
      <p:ext uri="{2FDB2607-1784-4EEB-B798-7EB5836EED8A}">
        <p14:showMediaCtrls xmlns:p14="http://schemas.microsoft.com/office/powerpoint/2010/main" val="1"/>
      </p:ext>
    </p:extLst>
  </p:showPr>
  <p:clrMru>
    <a:srgbClr val="0066FF"/>
    <a:srgbClr val="004CBC"/>
    <a:srgbClr val="005BE2"/>
  </p:clrMru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220"/>
    </p:ext>
    <p:ext uri="{FD5EFAAD-0ECE-453E-9831-46B23BE46B34}">
      <p15:chartTrackingRefBased xmlns:p15="http://schemas.microsoft.com/office/powerpoint/2012/main" xmlns="" val="0"/>
    </p:ext>
  </p:extLst>
</p:presentationPr>
</file>

<file path=ppt/tableStyles.xml><?xml version="1.0" encoding="utf-8"?>
<a:tblStyleLst xmlns:a="http://schemas.openxmlformats.org/drawingml/2006/main" def="{5C22544A-7EE6-4342-B048-85BDC9FD1C3A}">
  <a:tblStyle styleId="{5C22544A-7EE6-4342-B048-85BDC9FD1C3A}" styleName="보통 스타일 2 - 강조 1">
    <a:wholeTbl>
      <a:tcTxStyle>
        <a:fontRef idx="minor">
          <a:prstClr val="black"/>
        </a:fontRef>
        <a:schemeClr val="dk1"/>
      </a:tcTxStyle>
      <a:tcStyle>
        <a:tcBdr>
          <a:left>
            <a:ln w="12700" cmpd="sng">
              <a:solidFill>
                <a:schemeClr val="lt1"/>
              </a:solidFill>
            </a:ln>
          </a:left>
          <a:right>
            <a:ln w="12700" cmpd="sng">
              <a:solidFill>
                <a:schemeClr val="lt1"/>
              </a:solidFill>
            </a:ln>
          </a:right>
          <a:top>
            <a:ln w="12700" cmpd="sng">
              <a:solidFill>
                <a:schemeClr val="lt1"/>
              </a:solidFill>
            </a:ln>
          </a:top>
          <a:bottom>
            <a:ln w="12700" cmpd="sng">
              <a:solidFill>
                <a:schemeClr val="lt1"/>
              </a:solidFill>
            </a:ln>
          </a:bottom>
          <a:insideH>
            <a:ln w="12700" cmpd="sng">
              <a:solidFill>
                <a:schemeClr val="lt1"/>
              </a:solidFill>
            </a:ln>
          </a:insideH>
          <a:insideV>
            <a:ln w="12700" cmpd="sng">
              <a:solidFill>
                <a:schemeClr val="lt1"/>
              </a:solidFill>
            </a:ln>
          </a:insideV>
        </a:tcBdr>
        <a:fill>
          <a:solidFill>
            <a:schemeClr val="accent1">
              <a:tint val="20000"/>
            </a:schemeClr>
          </a:solidFill>
        </a:fill>
      </a:tcStyle>
    </a:wholeTbl>
    <a:band1H>
      <a:tcStyle>
        <a:tcBdr/>
        <a:fill>
          <a:solidFill>
            <a:schemeClr val="accent1">
              <a:tint val="40000"/>
            </a:schemeClr>
          </a:solidFill>
        </a:fill>
      </a:tcStyle>
    </a:band1H>
    <a:band2H>
      <a:tcStyle>
        <a:tcBdr/>
      </a:tcStyle>
    </a:band2H>
    <a:band1V>
      <a:tcStyle>
        <a:tcBdr/>
        <a:fill>
          <a:solidFill>
            <a:schemeClr val="accent1">
              <a:tint val="40000"/>
            </a:schemeClr>
          </a:solidFill>
        </a:fill>
      </a:tcStyle>
    </a:band1V>
    <a:band2V>
      <a:tcStyle>
        <a:tcBdr/>
      </a:tcStyle>
    </a:band2V>
    <a:la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1"/>
          </a:solidFill>
        </a:fill>
      </a:tcStyle>
    </a:lastCol>
    <a:fir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1"/>
          </a:solidFill>
        </a:fill>
      </a:tcStyle>
    </a:firstCol>
    <a:lastRow>
      <a:tcTxStyle b="on">
        <a:fontRef idx="minor">
          <a:prstClr val="black"/>
        </a:fontRef>
        <a:schemeClr val="lt1"/>
      </a:tcTxStyle>
      <a:tcStyle>
        <a:tcBdr>
          <a:top>
            <a:ln w="38100" cmpd="sng">
              <a:solidFill>
                <a:schemeClr val="lt1"/>
              </a:solidFill>
            </a:ln>
          </a:top>
        </a:tcBdr>
        <a:fill>
          <a:solidFill>
            <a:schemeClr val="accent1"/>
          </a:solidFill>
        </a:fill>
      </a:tcStyle>
    </a:lastRow>
    <a:firstRow>
      <a:tcTxStyle b="on">
        <a:fontRef idx="minor">
          <a:prstClr val="black"/>
        </a:fontRef>
        <a:schemeClr val="lt1"/>
      </a:tcTxStyle>
      <a:tcStyle>
        <a:tcBdr>
          <a:bottom>
            <a:ln w="38100" cmpd="sng">
              <a:solidFill>
                <a:schemeClr val="lt1"/>
              </a:solidFill>
            </a:ln>
          </a:bottom>
        </a:tcBdr>
        <a:fill>
          <a:solidFill>
            <a:schemeClr val="accent1"/>
          </a:solidFill>
        </a:fill>
      </a:tcStyle>
    </a:firstRow>
  </a:tblStyle>
</a:tblStyleLst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>
    <p:restoredLeft sz="15919" autoAdjust="0"/>
    <p:restoredTop sz="78515" autoAdjust="0"/>
  </p:normalViewPr>
  <p:slideViewPr>
    <p:cSldViewPr snapToGrid="0">
      <p:cViewPr>
        <p:scale>
          <a:sx n="75" d="100"/>
          <a:sy n="75" d="100"/>
        </p:scale>
        <p:origin x="-2664" y="-420"/>
      </p:cViewPr>
      <p:guideLst>
        <p:guide orient="horz" pos="2160"/>
        <p:guide pos="2880"/>
      </p:guideLst>
    </p:cSldViewPr>
  </p:slideViewPr>
  <p:outlineViewPr>
    <p:cViewPr>
      <p:scale>
        <a:sx n="33" d="100"/>
        <a:sy n="33" d="100"/>
      </p:scale>
      <p:origin x="0" y="0"/>
    </p:cViewPr>
  </p:outlineViewPr>
  <p:notesTextViewPr>
    <p:cViewPr>
      <p:scale>
        <a:sx n="1" d="1"/>
        <a:sy n="1" d="1"/>
      </p:scale>
      <p:origin x="0" y="0"/>
    </p:cViewPr>
  </p:notesTextViewPr>
  <p:notesViewPr>
    <p:cSldViewPr snapToGrid="0">
      <p:cViewPr varScale="1">
        <p:scale>
          <a:sx n="88" d="100"/>
          <a:sy n="88" d="100"/>
        </p:scale>
        <p:origin x="-3870" y="-120"/>
      </p:cViewPr>
      <p:guideLst>
        <p:guide orient="horz" pos="3110"/>
        <p:guide orient="horz" pos="3224"/>
        <p:guide pos="2142"/>
        <p:guide pos="2236"/>
      </p:guideLst>
    </p:cSldViewPr>
  </p:notesViewPr>
  <p:gridSpacing cx="72008" cy="72008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7.xml"/><Relationship Id="rId13" Type="http://schemas.openxmlformats.org/officeDocument/2006/relationships/tableStyles" Target="tableStyles.xml"/><Relationship Id="rId3" Type="http://schemas.openxmlformats.org/officeDocument/2006/relationships/slide" Target="slides/slide2.xml"/><Relationship Id="rId7" Type="http://schemas.openxmlformats.org/officeDocument/2006/relationships/slide" Target="slides/slide6.xml"/><Relationship Id="rId12" Type="http://schemas.openxmlformats.org/officeDocument/2006/relationships/theme" Target="theme/theme1.xml"/><Relationship Id="rId2" Type="http://schemas.openxmlformats.org/officeDocument/2006/relationships/slide" Target="slides/slide1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viewProps" Target="viewProps.xml"/><Relationship Id="rId5" Type="http://schemas.openxmlformats.org/officeDocument/2006/relationships/slide" Target="slides/slide4.xml"/><Relationship Id="rId10" Type="http://schemas.openxmlformats.org/officeDocument/2006/relationships/presProps" Target="presProps.xml"/><Relationship Id="rId4" Type="http://schemas.openxmlformats.org/officeDocument/2006/relationships/slide" Target="slides/slide3.xml"/><Relationship Id="rId9" Type="http://schemas.openxmlformats.org/officeDocument/2006/relationships/notesMaster" Target="notesMasters/notesMaster1.xml"/></Relationships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1" y="1"/>
            <a:ext cx="3076363" cy="511730"/>
          </a:xfrm>
          <a:prstGeom prst="rect">
            <a:avLst/>
          </a:prstGeom>
        </p:spPr>
        <p:txBody>
          <a:bodyPr vert="horz" lIns="95061" tIns="47531" rIns="95061" bIns="47531" rtlCol="0"/>
          <a:lstStyle>
            <a:lvl1pPr algn="l">
              <a:defRPr sz="1200"/>
            </a:lvl1pPr>
          </a:lstStyle>
          <a:p>
            <a:endParaRPr lang="ko-KR" altLang="en-US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4021294" y="1"/>
            <a:ext cx="3076363" cy="511730"/>
          </a:xfrm>
          <a:prstGeom prst="rect">
            <a:avLst/>
          </a:prstGeom>
        </p:spPr>
        <p:txBody>
          <a:bodyPr vert="horz" lIns="95061" tIns="47531" rIns="95061" bIns="47531" rtlCol="0"/>
          <a:lstStyle>
            <a:lvl1pPr algn="r">
              <a:defRPr sz="1200"/>
            </a:lvl1pPr>
          </a:lstStyle>
          <a:p>
            <a:fld id="{F90D873F-EA2E-46B8-AF3A-207077BF9E2A}" type="datetimeFigureOut">
              <a:rPr lang="ko-KR" altLang="en-US" smtClean="0"/>
              <a:pPr/>
              <a:t>2017-11-14</a:t>
            </a:fld>
            <a:endParaRPr lang="ko-KR" altLang="en-US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989013" y="766763"/>
            <a:ext cx="5121275" cy="3840162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5061" tIns="47531" rIns="95061" bIns="47531" rtlCol="0" anchor="ctr"/>
          <a:lstStyle/>
          <a:p>
            <a:endParaRPr lang="ko-KR" altLang="en-US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709930" y="4861441"/>
            <a:ext cx="5679440" cy="4605575"/>
          </a:xfrm>
          <a:prstGeom prst="rect">
            <a:avLst/>
          </a:prstGeom>
        </p:spPr>
        <p:txBody>
          <a:bodyPr vert="horz" lIns="95061" tIns="47531" rIns="95061" bIns="47531" rtlCol="0"/>
          <a:lstStyle/>
          <a:p>
            <a:pPr lvl="0"/>
            <a:r>
              <a:rPr lang="en-US" altLang="ko-KR" smtClean="0"/>
              <a:t>Click to edit Master text styles</a:t>
            </a:r>
          </a:p>
          <a:p>
            <a:pPr lvl="1"/>
            <a:r>
              <a:rPr lang="en-US" altLang="ko-KR" smtClean="0"/>
              <a:t>Second level</a:t>
            </a:r>
          </a:p>
          <a:p>
            <a:pPr lvl="2"/>
            <a:r>
              <a:rPr lang="en-US" altLang="ko-KR" smtClean="0"/>
              <a:t>Third level</a:t>
            </a:r>
          </a:p>
          <a:p>
            <a:pPr lvl="3"/>
            <a:r>
              <a:rPr lang="en-US" altLang="ko-KR" smtClean="0"/>
              <a:t>Fourth level</a:t>
            </a:r>
          </a:p>
          <a:p>
            <a:pPr lvl="4"/>
            <a:r>
              <a:rPr lang="en-US" altLang="ko-KR" smtClean="0"/>
              <a:t>Fifth level</a:t>
            </a:r>
            <a:endParaRPr lang="ko-KR" alt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1" y="9721106"/>
            <a:ext cx="3076363" cy="511730"/>
          </a:xfrm>
          <a:prstGeom prst="rect">
            <a:avLst/>
          </a:prstGeom>
        </p:spPr>
        <p:txBody>
          <a:bodyPr vert="horz" lIns="95061" tIns="47531" rIns="95061" bIns="47531" rtlCol="0" anchor="b"/>
          <a:lstStyle>
            <a:lvl1pPr algn="l">
              <a:defRPr sz="1200"/>
            </a:lvl1pPr>
          </a:lstStyle>
          <a:p>
            <a:endParaRPr lang="ko-KR" alt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4021294" y="9721106"/>
            <a:ext cx="3076363" cy="511730"/>
          </a:xfrm>
          <a:prstGeom prst="rect">
            <a:avLst/>
          </a:prstGeom>
        </p:spPr>
        <p:txBody>
          <a:bodyPr vert="horz" lIns="95061" tIns="47531" rIns="95061" bIns="47531" rtlCol="0" anchor="b"/>
          <a:lstStyle>
            <a:lvl1pPr algn="r">
              <a:defRPr sz="1200"/>
            </a:lvl1pPr>
          </a:lstStyle>
          <a:p>
            <a:fld id="{56445C23-547F-4807-82A2-44CB51651154}" type="slidenum">
              <a:rPr lang="ko-KR" altLang="en-US" smtClean="0"/>
              <a:pPr/>
              <a:t>‹#›</a:t>
            </a:fld>
            <a:endParaRPr lang="ko-KR" altLang="en-US"/>
          </a:p>
        </p:txBody>
      </p:sp>
    </p:spTree>
    <p:extLst>
      <p:ext uri="{BB962C8B-B14F-4D97-AF65-F5344CB8AC3E}">
        <p14:creationId xmlns:p14="http://schemas.microsoft.com/office/powerpoint/2010/main" val="2283763540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1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1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1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1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1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1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1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1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1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.xml"/><Relationship Id="rId1" Type="http://schemas.openxmlformats.org/officeDocument/2006/relationships/notesMaster" Target="../notesMasters/notesMaster1.xml"/></Relationships>
</file>

<file path=ppt/notesSlides/_rels/notesSlide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.xml"/><Relationship Id="rId1" Type="http://schemas.openxmlformats.org/officeDocument/2006/relationships/notesMaster" Target="../notesMasters/notesMaster1.xml"/></Relationships>
</file>

<file path=ppt/notesSlides/_rels/notesSlide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4.xml"/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ko-KR" alt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56445C23-547F-4807-82A2-44CB51651154}" type="slidenum">
              <a:rPr lang="ko-KR" altLang="en-US" smtClean="0"/>
              <a:pPr/>
              <a:t>1</a:t>
            </a:fld>
            <a:endParaRPr lang="ko-KR" altLang="en-US"/>
          </a:p>
        </p:txBody>
      </p:sp>
    </p:spTree>
    <p:extLst>
      <p:ext uri="{BB962C8B-B14F-4D97-AF65-F5344CB8AC3E}">
        <p14:creationId xmlns:p14="http://schemas.microsoft.com/office/powerpoint/2010/main" val="3615207307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슬라이드 이미지 개체 틀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슬라이드 노트 개체 틀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altLang="ko-KR" dirty="0" smtClean="0"/>
          </a:p>
        </p:txBody>
      </p:sp>
      <p:sp>
        <p:nvSpPr>
          <p:cNvPr id="4" name="슬라이드 번호 개체 틀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56445C23-547F-4807-82A2-44CB51651154}" type="slidenum">
              <a:rPr lang="ko-KR" altLang="en-US" smtClean="0">
                <a:solidFill>
                  <a:prstClr val="black"/>
                </a:solidFill>
              </a:rPr>
              <a:pPr/>
              <a:t>3</a:t>
            </a:fld>
            <a:endParaRPr lang="ko-KR" altLang="en-US">
              <a:solidFill>
                <a:prstClr val="black"/>
              </a:solidFill>
            </a:endParaRPr>
          </a:p>
        </p:txBody>
      </p:sp>
    </p:spTree>
    <p:extLst>
      <p:ext uri="{BB962C8B-B14F-4D97-AF65-F5344CB8AC3E}">
        <p14:creationId xmlns:p14="http://schemas.microsoft.com/office/powerpoint/2010/main" val="460195685"/>
      </p:ext>
    </p:extLst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ko-KR" altLang="en-US" dirty="0" smtClean="0"/>
              <a:t>알림의 경우 우측 그림처럼 내용만 잘 출력되면 되므로 </a:t>
            </a:r>
            <a:r>
              <a:rPr lang="en-US" altLang="ko-KR" dirty="0" smtClean="0"/>
              <a:t>(</a:t>
            </a:r>
            <a:r>
              <a:rPr lang="ko-KR" altLang="en-US" dirty="0" smtClean="0"/>
              <a:t>모양은 버전에 따라 바뀌기 때문에</a:t>
            </a:r>
            <a:r>
              <a:rPr lang="en-US" altLang="ko-KR" dirty="0" smtClean="0"/>
              <a:t>)</a:t>
            </a:r>
          </a:p>
          <a:p>
            <a:r>
              <a:rPr lang="ko-KR" altLang="en-US" dirty="0" smtClean="0"/>
              <a:t>우측 그림은 교체하지 않음</a:t>
            </a:r>
            <a:r>
              <a:rPr lang="en-US" altLang="ko-KR" dirty="0" smtClean="0"/>
              <a:t>.</a:t>
            </a:r>
          </a:p>
          <a:p>
            <a:endParaRPr lang="en-US" altLang="ko-KR" dirty="0" smtClean="0"/>
          </a:p>
          <a:p>
            <a:r>
              <a:rPr lang="ko-KR" altLang="en-US" dirty="0" smtClean="0"/>
              <a:t>좌측은 </a:t>
            </a:r>
            <a:r>
              <a:rPr lang="en-US" altLang="ko-KR" dirty="0" smtClean="0"/>
              <a:t>empty layout</a:t>
            </a:r>
            <a:r>
              <a:rPr lang="ko-KR" altLang="en-US" dirty="0" smtClean="0"/>
              <a:t>으로 작성하였다</a:t>
            </a:r>
            <a:r>
              <a:rPr lang="en-US" altLang="ko-KR" smtClean="0"/>
              <a:t>.</a:t>
            </a:r>
            <a:endParaRPr lang="ko-KR" alt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56445C23-547F-4807-82A2-44CB51651154}" type="slidenum">
              <a:rPr lang="ko-KR" altLang="en-US" smtClean="0"/>
              <a:pPr/>
              <a:t>4</a:t>
            </a:fld>
            <a:endParaRPr lang="ko-KR" altLang="en-US"/>
          </a:p>
        </p:txBody>
      </p:sp>
    </p:spTree>
    <p:extLst>
      <p:ext uri="{BB962C8B-B14F-4D97-AF65-F5344CB8AC3E}">
        <p14:creationId xmlns:p14="http://schemas.microsoft.com/office/powerpoint/2010/main" val="4096336073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609601"/>
            <a:ext cx="7772400" cy="4267200"/>
          </a:xfrm>
        </p:spPr>
        <p:txBody>
          <a:bodyPr anchor="b">
            <a:noAutofit/>
          </a:bodyPr>
          <a:lstStyle>
            <a:lvl1pPr>
              <a:lnSpc>
                <a:spcPct val="100000"/>
              </a:lnSpc>
              <a:defRPr sz="8000">
                <a:latin typeface="Calibri" pitchFamily="34" charset="0"/>
                <a:cs typeface="Calibri" pitchFamily="34" charset="0"/>
              </a:defRPr>
            </a:lvl1pPr>
          </a:lstStyle>
          <a:p>
            <a:r>
              <a:rPr lang="en-US" altLang="ko-KR" smtClean="0"/>
              <a:t>Click to edit Master title style</a:t>
            </a:r>
            <a:endParaRPr lang="en-US" dirty="0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4953000"/>
            <a:ext cx="6400800" cy="1219200"/>
          </a:xfrm>
        </p:spPr>
        <p:txBody>
          <a:bodyPr>
            <a:normAutofit/>
          </a:bodyPr>
          <a:lstStyle>
            <a:lvl1pPr marL="0" indent="0" algn="ctr">
              <a:buNone/>
              <a:defRPr sz="2400">
                <a:solidFill>
                  <a:schemeClr val="tx1"/>
                </a:solidFill>
                <a:latin typeface="Calibri" pitchFamily="34" charset="0"/>
                <a:cs typeface="Calibri" pitchFamily="34" charset="0"/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altLang="ko-KR" dirty="0" smtClean="0"/>
              <a:t>Click to edit Master subtitle style</a:t>
            </a:r>
            <a:endParaRPr lang="en-US" dirty="0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D5BB1D5F-33CD-4488-976B-F9464FD91753}" type="datetime1">
              <a:rPr lang="ko-KR" altLang="en-US" smtClean="0"/>
              <a:pPr/>
              <a:t>2017-11-14</a:t>
            </a:fld>
            <a:endParaRPr lang="ko-KR" altLang="en-US"/>
          </a:p>
        </p:txBody>
      </p:sp>
      <p:sp>
        <p:nvSpPr>
          <p:cNvPr id="8" name="Slide Number Placeholder 7"/>
          <p:cNvSpPr>
            <a:spLocks noGrp="1"/>
          </p:cNvSpPr>
          <p:nvPr>
            <p:ph type="sldNum" sz="quarter" idx="11"/>
          </p:nvPr>
        </p:nvSpPr>
        <p:spPr/>
        <p:txBody>
          <a:bodyPr/>
          <a:lstStyle/>
          <a:p>
            <a:fld id="{68FAA61E-CA35-46E7-954C-43D901BBD1EB}" type="slidenum">
              <a:rPr lang="ko-KR" altLang="en-US" smtClean="0"/>
              <a:pPr/>
              <a:t>‹#›</a:t>
            </a:fld>
            <a:endParaRPr lang="ko-KR" altLang="en-US"/>
          </a:p>
        </p:txBody>
      </p:sp>
      <p:sp>
        <p:nvSpPr>
          <p:cNvPr id="9" name="Footer Placeholder 8"/>
          <p:cNvSpPr>
            <a:spLocks noGrp="1"/>
          </p:cNvSpPr>
          <p:nvPr>
            <p:ph type="ftr" sz="quarter" idx="12"/>
          </p:nvPr>
        </p:nvSpPr>
        <p:spPr/>
        <p:txBody>
          <a:bodyPr/>
          <a:lstStyle/>
          <a:p>
            <a:endParaRPr lang="ko-KR" altLang="en-US"/>
          </a:p>
        </p:txBody>
      </p:sp>
    </p:spTree>
  </p:cSld>
  <p:clrMapOvr>
    <a:masterClrMapping/>
  </p:clrMapOvr>
  <p:timing>
    <p:tnLst>
      <p:par>
        <p:cTn id="1" dur="indefinite" restart="never" nodeType="tmRoot"/>
      </p:par>
    </p:tnLst>
  </p:timing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altLang="ko-KR" smtClean="0"/>
              <a:t>Click to edit Master title style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>
            <a:lvl5pPr>
              <a:defRPr/>
            </a:lvl5pPr>
            <a:lvl6pPr>
              <a:defRPr/>
            </a:lvl6pPr>
            <a:lvl7pPr>
              <a:defRPr/>
            </a:lvl7pPr>
            <a:lvl8pPr>
              <a:defRPr/>
            </a:lvl8pPr>
            <a:lvl9pPr>
              <a:buFont typeface="Arial" pitchFamily="34" charset="0"/>
              <a:buChar char="•"/>
              <a:defRPr/>
            </a:lvl9pPr>
          </a:lstStyle>
          <a:p>
            <a:pPr lvl="0"/>
            <a:r>
              <a:rPr lang="en-US" altLang="ko-KR" smtClean="0"/>
              <a:t>Click to edit Master text styles</a:t>
            </a:r>
          </a:p>
          <a:p>
            <a:pPr lvl="1"/>
            <a:r>
              <a:rPr lang="en-US" altLang="ko-KR" smtClean="0"/>
              <a:t>Second level</a:t>
            </a:r>
          </a:p>
          <a:p>
            <a:pPr lvl="2"/>
            <a:r>
              <a:rPr lang="en-US" altLang="ko-KR" smtClean="0"/>
              <a:t>Third level</a:t>
            </a:r>
          </a:p>
          <a:p>
            <a:pPr lvl="3"/>
            <a:r>
              <a:rPr lang="en-US" altLang="ko-KR" smtClean="0"/>
              <a:t>Fourth level</a:t>
            </a:r>
          </a:p>
          <a:p>
            <a:pPr lvl="4"/>
            <a:r>
              <a:rPr lang="en-US" altLang="ko-KR" smtClean="0"/>
              <a:t>Fifth level</a:t>
            </a:r>
            <a:endParaRPr lang="en-US" dirty="0" smtClean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CB2A0C15-7F47-4547-995A-E06B8BD978BD}" type="datetime1">
              <a:rPr lang="ko-KR" altLang="en-US" smtClean="0"/>
              <a:pPr/>
              <a:t>2017-11-14</a:t>
            </a:fld>
            <a:endParaRPr lang="ko-KR" alt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ko-KR" alt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68FAA61E-CA35-46E7-954C-43D901BBD1EB}" type="slidenum">
              <a:rPr lang="ko-KR" altLang="en-US" smtClean="0"/>
              <a:pPr/>
              <a:t>‹#›</a:t>
            </a:fld>
            <a:endParaRPr lang="ko-KR" altLang="en-US"/>
          </a:p>
        </p:txBody>
      </p:sp>
    </p:spTree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1371600"/>
            <a:ext cx="7772400" cy="2505075"/>
          </a:xfrm>
        </p:spPr>
        <p:txBody>
          <a:bodyPr anchor="b"/>
          <a:lstStyle>
            <a:lvl1pPr algn="ctr" defTabSz="914400" rtl="0" eaLnBrk="1" latinLnBrk="0" hangingPunct="1">
              <a:lnSpc>
                <a:spcPct val="100000"/>
              </a:lnSpc>
              <a:spcBef>
                <a:spcPct val="0"/>
              </a:spcBef>
              <a:buNone/>
              <a:defRPr lang="en-US" sz="4800" kern="1200" dirty="0" smtClean="0">
                <a:solidFill>
                  <a:schemeClr val="tx2"/>
                </a:solidFill>
                <a:effectLst>
                  <a:outerShdw blurRad="63500" dist="38100" dir="5400000" algn="t" rotWithShape="0">
                    <a:prstClr val="black">
                      <a:alpha val="25000"/>
                    </a:prstClr>
                  </a:outerShdw>
                </a:effectLst>
                <a:latin typeface="+mn-lt"/>
                <a:ea typeface="+mj-ea"/>
                <a:cs typeface="+mj-cs"/>
              </a:defRPr>
            </a:lvl1pPr>
          </a:lstStyle>
          <a:p>
            <a:r>
              <a:rPr lang="en-US" altLang="ko-KR" smtClean="0"/>
              <a:t>Click to edit Master title style</a:t>
            </a:r>
            <a:endParaRPr lang="en-US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4068763"/>
            <a:ext cx="7772400" cy="1131887"/>
          </a:xfrm>
        </p:spPr>
        <p:txBody>
          <a:bodyPr anchor="t"/>
          <a:lstStyle>
            <a:lvl1pPr marL="0" indent="0" algn="ctr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altLang="ko-KR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BF5276DC-5F53-4EC5-9E0B-7C43E8461919}" type="datetime1">
              <a:rPr lang="ko-KR" altLang="en-US" smtClean="0"/>
              <a:pPr/>
              <a:t>2017-11-14</a:t>
            </a:fld>
            <a:endParaRPr lang="ko-KR" alt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ko-KR" alt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68FAA61E-CA35-46E7-954C-43D901BBD1EB}" type="slidenum">
              <a:rPr lang="ko-KR" altLang="en-US" smtClean="0"/>
              <a:pPr/>
              <a:t>‹#›</a:t>
            </a:fld>
            <a:endParaRPr lang="ko-KR" altLang="en-US"/>
          </a:p>
        </p:txBody>
      </p:sp>
      <p:sp>
        <p:nvSpPr>
          <p:cNvPr id="7" name="Oval 6"/>
          <p:cNvSpPr/>
          <p:nvPr/>
        </p:nvSpPr>
        <p:spPr>
          <a:xfrm>
            <a:off x="4495800" y="3924300"/>
            <a:ext cx="84772" cy="84772"/>
          </a:xfrm>
          <a:prstGeom prst="ellipse">
            <a:avLst/>
          </a:prstGeom>
          <a:solidFill>
            <a:schemeClr val="tx1">
              <a:lumMod val="50000"/>
              <a:lumOff val="50000"/>
            </a:schemeClr>
          </a:solidFill>
          <a:ln w="12700">
            <a:noFill/>
          </a:ln>
          <a:effectLst/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8" name="Oval 7"/>
          <p:cNvSpPr/>
          <p:nvPr/>
        </p:nvSpPr>
        <p:spPr>
          <a:xfrm>
            <a:off x="4695825" y="3924300"/>
            <a:ext cx="84772" cy="84772"/>
          </a:xfrm>
          <a:prstGeom prst="ellipse">
            <a:avLst/>
          </a:prstGeom>
          <a:solidFill>
            <a:schemeClr val="tx1">
              <a:lumMod val="50000"/>
              <a:lumOff val="50000"/>
            </a:schemeClr>
          </a:solidFill>
          <a:ln w="12700">
            <a:noFill/>
          </a:ln>
          <a:effectLst/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9" name="Oval 8"/>
          <p:cNvSpPr/>
          <p:nvPr/>
        </p:nvSpPr>
        <p:spPr>
          <a:xfrm>
            <a:off x="4296728" y="3924300"/>
            <a:ext cx="84772" cy="84772"/>
          </a:xfrm>
          <a:prstGeom prst="ellipse">
            <a:avLst/>
          </a:prstGeom>
          <a:solidFill>
            <a:schemeClr val="tx1">
              <a:lumMod val="50000"/>
              <a:lumOff val="50000"/>
            </a:schemeClr>
          </a:solidFill>
          <a:ln w="12700">
            <a:noFill/>
          </a:ln>
          <a:effectLst/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</p:spTree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altLang="ko-KR" smtClean="0"/>
              <a:t>Click to edit Master title style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400"/>
            </a:lvl1pPr>
            <a:lvl2pPr>
              <a:defRPr sz="1600"/>
            </a:lvl2pPr>
            <a:lvl3pPr>
              <a:defRPr sz="16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altLang="ko-KR" smtClean="0"/>
              <a:t>Click to edit Master text styles</a:t>
            </a:r>
          </a:p>
          <a:p>
            <a:pPr lvl="1"/>
            <a:r>
              <a:rPr lang="en-US" altLang="ko-KR" smtClean="0"/>
              <a:t>Second level</a:t>
            </a:r>
          </a:p>
          <a:p>
            <a:pPr lvl="2"/>
            <a:r>
              <a:rPr lang="en-US" altLang="ko-KR" smtClean="0"/>
              <a:t>Third level</a:t>
            </a:r>
          </a:p>
          <a:p>
            <a:pPr lvl="3"/>
            <a:r>
              <a:rPr lang="en-US" altLang="ko-KR" smtClean="0"/>
              <a:t>Fourth level</a:t>
            </a:r>
          </a:p>
          <a:p>
            <a:pPr lvl="4"/>
            <a:r>
              <a:rPr lang="en-US" altLang="ko-KR" smtClean="0"/>
              <a:t>Fifth level</a:t>
            </a:r>
            <a:endParaRPr lang="en-US" dirty="0" smtClean="0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06080812-1F40-45FD-82CF-F544E5564805}" type="datetime1">
              <a:rPr lang="ko-KR" altLang="en-US" smtClean="0"/>
              <a:pPr/>
              <a:t>2017-11-14</a:t>
            </a:fld>
            <a:endParaRPr lang="ko-KR" alt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ko-KR" alt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68FAA61E-CA35-46E7-954C-43D901BBD1EB}" type="slidenum">
              <a:rPr lang="ko-KR" altLang="en-US" smtClean="0"/>
              <a:pPr/>
              <a:t>‹#›</a:t>
            </a:fld>
            <a:endParaRPr lang="ko-KR" altLang="en-US"/>
          </a:p>
        </p:txBody>
      </p:sp>
      <p:sp>
        <p:nvSpPr>
          <p:cNvPr id="9" name="Content Placeholder 8"/>
          <p:cNvSpPr>
            <a:spLocks noGrp="1"/>
          </p:cNvSpPr>
          <p:nvPr>
            <p:ph sz="quarter" idx="13"/>
          </p:nvPr>
        </p:nvSpPr>
        <p:spPr>
          <a:xfrm>
            <a:off x="365760" y="1600200"/>
            <a:ext cx="4041648" cy="4526280"/>
          </a:xfrm>
        </p:spPr>
        <p:txBody>
          <a:bodyPr/>
          <a:lstStyle/>
          <a:p>
            <a:pPr lvl="0"/>
            <a:r>
              <a:rPr lang="en-US" altLang="ko-KR" smtClean="0"/>
              <a:t>Click to edit Master text styles</a:t>
            </a:r>
          </a:p>
          <a:p>
            <a:pPr lvl="1"/>
            <a:r>
              <a:rPr lang="en-US" altLang="ko-KR" smtClean="0"/>
              <a:t>Second level</a:t>
            </a:r>
          </a:p>
          <a:p>
            <a:pPr lvl="2"/>
            <a:r>
              <a:rPr lang="en-US" altLang="ko-KR" smtClean="0"/>
              <a:t>Third level</a:t>
            </a:r>
          </a:p>
          <a:p>
            <a:pPr lvl="3"/>
            <a:r>
              <a:rPr lang="en-US" altLang="ko-KR" smtClean="0"/>
              <a:t>Fourth level</a:t>
            </a:r>
          </a:p>
          <a:p>
            <a:pPr lvl="4"/>
            <a:r>
              <a:rPr lang="en-US" altLang="ko-KR" smtClean="0"/>
              <a:t>Fifth level</a:t>
            </a:r>
            <a:endParaRPr lang="en-US"/>
          </a:p>
        </p:txBody>
      </p:sp>
    </p:spTree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altLang="ko-KR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4040188" cy="609600"/>
          </a:xfrm>
        </p:spPr>
        <p:txBody>
          <a:bodyPr anchor="b">
            <a:noAutofit/>
          </a:bodyPr>
          <a:lstStyle>
            <a:lvl1pPr marL="0" indent="0" algn="ctr">
              <a:buNone/>
              <a:defRPr sz="2400" b="0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altLang="ko-KR" smtClean="0"/>
              <a:t>Click to edit Master text styles</a:t>
            </a:r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8200" y="1600200"/>
            <a:ext cx="4041775" cy="609600"/>
          </a:xfrm>
        </p:spPr>
        <p:txBody>
          <a:bodyPr anchor="b">
            <a:noAutofit/>
          </a:bodyPr>
          <a:lstStyle>
            <a:lvl1pPr marL="0" indent="0" algn="ctr">
              <a:buNone/>
              <a:defRPr sz="2400" b="0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altLang="ko-KR" smtClean="0"/>
              <a:t>Click to edit Master text styles</a:t>
            </a:r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44F5704-1777-4A4F-9646-122E7F100DB5}" type="datetime1">
              <a:rPr lang="ko-KR" altLang="en-US" smtClean="0"/>
              <a:pPr/>
              <a:t>2017-11-14</a:t>
            </a:fld>
            <a:endParaRPr lang="ko-KR" alt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ko-KR" alt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68FAA61E-CA35-46E7-954C-43D901BBD1EB}" type="slidenum">
              <a:rPr lang="ko-KR" altLang="en-US" smtClean="0"/>
              <a:pPr/>
              <a:t>‹#›</a:t>
            </a:fld>
            <a:endParaRPr lang="ko-KR" altLang="en-US"/>
          </a:p>
        </p:txBody>
      </p:sp>
      <p:sp>
        <p:nvSpPr>
          <p:cNvPr id="11" name="Content Placeholder 10"/>
          <p:cNvSpPr>
            <a:spLocks noGrp="1"/>
          </p:cNvSpPr>
          <p:nvPr>
            <p:ph sz="quarter" idx="13"/>
          </p:nvPr>
        </p:nvSpPr>
        <p:spPr>
          <a:xfrm>
            <a:off x="457200" y="2212848"/>
            <a:ext cx="4041648" cy="3913632"/>
          </a:xfrm>
        </p:spPr>
        <p:txBody>
          <a:bodyPr/>
          <a:lstStyle/>
          <a:p>
            <a:pPr lvl="0"/>
            <a:r>
              <a:rPr lang="en-US" altLang="ko-KR" smtClean="0"/>
              <a:t>Click to edit Master text styles</a:t>
            </a:r>
          </a:p>
          <a:p>
            <a:pPr lvl="1"/>
            <a:r>
              <a:rPr lang="en-US" altLang="ko-KR" smtClean="0"/>
              <a:t>Second level</a:t>
            </a:r>
          </a:p>
          <a:p>
            <a:pPr lvl="2"/>
            <a:r>
              <a:rPr lang="en-US" altLang="ko-KR" smtClean="0"/>
              <a:t>Third level</a:t>
            </a:r>
          </a:p>
          <a:p>
            <a:pPr lvl="3"/>
            <a:r>
              <a:rPr lang="en-US" altLang="ko-KR" smtClean="0"/>
              <a:t>Fourth level</a:t>
            </a:r>
          </a:p>
          <a:p>
            <a:pPr lvl="4"/>
            <a:r>
              <a:rPr lang="en-US" altLang="ko-KR" smtClean="0"/>
              <a:t>Fifth level</a:t>
            </a:r>
            <a:endParaRPr lang="en-US" dirty="0"/>
          </a:p>
        </p:txBody>
      </p:sp>
      <p:sp>
        <p:nvSpPr>
          <p:cNvPr id="13" name="Content Placeholder 12"/>
          <p:cNvSpPr>
            <a:spLocks noGrp="1"/>
          </p:cNvSpPr>
          <p:nvPr>
            <p:ph sz="quarter" idx="14"/>
          </p:nvPr>
        </p:nvSpPr>
        <p:spPr>
          <a:xfrm>
            <a:off x="4672584" y="2212848"/>
            <a:ext cx="4041648" cy="3913187"/>
          </a:xfrm>
        </p:spPr>
        <p:txBody>
          <a:bodyPr/>
          <a:lstStyle/>
          <a:p>
            <a:pPr lvl="0"/>
            <a:r>
              <a:rPr lang="en-US" altLang="ko-KR" smtClean="0"/>
              <a:t>Click to edit Master text styles</a:t>
            </a:r>
          </a:p>
          <a:p>
            <a:pPr lvl="1"/>
            <a:r>
              <a:rPr lang="en-US" altLang="ko-KR" smtClean="0"/>
              <a:t>Second level</a:t>
            </a:r>
          </a:p>
          <a:p>
            <a:pPr lvl="2"/>
            <a:r>
              <a:rPr lang="en-US" altLang="ko-KR" smtClean="0"/>
              <a:t>Third level</a:t>
            </a:r>
          </a:p>
          <a:p>
            <a:pPr lvl="3"/>
            <a:r>
              <a:rPr lang="en-US" altLang="ko-KR" smtClean="0"/>
              <a:t>Fourth level</a:t>
            </a:r>
          </a:p>
          <a:p>
            <a:pPr lvl="4"/>
            <a:r>
              <a:rPr lang="en-US" altLang="ko-KR" smtClean="0"/>
              <a:t>Fifth level</a:t>
            </a:r>
            <a:endParaRPr lang="en-US" dirty="0"/>
          </a:p>
        </p:txBody>
      </p:sp>
    </p:spTree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7C6A8956-45F5-40BA-9EC4-3972E0A2B8E3}" type="datetime1">
              <a:rPr lang="ko-KR" altLang="en-US" smtClean="0"/>
              <a:pPr/>
              <a:t>2017-11-14</a:t>
            </a:fld>
            <a:endParaRPr lang="ko-KR" alt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ko-KR" alt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68FAA61E-CA35-46E7-954C-43D901BBD1EB}" type="slidenum">
              <a:rPr lang="ko-KR" altLang="en-US" smtClean="0"/>
              <a:pPr/>
              <a:t>‹#›</a:t>
            </a:fld>
            <a:endParaRPr lang="ko-KR" altLang="en-US"/>
          </a:p>
        </p:txBody>
      </p:sp>
      <p:sp>
        <p:nvSpPr>
          <p:cNvPr id="6" name="Title 1"/>
          <p:cNvSpPr>
            <a:spLocks noGrp="1"/>
          </p:cNvSpPr>
          <p:nvPr>
            <p:ph type="title"/>
          </p:nvPr>
        </p:nvSpPr>
        <p:spPr>
          <a:xfrm>
            <a:off x="457200" y="265470"/>
            <a:ext cx="8229600" cy="1042219"/>
          </a:xfrm>
        </p:spPr>
        <p:txBody>
          <a:bodyPr/>
          <a:lstStyle>
            <a:lvl1pPr>
              <a:defRPr/>
            </a:lvl1pPr>
          </a:lstStyle>
          <a:p>
            <a:r>
              <a:rPr lang="en-US" altLang="ko-KR" smtClean="0"/>
              <a:t>Click to edit Master title style</a:t>
            </a:r>
            <a:endParaRPr lang="en-US"/>
          </a:p>
        </p:txBody>
      </p:sp>
    </p:spTree>
  </p:cSld>
  <p:clrMapOvr>
    <a:masterClrMapping/>
  </p:clrMapOvr>
  <p:timing>
    <p:tnLst>
      <p:par>
        <p:cTn id="1" dur="indefinite" restart="never" nodeType="tmRoot"/>
      </p:par>
    </p:tnLst>
  </p:timing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AF56DBBE-459F-47F7-AC25-C1520DCBA826}" type="datetime1">
              <a:rPr lang="ko-KR" altLang="en-US" smtClean="0"/>
              <a:pPr/>
              <a:t>2017-11-14</a:t>
            </a:fld>
            <a:endParaRPr lang="ko-KR" alt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ko-KR" alt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68FAA61E-CA35-46E7-954C-43D901BBD1EB}" type="slidenum">
              <a:rPr lang="ko-KR" altLang="en-US" smtClean="0"/>
              <a:pPr/>
              <a:t>‹#›</a:t>
            </a:fld>
            <a:endParaRPr lang="ko-KR" altLang="en-US"/>
          </a:p>
        </p:txBody>
      </p:sp>
    </p:spTree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5907087" y="266700"/>
            <a:ext cx="3008313" cy="2095500"/>
          </a:xfrm>
        </p:spPr>
        <p:txBody>
          <a:bodyPr anchor="b"/>
          <a:lstStyle>
            <a:lvl1pPr algn="ctr">
              <a:lnSpc>
                <a:spcPct val="100000"/>
              </a:lnSpc>
              <a:defRPr sz="2800" b="0">
                <a:effectLst>
                  <a:outerShdw blurRad="50800" dist="25400" dir="5400000" algn="t" rotWithShape="0">
                    <a:prstClr val="black">
                      <a:alpha val="25000"/>
                    </a:prstClr>
                  </a:outerShdw>
                </a:effectLst>
              </a:defRPr>
            </a:lvl1pPr>
          </a:lstStyle>
          <a:p>
            <a:r>
              <a:rPr lang="en-US" altLang="ko-KR" smtClean="0"/>
              <a:t>Click to edit Master title style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719137" y="273050"/>
            <a:ext cx="4995863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altLang="ko-KR" smtClean="0"/>
              <a:t>Click to edit Master text styles</a:t>
            </a:r>
          </a:p>
          <a:p>
            <a:pPr lvl="1"/>
            <a:r>
              <a:rPr lang="en-US" altLang="ko-KR" smtClean="0"/>
              <a:t>Second level</a:t>
            </a:r>
          </a:p>
          <a:p>
            <a:pPr lvl="2"/>
            <a:r>
              <a:rPr lang="en-US" altLang="ko-KR" smtClean="0"/>
              <a:t>Third level</a:t>
            </a:r>
          </a:p>
          <a:p>
            <a:pPr lvl="3"/>
            <a:r>
              <a:rPr lang="en-US" altLang="ko-KR" smtClean="0"/>
              <a:t>Fourth level</a:t>
            </a:r>
          </a:p>
          <a:p>
            <a:pPr lvl="4"/>
            <a:r>
              <a:rPr lang="en-US" altLang="ko-KR" smtClean="0"/>
              <a:t>Fifth level</a:t>
            </a:r>
            <a:endParaRPr lang="en-US" dirty="0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5907087" y="2438400"/>
            <a:ext cx="3008313" cy="3687763"/>
          </a:xfrm>
        </p:spPr>
        <p:txBody>
          <a:bodyPr>
            <a:normAutofit/>
          </a:bodyPr>
          <a:lstStyle>
            <a:lvl1pPr marL="0" indent="0" algn="ctr">
              <a:lnSpc>
                <a:spcPct val="125000"/>
              </a:lnSpc>
              <a:buNone/>
              <a:defRPr sz="16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altLang="ko-KR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D8AD703F-420F-4C6E-A47B-DAAC0702168C}" type="datetime1">
              <a:rPr lang="ko-KR" altLang="en-US" smtClean="0"/>
              <a:pPr/>
              <a:t>2017-11-14</a:t>
            </a:fld>
            <a:endParaRPr lang="ko-KR" alt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ko-KR" alt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68FAA61E-CA35-46E7-954C-43D901BBD1EB}" type="slidenum">
              <a:rPr lang="ko-KR" altLang="en-US" smtClean="0"/>
              <a:pPr/>
              <a:t>‹#›</a:t>
            </a:fld>
            <a:endParaRPr lang="ko-KR" altLang="en-US"/>
          </a:p>
        </p:txBody>
      </p:sp>
    </p:spTree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679576" y="228600"/>
            <a:ext cx="5711824" cy="895350"/>
          </a:xfrm>
        </p:spPr>
        <p:txBody>
          <a:bodyPr anchor="b"/>
          <a:lstStyle>
            <a:lvl1pPr algn="ctr">
              <a:lnSpc>
                <a:spcPct val="100000"/>
              </a:lnSpc>
              <a:defRPr sz="2800" b="0"/>
            </a:lvl1pPr>
          </a:lstStyle>
          <a:p>
            <a:r>
              <a:rPr lang="en-US" altLang="ko-KR" smtClean="0"/>
              <a:t>Click to edit Master title style</a:t>
            </a:r>
            <a:endParaRPr lang="en-US" dirty="0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508126" y="1143000"/>
            <a:ext cx="6054724" cy="4541044"/>
          </a:xfrm>
          <a:ln w="76200">
            <a:solidFill>
              <a:schemeClr val="bg1"/>
            </a:solidFill>
          </a:ln>
          <a:effectLst>
            <a:outerShdw blurRad="88900" dist="50800" dir="5400000" algn="ctr" rotWithShape="0">
              <a:srgbClr val="000000">
                <a:alpha val="25000"/>
              </a:srgbClr>
            </a:outerShdw>
          </a:effectLst>
        </p:spPr>
        <p:txBody>
          <a:bodyPr anchor="t"/>
          <a:lstStyle>
            <a:lvl1pPr marL="0" indent="0" algn="ctr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r>
              <a:rPr lang="en-US" altLang="ko-KR" smtClean="0"/>
              <a:t>Click icon to add picture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679576" y="5810250"/>
            <a:ext cx="5711824" cy="533400"/>
          </a:xfrm>
        </p:spPr>
        <p:txBody>
          <a:bodyPr>
            <a:normAutofit/>
          </a:bodyPr>
          <a:lstStyle>
            <a:lvl1pPr marL="0" indent="0" algn="ctr">
              <a:buNone/>
              <a:defRPr sz="16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altLang="ko-KR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444317E0-6ED8-49AC-8F3C-035789E329D3}" type="datetime1">
              <a:rPr lang="ko-KR" altLang="en-US" smtClean="0"/>
              <a:pPr/>
              <a:t>2017-11-14</a:t>
            </a:fld>
            <a:endParaRPr lang="ko-KR" alt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ko-KR" alt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68FAA61E-CA35-46E7-954C-43D901BBD1EB}" type="slidenum">
              <a:rPr lang="ko-KR" altLang="en-US" smtClean="0"/>
              <a:pPr/>
              <a:t>‹#›</a:t>
            </a:fld>
            <a:endParaRPr lang="ko-KR" altLang="en-US"/>
          </a:p>
        </p:txBody>
      </p:sp>
    </p:spTree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altLang="ko-KR" smtClean="0"/>
              <a:t>Click to edit Master title style</a:t>
            </a:r>
            <a:endParaRPr lang="en-US" dirty="0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altLang="ko-KR" smtClean="0"/>
              <a:t>Click to edit Master text styles</a:t>
            </a:r>
          </a:p>
          <a:p>
            <a:pPr lvl="1"/>
            <a:r>
              <a:rPr lang="en-US" altLang="ko-KR" smtClean="0"/>
              <a:t>Second level</a:t>
            </a:r>
          </a:p>
          <a:p>
            <a:pPr lvl="2"/>
            <a:r>
              <a:rPr lang="en-US" altLang="ko-KR" smtClean="0"/>
              <a:t>Third level</a:t>
            </a:r>
          </a:p>
          <a:p>
            <a:pPr lvl="3"/>
            <a:r>
              <a:rPr lang="en-US" altLang="ko-KR" smtClean="0"/>
              <a:t>Fourth level</a:t>
            </a:r>
          </a:p>
          <a:p>
            <a:pPr lvl="4"/>
            <a:r>
              <a:rPr lang="en-US" altLang="ko-KR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D776A579-5918-4B54-82E8-D4CEFF471756}" type="datetime1">
              <a:rPr lang="ko-KR" altLang="en-US" smtClean="0"/>
              <a:pPr/>
              <a:t>2017-11-14</a:t>
            </a:fld>
            <a:endParaRPr lang="ko-KR" alt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ko-KR" alt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68FAA61E-CA35-46E7-954C-43D901BBD1EB}" type="slidenum">
              <a:rPr lang="ko-KR" altLang="en-US" smtClean="0"/>
              <a:pPr/>
              <a:t>‹#›</a:t>
            </a:fld>
            <a:endParaRPr lang="ko-KR" altLang="en-US"/>
          </a:p>
        </p:txBody>
      </p:sp>
    </p:spTree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altLang="ko-KR" smtClean="0"/>
              <a:t>Click to edit Master title style</a:t>
            </a:r>
            <a:endParaRPr lang="en-US" dirty="0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altLang="ko-KR" smtClean="0"/>
              <a:t>Click to edit Master text styles</a:t>
            </a:r>
          </a:p>
          <a:p>
            <a:pPr lvl="1"/>
            <a:r>
              <a:rPr lang="en-US" altLang="ko-KR" smtClean="0"/>
              <a:t>Second level</a:t>
            </a:r>
          </a:p>
          <a:p>
            <a:pPr lvl="2"/>
            <a:r>
              <a:rPr lang="en-US" altLang="ko-KR" smtClean="0"/>
              <a:t>Third level</a:t>
            </a:r>
          </a:p>
          <a:p>
            <a:pPr lvl="3"/>
            <a:r>
              <a:rPr lang="en-US" altLang="ko-KR" smtClean="0"/>
              <a:t>Fourth level</a:t>
            </a:r>
          </a:p>
          <a:p>
            <a:pPr lvl="4"/>
            <a:r>
              <a:rPr lang="en-US" altLang="ko-KR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E2C19546-0714-4120-89FC-4148593C534F}" type="datetime1">
              <a:rPr lang="ko-KR" altLang="en-US" smtClean="0"/>
              <a:pPr/>
              <a:t>2017-11-14</a:t>
            </a:fld>
            <a:endParaRPr lang="ko-KR" alt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ko-KR" alt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68FAA61E-CA35-46E7-954C-43D901BBD1EB}" type="slidenum">
              <a:rPr lang="ko-KR" altLang="en-US" smtClean="0"/>
              <a:pPr/>
              <a:t>‹#›</a:t>
            </a:fld>
            <a:endParaRPr lang="ko-KR" altLang="en-US"/>
          </a:p>
        </p:txBody>
      </p:sp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13" Type="http://schemas.openxmlformats.org/officeDocument/2006/relationships/image" Target="../media/image2.png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65470"/>
            <a:ext cx="8229600" cy="1042219"/>
          </a:xfrm>
          <a:prstGeom prst="rect">
            <a:avLst/>
          </a:prstGeom>
        </p:spPr>
        <p:txBody>
          <a:bodyPr vert="horz" lIns="91440" tIns="45720" rIns="91440" bIns="45720" rtlCol="0" anchor="b">
            <a:noAutofit/>
          </a:bodyPr>
          <a:lstStyle/>
          <a:p>
            <a:r>
              <a:rPr lang="en-US" altLang="ko-KR" dirty="0" smtClean="0"/>
              <a:t>Click to edit Master title</a:t>
            </a:r>
            <a:endParaRPr lang="en-US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484672"/>
            <a:ext cx="8229600" cy="4641492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altLang="ko-KR" smtClean="0"/>
              <a:t>Click to edit Master text styles</a:t>
            </a:r>
          </a:p>
          <a:p>
            <a:pPr lvl="1"/>
            <a:r>
              <a:rPr lang="en-US" altLang="ko-KR" smtClean="0"/>
              <a:t>Second level</a:t>
            </a:r>
          </a:p>
          <a:p>
            <a:pPr lvl="2"/>
            <a:r>
              <a:rPr lang="en-US" altLang="ko-KR" smtClean="0"/>
              <a:t>Third level</a:t>
            </a:r>
          </a:p>
          <a:p>
            <a:pPr lvl="3"/>
            <a:r>
              <a:rPr lang="en-US" altLang="ko-KR" smtClean="0"/>
              <a:t>Fourth level</a:t>
            </a:r>
          </a:p>
          <a:p>
            <a:pPr lvl="4"/>
            <a:r>
              <a:rPr lang="en-US" altLang="ko-KR" smtClean="0"/>
              <a:t>Fifth level</a:t>
            </a:r>
            <a:endParaRPr lang="en-US" dirty="0" smtClean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6363347" y="6356350"/>
            <a:ext cx="2085975" cy="365125"/>
          </a:xfrm>
          <a:prstGeom prst="rect">
            <a:avLst/>
          </a:prstGeom>
        </p:spPr>
        <p:txBody>
          <a:bodyPr vert="horz" lIns="91440" tIns="45720" rIns="45720" bIns="45720" rtlCol="0" anchor="ctr"/>
          <a:lstStyle>
            <a:lvl1pPr algn="r">
              <a:defRPr sz="1200">
                <a:solidFill>
                  <a:schemeClr val="tx1">
                    <a:lumMod val="65000"/>
                    <a:lumOff val="35000"/>
                  </a:schemeClr>
                </a:solidFill>
                <a:latin typeface="Century Gothic" pitchFamily="34" charset="0"/>
              </a:defRPr>
            </a:lvl1pPr>
          </a:lstStyle>
          <a:p>
            <a:fld id="{3B9C821C-F261-4C36-858D-913B97B2EFDC}" type="datetime1">
              <a:rPr lang="ko-KR" altLang="en-US" smtClean="0"/>
              <a:pPr/>
              <a:t>2017-11-14</a:t>
            </a:fld>
            <a:endParaRPr lang="ko-KR" alt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659165" y="6356350"/>
            <a:ext cx="2847975" cy="365125"/>
          </a:xfrm>
          <a:prstGeom prst="rect">
            <a:avLst/>
          </a:prstGeom>
        </p:spPr>
        <p:txBody>
          <a:bodyPr vert="horz" lIns="45720" tIns="45720" rIns="91440" bIns="45720" rtlCol="0" anchor="ctr"/>
          <a:lstStyle>
            <a:lvl1pPr algn="l">
              <a:defRPr sz="1200">
                <a:solidFill>
                  <a:schemeClr val="tx1">
                    <a:lumMod val="65000"/>
                    <a:lumOff val="35000"/>
                  </a:schemeClr>
                </a:solidFill>
                <a:latin typeface="Century Gothic" pitchFamily="34" charset="0"/>
              </a:defRPr>
            </a:lvl1pPr>
          </a:lstStyle>
          <a:p>
            <a:endParaRPr lang="ko-KR" alt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8543278" y="6356350"/>
            <a:ext cx="561975" cy="365125"/>
          </a:xfrm>
          <a:prstGeom prst="rect">
            <a:avLst/>
          </a:prstGeom>
        </p:spPr>
        <p:txBody>
          <a:bodyPr vert="horz" lIns="27432" tIns="45720" rIns="45720" bIns="45720" rtlCol="0" anchor="ctr"/>
          <a:lstStyle>
            <a:lvl1pPr algn="l">
              <a:defRPr sz="1200">
                <a:solidFill>
                  <a:schemeClr val="tx1">
                    <a:lumMod val="65000"/>
                    <a:lumOff val="35000"/>
                  </a:schemeClr>
                </a:solidFill>
                <a:latin typeface="Century Gothic" pitchFamily="34" charset="0"/>
              </a:defRPr>
            </a:lvl1pPr>
          </a:lstStyle>
          <a:p>
            <a:fld id="{68FAA61E-CA35-46E7-954C-43D901BBD1EB}" type="slidenum">
              <a:rPr lang="ko-KR" altLang="en-US" smtClean="0"/>
              <a:pPr/>
              <a:t>‹#›</a:t>
            </a:fld>
            <a:endParaRPr lang="ko-KR" altLang="en-US"/>
          </a:p>
        </p:txBody>
      </p:sp>
      <p:sp>
        <p:nvSpPr>
          <p:cNvPr id="7" name="Oval 6"/>
          <p:cNvSpPr/>
          <p:nvPr/>
        </p:nvSpPr>
        <p:spPr>
          <a:xfrm>
            <a:off x="8457760" y="6499384"/>
            <a:ext cx="84772" cy="84772"/>
          </a:xfrm>
          <a:prstGeom prst="ellipse">
            <a:avLst/>
          </a:prstGeom>
          <a:solidFill>
            <a:schemeClr val="tx1">
              <a:lumMod val="50000"/>
              <a:lumOff val="50000"/>
            </a:schemeClr>
          </a:solidFill>
          <a:ln w="12700">
            <a:noFill/>
          </a:ln>
          <a:effectLst/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marL="0" algn="ctr" defTabSz="914400" rtl="0" eaLnBrk="1" latinLnBrk="0" hangingPunct="1"/>
            <a:endParaRPr lang="en-US" sz="1800" kern="1200">
              <a:solidFill>
                <a:schemeClr val="lt1"/>
              </a:solidFill>
              <a:latin typeface="+mn-lt"/>
              <a:ea typeface="+mn-ea"/>
              <a:cs typeface="+mn-cs"/>
            </a:endParaRPr>
          </a:p>
        </p:txBody>
      </p:sp>
      <p:sp>
        <p:nvSpPr>
          <p:cNvPr id="8" name="Oval 7"/>
          <p:cNvSpPr/>
          <p:nvPr/>
        </p:nvSpPr>
        <p:spPr>
          <a:xfrm>
            <a:off x="569119" y="6499384"/>
            <a:ext cx="84772" cy="84772"/>
          </a:xfrm>
          <a:prstGeom prst="ellipse">
            <a:avLst/>
          </a:prstGeom>
          <a:solidFill>
            <a:schemeClr val="tx1">
              <a:lumMod val="50000"/>
              <a:lumOff val="50000"/>
            </a:schemeClr>
          </a:solidFill>
          <a:ln w="12700">
            <a:noFill/>
          </a:ln>
          <a:effectLst/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pic>
        <p:nvPicPr>
          <p:cNvPr id="9" name="Picture 3"/>
          <p:cNvPicPr>
            <a:picLocks noChangeAspect="1" noChangeArrowheads="1"/>
          </p:cNvPicPr>
          <p:nvPr userDrawn="1"/>
        </p:nvPicPr>
        <p:blipFill>
          <a:blip r:embed="rId13" cstate="print">
            <a:clrChange>
              <a:clrFrom>
                <a:srgbClr val="FFFFFF"/>
              </a:clrFrom>
              <a:clrTo>
                <a:srgbClr val="FFFFFF">
                  <a:alpha val="0"/>
                </a:srgbClr>
              </a:clrTo>
            </a:clrChange>
          </a:blip>
          <a:srcRect/>
          <a:stretch>
            <a:fillRect/>
          </a:stretch>
        </p:blipFill>
        <p:spPr bwMode="auto">
          <a:xfrm>
            <a:off x="6827345" y="110416"/>
            <a:ext cx="2137143" cy="278095"/>
          </a:xfrm>
          <a:prstGeom prst="rect">
            <a:avLst/>
          </a:prstGeom>
          <a:noFill/>
          <a:ln>
            <a:noFill/>
          </a:ln>
          <a:effectLst/>
        </p:spPr>
      </p:pic>
      <p:sp>
        <p:nvSpPr>
          <p:cNvPr id="11" name="TextBox 10"/>
          <p:cNvSpPr txBox="1"/>
          <p:nvPr userDrawn="1"/>
        </p:nvSpPr>
        <p:spPr>
          <a:xfrm>
            <a:off x="-3205" y="171313"/>
            <a:ext cx="1125180" cy="278281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 algn="ctr">
              <a:lnSpc>
                <a:spcPts val="1300"/>
              </a:lnSpc>
            </a:pPr>
            <a:r>
              <a:rPr lang="en-US" altLang="ko-KR" sz="1800" kern="1200" spc="0" dirty="0" smtClean="0">
                <a:solidFill>
                  <a:schemeClr val="tx1"/>
                </a:solidFill>
                <a:latin typeface="Calibri" pitchFamily="34" charset="0"/>
                <a:ea typeface="+mn-ea"/>
                <a:cs typeface="Calibri" pitchFamily="34" charset="0"/>
              </a:rPr>
              <a:t>COMP</a:t>
            </a:r>
            <a:r>
              <a:rPr lang="en-US" altLang="ko-KR" sz="1800" kern="1200" spc="0" dirty="0" smtClean="0">
                <a:solidFill>
                  <a:srgbClr val="FF0000"/>
                </a:solidFill>
                <a:latin typeface="Calibri" pitchFamily="34" charset="0"/>
                <a:ea typeface="+mn-ea"/>
                <a:cs typeface="Calibri" pitchFamily="34" charset="0"/>
              </a:rPr>
              <a:t>3</a:t>
            </a:r>
            <a:r>
              <a:rPr lang="en-US" altLang="ko-KR" sz="1800" kern="1200" spc="0" dirty="0" smtClean="0">
                <a:solidFill>
                  <a:schemeClr val="accent5"/>
                </a:solidFill>
                <a:latin typeface="Calibri" pitchFamily="34" charset="0"/>
                <a:ea typeface="+mn-ea"/>
                <a:cs typeface="Calibri" pitchFamily="34" charset="0"/>
              </a:rPr>
              <a:t>2</a:t>
            </a:r>
            <a:r>
              <a:rPr lang="en-US" altLang="ko-KR" sz="1800" kern="1200" spc="0" dirty="0" smtClean="0">
                <a:solidFill>
                  <a:srgbClr val="0066FF"/>
                </a:solidFill>
                <a:latin typeface="Calibri" pitchFamily="34" charset="0"/>
                <a:ea typeface="+mn-ea"/>
                <a:cs typeface="Calibri" pitchFamily="34" charset="0"/>
              </a:rPr>
              <a:t>8</a:t>
            </a:r>
            <a:endParaRPr lang="ko-KR" altLang="en-US" sz="1800" kern="1200" spc="0" dirty="0" smtClean="0">
              <a:solidFill>
                <a:schemeClr val="tx1">
                  <a:lumMod val="50000"/>
                  <a:lumOff val="50000"/>
                </a:schemeClr>
              </a:solidFill>
              <a:latin typeface="Calibri" pitchFamily="34" charset="0"/>
              <a:ea typeface="+mn-ea"/>
              <a:cs typeface="Calibri" pitchFamily="34" charset="0"/>
            </a:endParaRPr>
          </a:p>
        </p:txBody>
      </p:sp>
      <p:grpSp>
        <p:nvGrpSpPr>
          <p:cNvPr id="13" name="그룹 12"/>
          <p:cNvGrpSpPr/>
          <p:nvPr userDrawn="1"/>
        </p:nvGrpSpPr>
        <p:grpSpPr>
          <a:xfrm>
            <a:off x="949172" y="101474"/>
            <a:ext cx="1474704" cy="391812"/>
            <a:chOff x="983729" y="101774"/>
            <a:chExt cx="1474704" cy="391812"/>
          </a:xfrm>
        </p:grpSpPr>
        <p:sp>
          <p:nvSpPr>
            <p:cNvPr id="10" name="TextBox 9"/>
            <p:cNvSpPr txBox="1"/>
            <p:nvPr userDrawn="1"/>
          </p:nvSpPr>
          <p:spPr>
            <a:xfrm>
              <a:off x="983729" y="101774"/>
              <a:ext cx="1151277" cy="271485"/>
            </a:xfrm>
            <a:prstGeom prst="rect">
              <a:avLst/>
            </a:prstGeom>
            <a:noFill/>
          </p:spPr>
          <p:txBody>
            <a:bodyPr wrap="none" rtlCol="0">
              <a:spAutoFit/>
            </a:bodyPr>
            <a:lstStyle/>
            <a:p>
              <a:pPr marL="0" marR="0" indent="0" algn="l" defTabSz="914400" rtl="0" eaLnBrk="1" fontAlgn="auto" latinLnBrk="1" hangingPunct="1">
                <a:lnSpc>
                  <a:spcPts val="13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r>
                <a:rPr lang="en-US" altLang="ko-KR" sz="1600" b="0" kern="1200" dirty="0" smtClean="0">
                  <a:solidFill>
                    <a:schemeClr val="tx1"/>
                  </a:solidFill>
                  <a:effectLst>
                    <a:outerShdw blurRad="38100" dist="38100" dir="2700000" algn="tl">
                      <a:srgbClr val="000000">
                        <a:alpha val="43137"/>
                      </a:srgbClr>
                    </a:outerShdw>
                  </a:effectLst>
                  <a:latin typeface="Calibri" pitchFamily="34" charset="0"/>
                  <a:ea typeface="+mn-ea"/>
                  <a:cs typeface="Calibri" pitchFamily="34" charset="0"/>
                </a:rPr>
                <a:t>M</a:t>
              </a:r>
              <a:r>
                <a:rPr lang="en-US" altLang="ko-KR" sz="1600" kern="1200" dirty="0" smtClean="0">
                  <a:solidFill>
                    <a:schemeClr val="tx1">
                      <a:lumMod val="50000"/>
                      <a:lumOff val="50000"/>
                    </a:schemeClr>
                  </a:solidFill>
                  <a:latin typeface="Calibri" pitchFamily="34" charset="0"/>
                  <a:ea typeface="+mn-ea"/>
                  <a:cs typeface="Calibri" pitchFamily="34" charset="0"/>
                </a:rPr>
                <a:t>obile </a:t>
              </a:r>
              <a:r>
                <a:rPr lang="en-US" altLang="ko-KR" sz="1600" b="0" kern="1200" dirty="0" smtClean="0">
                  <a:solidFill>
                    <a:schemeClr val="tx1"/>
                  </a:solidFill>
                  <a:effectLst>
                    <a:outerShdw blurRad="38100" dist="38100" dir="2700000" algn="tl">
                      <a:srgbClr val="000000">
                        <a:alpha val="43137"/>
                      </a:srgbClr>
                    </a:outerShdw>
                  </a:effectLst>
                  <a:latin typeface="Calibri" pitchFamily="34" charset="0"/>
                  <a:ea typeface="+mn-ea"/>
                  <a:cs typeface="Calibri" pitchFamily="34" charset="0"/>
                </a:rPr>
                <a:t>A</a:t>
              </a:r>
              <a:r>
                <a:rPr lang="en-US" altLang="ko-KR" sz="1600" kern="1200" dirty="0" smtClean="0">
                  <a:solidFill>
                    <a:schemeClr val="tx1">
                      <a:lumMod val="50000"/>
                      <a:lumOff val="50000"/>
                    </a:schemeClr>
                  </a:solidFill>
                  <a:latin typeface="Calibri" pitchFamily="34" charset="0"/>
                  <a:ea typeface="+mn-ea"/>
                  <a:cs typeface="Calibri" pitchFamily="34" charset="0"/>
                </a:rPr>
                <a:t>pp</a:t>
              </a:r>
              <a:endParaRPr lang="ko-KR" altLang="en-US" sz="1600" kern="1200" dirty="0" smtClean="0">
                <a:solidFill>
                  <a:schemeClr val="tx1">
                    <a:lumMod val="50000"/>
                    <a:lumOff val="50000"/>
                  </a:schemeClr>
                </a:solidFill>
                <a:latin typeface="Calibri" pitchFamily="34" charset="0"/>
                <a:ea typeface="+mn-ea"/>
                <a:cs typeface="Calibri" pitchFamily="34" charset="0"/>
              </a:endParaRPr>
            </a:p>
          </p:txBody>
        </p:sp>
        <p:sp>
          <p:nvSpPr>
            <p:cNvPr id="12" name="직사각형 11"/>
            <p:cNvSpPr/>
            <p:nvPr userDrawn="1"/>
          </p:nvSpPr>
          <p:spPr>
            <a:xfrm>
              <a:off x="1053433" y="155032"/>
              <a:ext cx="1405000" cy="338554"/>
            </a:xfrm>
            <a:prstGeom prst="rect">
              <a:avLst/>
            </a:prstGeom>
          </p:spPr>
          <p:txBody>
            <a:bodyPr wrap="none">
              <a:spAutoFit/>
            </a:bodyPr>
            <a:lstStyle/>
            <a:p>
              <a:pPr marL="0" marR="0" indent="0" algn="l" defTabSz="914400" rtl="0" eaLnBrk="1" fontAlgn="auto" latinLnBrk="1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r>
                <a:rPr kumimoji="0" lang="en-US" altLang="ko-KR" sz="1600" b="0" i="0" u="none" strike="noStrike" kern="1200" cap="none" spc="0" normalizeH="0" baseline="0" noProof="0" dirty="0" smtClean="0">
                  <a:ln>
                    <a:noFill/>
                  </a:ln>
                  <a:solidFill>
                    <a:prstClr val="black"/>
                  </a:solidFill>
                  <a:effectLst>
                    <a:outerShdw blurRad="38100" dist="38100" dir="2700000" algn="tl">
                      <a:srgbClr val="000000">
                        <a:alpha val="43137"/>
                      </a:srgbClr>
                    </a:outerShdw>
                  </a:effectLst>
                  <a:uLnTx/>
                  <a:uFillTx/>
                  <a:latin typeface="Calibri" pitchFamily="34" charset="0"/>
                  <a:ea typeface="+mn-ea"/>
                  <a:cs typeface="Calibri" pitchFamily="34" charset="0"/>
                </a:rPr>
                <a:t>P</a:t>
              </a:r>
              <a:r>
                <a:rPr kumimoji="0" lang="en-US" altLang="ko-KR" sz="1600" b="0" i="0" u="none" strike="noStrike" kern="1200" cap="none" spc="0" normalizeH="0" baseline="0" noProof="0" dirty="0" smtClean="0">
                  <a:ln>
                    <a:noFill/>
                  </a:ln>
                  <a:solidFill>
                    <a:prstClr val="black">
                      <a:lumMod val="50000"/>
                      <a:lumOff val="50000"/>
                    </a:prstClr>
                  </a:solidFill>
                  <a:effectLst/>
                  <a:uLnTx/>
                  <a:uFillTx/>
                  <a:latin typeface="Calibri" pitchFamily="34" charset="0"/>
                  <a:ea typeface="+mn-ea"/>
                  <a:cs typeface="Calibri" pitchFamily="34" charset="0"/>
                </a:rPr>
                <a:t>rogramming I</a:t>
              </a:r>
              <a:endParaRPr lang="ko-KR" altLang="en-US" sz="1600" dirty="0" smtClean="0"/>
            </a:p>
          </p:txBody>
        </p:sp>
      </p:grpSp>
    </p:spTree>
  </p:cSld>
  <p:clrMap bg1="lt1" tx1="dk1" bg2="lt2" tx2="dk2" accent1="accent1" accent2="accent2" accent3="accent3" accent4="accent4" accent5="accent5" accent6="accent6" hlink="hlink" folHlink="folHlink"/>
  <p:sldLayoutIdLst>
    <p:sldLayoutId id="2147483829" r:id="rId1"/>
    <p:sldLayoutId id="2147483830" r:id="rId2"/>
    <p:sldLayoutId id="2147483831" r:id="rId3"/>
    <p:sldLayoutId id="2147483832" r:id="rId4"/>
    <p:sldLayoutId id="2147483833" r:id="rId5"/>
    <p:sldLayoutId id="2147483834" r:id="rId6"/>
    <p:sldLayoutId id="2147483835" r:id="rId7"/>
    <p:sldLayoutId id="2147483836" r:id="rId8"/>
    <p:sldLayoutId id="2147483837" r:id="rId9"/>
    <p:sldLayoutId id="2147483838" r:id="rId10"/>
    <p:sldLayoutId id="2147483839" r:id="rId11"/>
  </p:sldLayoutIdLst>
  <p:timing>
    <p:tnLst>
      <p:par>
        <p:cTn id="1" dur="indefinite" restart="never" nodeType="tmRoot"/>
      </p:par>
    </p:tnLst>
  </p:timing>
  <p:hf hdr="0" ftr="0" dt="0"/>
  <p:txStyles>
    <p:titleStyle>
      <a:lvl1pPr algn="ctr" defTabSz="914400" rtl="0" eaLnBrk="1" latinLnBrk="1" hangingPunct="1">
        <a:lnSpc>
          <a:spcPts val="5800"/>
        </a:lnSpc>
        <a:spcBef>
          <a:spcPct val="0"/>
        </a:spcBef>
        <a:buNone/>
        <a:defRPr sz="5400" kern="1200">
          <a:solidFill>
            <a:schemeClr val="tx2"/>
          </a:solidFill>
          <a:effectLst>
            <a:outerShdw blurRad="63500" dist="38100" dir="5400000" algn="t" rotWithShape="0">
              <a:prstClr val="black">
                <a:alpha val="25000"/>
              </a:prstClr>
            </a:outerShdw>
          </a:effectLst>
          <a:latin typeface="Calibri" pitchFamily="34" charset="0"/>
          <a:ea typeface="+mj-ea"/>
          <a:cs typeface="Calibri" pitchFamily="34" charset="0"/>
        </a:defRPr>
      </a:lvl1pPr>
    </p:titleStyle>
    <p:bodyStyle>
      <a:lvl1pPr marL="342900" indent="-342900" algn="l" defTabSz="914400" rtl="0" eaLnBrk="1" latinLnBrk="1" hangingPunct="1">
        <a:spcBef>
          <a:spcPct val="20000"/>
        </a:spcBef>
        <a:buFont typeface="Arial" pitchFamily="34" charset="0"/>
        <a:buChar char="•"/>
        <a:defRPr sz="2400" kern="1200">
          <a:solidFill>
            <a:schemeClr val="tx1"/>
          </a:solidFill>
          <a:latin typeface="Calibri" pitchFamily="34" charset="0"/>
          <a:ea typeface="+mn-ea"/>
          <a:cs typeface="Calibri" pitchFamily="34" charset="0"/>
        </a:defRPr>
      </a:lvl1pPr>
      <a:lvl2pPr marL="742950" indent="-285750" algn="l" defTabSz="914400" rtl="0" eaLnBrk="1" latinLnBrk="1" hangingPunct="1">
        <a:spcBef>
          <a:spcPct val="20000"/>
        </a:spcBef>
        <a:buFont typeface="Courier New" pitchFamily="49" charset="0"/>
        <a:buChar char="o"/>
        <a:defRPr sz="1600" kern="1200">
          <a:solidFill>
            <a:schemeClr val="tx1"/>
          </a:solidFill>
          <a:latin typeface="Calibri" pitchFamily="34" charset="0"/>
          <a:ea typeface="+mn-ea"/>
          <a:cs typeface="Calibri" pitchFamily="34" charset="0"/>
        </a:defRPr>
      </a:lvl2pPr>
      <a:lvl3pPr marL="1143000" indent="-228600" algn="l" defTabSz="914400" rtl="0" eaLnBrk="1" latinLnBrk="1" hangingPunct="1">
        <a:spcBef>
          <a:spcPct val="20000"/>
        </a:spcBef>
        <a:buFont typeface="Arial" pitchFamily="34" charset="0"/>
        <a:buChar char="•"/>
        <a:defRPr sz="1600" kern="1200">
          <a:solidFill>
            <a:schemeClr val="tx1"/>
          </a:solidFill>
          <a:latin typeface="Calibri" pitchFamily="34" charset="0"/>
          <a:ea typeface="+mn-ea"/>
          <a:cs typeface="Calibri" pitchFamily="34" charset="0"/>
        </a:defRPr>
      </a:lvl3pPr>
      <a:lvl4pPr marL="1600200" indent="-228600" algn="l" defTabSz="914400" rtl="0" eaLnBrk="1" latinLnBrk="1" hangingPunct="1">
        <a:spcBef>
          <a:spcPct val="20000"/>
        </a:spcBef>
        <a:buFont typeface="Courier New" pitchFamily="49" charset="0"/>
        <a:buChar char="o"/>
        <a:defRPr sz="1600" kern="1200">
          <a:solidFill>
            <a:schemeClr val="tx1"/>
          </a:solidFill>
          <a:latin typeface="Calibri" pitchFamily="34" charset="0"/>
          <a:ea typeface="+mn-ea"/>
          <a:cs typeface="Calibri" pitchFamily="34" charset="0"/>
        </a:defRPr>
      </a:lvl4pPr>
      <a:lvl5pPr marL="2057400" indent="-228600" algn="l" defTabSz="914400" rtl="0" eaLnBrk="1" latinLnBrk="1" hangingPunct="1">
        <a:spcBef>
          <a:spcPct val="20000"/>
        </a:spcBef>
        <a:buFont typeface="Arial" pitchFamily="34" charset="0"/>
        <a:buChar char="•"/>
        <a:defRPr sz="1600" kern="1200">
          <a:solidFill>
            <a:schemeClr val="tx1"/>
          </a:solidFill>
          <a:latin typeface="Calibri" pitchFamily="34" charset="0"/>
          <a:ea typeface="+mn-ea"/>
          <a:cs typeface="Calibri" pitchFamily="34" charset="0"/>
        </a:defRPr>
      </a:lvl5pPr>
      <a:lvl6pPr marL="2514600" indent="-228600" algn="l" defTabSz="914400" rtl="0" eaLnBrk="1" latinLnBrk="1" hangingPunct="1">
        <a:spcBef>
          <a:spcPct val="20000"/>
        </a:spcBef>
        <a:buFont typeface="Courier New" pitchFamily="49" charset="0"/>
        <a:buChar char="o"/>
        <a:defRPr sz="1600" kern="1200">
          <a:solidFill>
            <a:schemeClr val="tx1">
              <a:lumMod val="50000"/>
              <a:lumOff val="50000"/>
            </a:schemeClr>
          </a:solidFill>
          <a:latin typeface="+mj-lt"/>
          <a:ea typeface="+mn-ea"/>
          <a:cs typeface="+mn-cs"/>
        </a:defRPr>
      </a:lvl6pPr>
      <a:lvl7pPr marL="2971800" indent="-228600" algn="l" defTabSz="914400" rtl="0" eaLnBrk="1" latinLnBrk="1" hangingPunct="1">
        <a:spcBef>
          <a:spcPct val="20000"/>
        </a:spcBef>
        <a:buFont typeface="Arial" pitchFamily="34" charset="0"/>
        <a:buChar char="•"/>
        <a:defRPr sz="1600" kern="1200">
          <a:solidFill>
            <a:schemeClr val="tx1">
              <a:lumMod val="50000"/>
              <a:lumOff val="50000"/>
            </a:schemeClr>
          </a:solidFill>
          <a:latin typeface="+mj-lt"/>
          <a:ea typeface="+mn-ea"/>
          <a:cs typeface="+mn-cs"/>
        </a:defRPr>
      </a:lvl7pPr>
      <a:lvl8pPr marL="3429000" indent="-228600" algn="l" defTabSz="914400" rtl="0" eaLnBrk="1" latinLnBrk="1" hangingPunct="1">
        <a:spcBef>
          <a:spcPct val="20000"/>
        </a:spcBef>
        <a:buFont typeface="Courier New" pitchFamily="49" charset="0"/>
        <a:buChar char="o"/>
        <a:defRPr sz="1600" kern="1200">
          <a:solidFill>
            <a:schemeClr val="tx1">
              <a:lumMod val="50000"/>
              <a:lumOff val="50000"/>
            </a:schemeClr>
          </a:solidFill>
          <a:latin typeface="+mj-lt"/>
          <a:ea typeface="+mn-ea"/>
          <a:cs typeface="+mn-cs"/>
        </a:defRPr>
      </a:lvl8pPr>
      <a:lvl9pPr marL="3886200" indent="-228600" algn="l" defTabSz="914400" rtl="0" eaLnBrk="1" latinLnBrk="1" hangingPunct="1">
        <a:spcBef>
          <a:spcPct val="20000"/>
        </a:spcBef>
        <a:buFont typeface="Arial" pitchFamily="34" charset="0"/>
        <a:buChar char="•"/>
        <a:defRPr sz="1600" kern="1200">
          <a:solidFill>
            <a:schemeClr val="tx1">
              <a:lumMod val="50000"/>
              <a:lumOff val="50000"/>
            </a:schemeClr>
          </a:solidFill>
          <a:latin typeface="+mj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1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1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1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1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1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1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1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1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1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3" Type="http://schemas.openxmlformats.org/officeDocument/2006/relationships/image" Target="../media/image3.jpeg"/><Relationship Id="rId2" Type="http://schemas.openxmlformats.org/officeDocument/2006/relationships/notesSlide" Target="../notesSlides/notesSlide1.xml"/><Relationship Id="rId1" Type="http://schemas.openxmlformats.org/officeDocument/2006/relationships/slideLayout" Target="../slideLayouts/slideLayout1.xml"/></Relationships>
</file>

<file path=ppt/slides/_rels/slide2.xml.rels><?xml version="1.0" encoding="UTF-8" standalone="yes"?>
<Relationships xmlns="http://schemas.openxmlformats.org/package/2006/relationships"><Relationship Id="rId3" Type="http://schemas.openxmlformats.org/officeDocument/2006/relationships/image" Target="../media/image5.png"/><Relationship Id="rId2" Type="http://schemas.openxmlformats.org/officeDocument/2006/relationships/image" Target="../media/image4.png"/><Relationship Id="rId1" Type="http://schemas.openxmlformats.org/officeDocument/2006/relationships/slideLayout" Target="../slideLayouts/slideLayout2.xml"/><Relationship Id="rId4" Type="http://schemas.openxmlformats.org/officeDocument/2006/relationships/image" Target="../media/image6.png"/></Relationships>
</file>

<file path=ppt/slides/_rels/slide3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2.xml"/><Relationship Id="rId1" Type="http://schemas.openxmlformats.org/officeDocument/2006/relationships/slideLayout" Target="../slideLayouts/slideLayout2.xml"/></Relationships>
</file>

<file path=ppt/slides/_rels/slide4.xml.rels><?xml version="1.0" encoding="UTF-8" standalone="yes"?>
<Relationships xmlns="http://schemas.openxmlformats.org/package/2006/relationships"><Relationship Id="rId3" Type="http://schemas.openxmlformats.org/officeDocument/2006/relationships/image" Target="../media/image7.png"/><Relationship Id="rId2" Type="http://schemas.openxmlformats.org/officeDocument/2006/relationships/notesSlide" Target="../notesSlides/notesSlide3.xml"/><Relationship Id="rId1" Type="http://schemas.openxmlformats.org/officeDocument/2006/relationships/slideLayout" Target="../slideLayouts/slideLayout2.xml"/><Relationship Id="rId4" Type="http://schemas.openxmlformats.org/officeDocument/2006/relationships/image" Target="../media/image8.png"/></Relationships>
</file>

<file path=ppt/slides/_rels/slide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7.xml.rels><?xml version="1.0" encoding="UTF-8" standalone="yes"?>
<Relationships xmlns="http://schemas.openxmlformats.org/package/2006/relationships"><Relationship Id="rId2" Type="http://schemas.openxmlformats.org/officeDocument/2006/relationships/image" Target="../media/image9.jpeg"/><Relationship Id="rId1" Type="http://schemas.openxmlformats.org/officeDocument/2006/relationships/slideLayout" Target="../slideLayouts/slideLayout7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1988840"/>
            <a:ext cx="7772400" cy="864096"/>
          </a:xfrm>
          <a:solidFill>
            <a:srgbClr val="004CBC"/>
          </a:solidFill>
        </p:spPr>
        <p:txBody>
          <a:bodyPr>
            <a:normAutofit/>
          </a:bodyPr>
          <a:lstStyle/>
          <a:p>
            <a:r>
              <a:rPr lang="ko-KR" altLang="en-US" sz="4800" b="1" dirty="0" smtClean="0">
                <a:solidFill>
                  <a:schemeClr val="bg1"/>
                </a:solidFill>
                <a:effectLst/>
                <a:latin typeface="Arial" pitchFamily="34" charset="0"/>
                <a:cs typeface="Arial" pitchFamily="34" charset="0"/>
              </a:rPr>
              <a:t>실습 </a:t>
            </a:r>
            <a:r>
              <a:rPr lang="en-US" altLang="ko-KR" sz="4800" b="1" dirty="0" smtClean="0">
                <a:solidFill>
                  <a:schemeClr val="bg1"/>
                </a:solidFill>
                <a:effectLst/>
                <a:latin typeface="Arial" pitchFamily="34" charset="0"/>
                <a:cs typeface="Arial" pitchFamily="34" charset="0"/>
              </a:rPr>
              <a:t>#</a:t>
            </a:r>
            <a:r>
              <a:rPr lang="en-US" altLang="ko-KR" sz="4800" b="1" dirty="0" smtClean="0">
                <a:solidFill>
                  <a:schemeClr val="bg1"/>
                </a:solidFill>
                <a:effectLst/>
                <a:latin typeface="Arial" pitchFamily="34" charset="0"/>
                <a:cs typeface="Arial" pitchFamily="34" charset="0"/>
              </a:rPr>
              <a:t>8_3~4</a:t>
            </a:r>
            <a:endParaRPr lang="ko-KR" altLang="en-US" sz="4800" b="1" dirty="0">
              <a:solidFill>
                <a:schemeClr val="bg1"/>
              </a:solidFill>
              <a:effectLst/>
              <a:latin typeface="Arial" pitchFamily="34" charset="0"/>
              <a:cs typeface="Arial" pitchFamily="34" charset="0"/>
            </a:endParaRPr>
          </a:p>
        </p:txBody>
      </p:sp>
      <p:sp>
        <p:nvSpPr>
          <p:cNvPr id="5" name="부제목 4"/>
          <p:cNvSpPr>
            <a:spLocks noGrp="1"/>
          </p:cNvSpPr>
          <p:nvPr>
            <p:ph type="subTitle" idx="1"/>
          </p:nvPr>
        </p:nvSpPr>
        <p:spPr/>
        <p:txBody>
          <a:bodyPr>
            <a:normAutofit fontScale="92500" lnSpcReduction="10000"/>
          </a:bodyPr>
          <a:lstStyle/>
          <a:p>
            <a:r>
              <a:rPr lang="en-US" altLang="ko-KR" dirty="0" err="1"/>
              <a:t>Gi</a:t>
            </a:r>
            <a:r>
              <a:rPr lang="en-US" altLang="ko-KR" dirty="0"/>
              <a:t> Sook Jung, </a:t>
            </a:r>
            <a:r>
              <a:rPr lang="en-US" altLang="ko-KR" dirty="0" err="1"/>
              <a:t>Ph.D</a:t>
            </a:r>
            <a:endParaRPr lang="en-US" altLang="ko-KR" dirty="0"/>
          </a:p>
          <a:p>
            <a:r>
              <a:rPr lang="en-US" altLang="ko-KR" dirty="0"/>
              <a:t>School of Computer Science and Engineering</a:t>
            </a:r>
          </a:p>
          <a:p>
            <a:r>
              <a:rPr lang="en-US" altLang="ko-KR"/>
              <a:t>College of IT Engineering, KNU</a:t>
            </a:r>
            <a:endParaRPr lang="ko-KR" altLang="en-US" dirty="0"/>
          </a:p>
        </p:txBody>
      </p:sp>
      <p:pic>
        <p:nvPicPr>
          <p:cNvPr id="5122" name="Picture 2" descr="http://www.ddaily.co.kr/DATA/news/20110210/20110210140451__I6720.jpg"/>
          <p:cNvPicPr>
            <a:picLocks noChangeAspect="1" noChangeArrowheads="1"/>
          </p:cNvPicPr>
          <p:nvPr/>
        </p:nvPicPr>
        <p:blipFill rotWithShape="1">
          <a:blip r:embed="rId3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t="28027" b="22179"/>
          <a:stretch/>
        </p:blipFill>
        <p:spPr bwMode="auto">
          <a:xfrm>
            <a:off x="2208089" y="3084845"/>
            <a:ext cx="4762500" cy="1778558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</p:spTree>
    <p:extLst>
      <p:ext uri="{BB962C8B-B14F-4D97-AF65-F5344CB8AC3E}">
        <p14:creationId xmlns:p14="http://schemas.microsoft.com/office/powerpoint/2010/main" val="2557308872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제목 2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altLang="ko-KR" dirty="0"/>
              <a:t>Practice #8.3</a:t>
            </a:r>
            <a:endParaRPr lang="ko-KR" altLang="en-US" dirty="0"/>
          </a:p>
        </p:txBody>
      </p:sp>
      <p:sp>
        <p:nvSpPr>
          <p:cNvPr id="9" name="내용 개체 틀 8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lang="en-US" altLang="ko-KR" dirty="0"/>
              <a:t>Example </a:t>
            </a:r>
            <a:r>
              <a:rPr lang="en-US" altLang="ko-KR" dirty="0" smtClean="0"/>
              <a:t>#8.3 </a:t>
            </a:r>
            <a:r>
              <a:rPr lang="ko-KR" altLang="en-US" dirty="0" smtClean="0"/>
              <a:t>최종 결과</a:t>
            </a:r>
            <a:endParaRPr lang="en-US" altLang="ko-KR" dirty="0"/>
          </a:p>
        </p:txBody>
      </p:sp>
      <p:sp>
        <p:nvSpPr>
          <p:cNvPr id="2" name="슬라이드 번호 개체 틀 1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68FAA61E-CA35-46E7-954C-43D901BBD1EB}" type="slidenum">
              <a:rPr lang="ko-KR" altLang="en-US" smtClean="0"/>
              <a:pPr/>
              <a:t>2</a:t>
            </a:fld>
            <a:endParaRPr lang="ko-KR" altLang="en-US"/>
          </a:p>
        </p:txBody>
      </p:sp>
      <p:pic>
        <p:nvPicPr>
          <p:cNvPr id="4" name="그림 3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3406128" y="2008686"/>
            <a:ext cx="2456974" cy="4500086"/>
          </a:xfrm>
          <a:prstGeom prst="rect">
            <a:avLst/>
          </a:prstGeom>
        </p:spPr>
      </p:pic>
      <p:pic>
        <p:nvPicPr>
          <p:cNvPr id="5" name="그림 4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6091026" y="2008686"/>
            <a:ext cx="2456974" cy="4500086"/>
          </a:xfrm>
          <a:prstGeom prst="rect">
            <a:avLst/>
          </a:prstGeom>
        </p:spPr>
      </p:pic>
      <p:pic>
        <p:nvPicPr>
          <p:cNvPr id="6" name="그림 5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721230" y="2008686"/>
            <a:ext cx="2456974" cy="4500086"/>
          </a:xfrm>
          <a:prstGeom prst="rect">
            <a:avLst/>
          </a:prstGeom>
        </p:spPr>
      </p:pic>
      <p:cxnSp>
        <p:nvCxnSpPr>
          <p:cNvPr id="7" name="직선 화살표 연결선 6"/>
          <p:cNvCxnSpPr/>
          <p:nvPr/>
        </p:nvCxnSpPr>
        <p:spPr>
          <a:xfrm flipH="1">
            <a:off x="2230338" y="2962876"/>
            <a:ext cx="224286" cy="146649"/>
          </a:xfrm>
          <a:prstGeom prst="straightConnector1">
            <a:avLst/>
          </a:prstGeom>
          <a:ln>
            <a:solidFill>
              <a:srgbClr val="FF0000"/>
            </a:solidFill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8" name="직선 화살표 연결선 7"/>
          <p:cNvCxnSpPr/>
          <p:nvPr/>
        </p:nvCxnSpPr>
        <p:spPr>
          <a:xfrm flipH="1">
            <a:off x="3826225" y="2462544"/>
            <a:ext cx="224286" cy="146649"/>
          </a:xfrm>
          <a:prstGeom prst="straightConnector1">
            <a:avLst/>
          </a:prstGeom>
          <a:ln>
            <a:solidFill>
              <a:srgbClr val="FF0000"/>
            </a:solidFill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10" name="직사각형 9"/>
          <p:cNvSpPr/>
          <p:nvPr/>
        </p:nvSpPr>
        <p:spPr>
          <a:xfrm>
            <a:off x="6371016" y="2992072"/>
            <a:ext cx="1906438" cy="462510"/>
          </a:xfrm>
          <a:prstGeom prst="rect">
            <a:avLst/>
          </a:prstGeom>
          <a:noFill/>
          <a:ln w="19050">
            <a:solidFill>
              <a:srgbClr val="FF0000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ko-KR" altLang="en-US"/>
          </a:p>
        </p:txBody>
      </p:sp>
      <p:cxnSp>
        <p:nvCxnSpPr>
          <p:cNvPr id="11" name="직선 화살표 연결선 10"/>
          <p:cNvCxnSpPr/>
          <p:nvPr/>
        </p:nvCxnSpPr>
        <p:spPr>
          <a:xfrm flipH="1">
            <a:off x="7794376" y="3076678"/>
            <a:ext cx="224286" cy="146649"/>
          </a:xfrm>
          <a:prstGeom prst="straightConnector1">
            <a:avLst/>
          </a:prstGeom>
          <a:ln>
            <a:solidFill>
              <a:srgbClr val="FF0000"/>
            </a:solidFill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</p:spTree>
    <p:extLst>
      <p:ext uri="{BB962C8B-B14F-4D97-AF65-F5344CB8AC3E}">
        <p14:creationId xmlns:p14="http://schemas.microsoft.com/office/powerpoint/2010/main" val="2278228646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제목 2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altLang="ko-KR" dirty="0"/>
              <a:t>Practice </a:t>
            </a:r>
            <a:r>
              <a:rPr lang="en-US" altLang="ko-KR" dirty="0" smtClean="0"/>
              <a:t>#</a:t>
            </a:r>
            <a:r>
              <a:rPr lang="en-US" altLang="ko-KR" dirty="0" smtClean="0"/>
              <a:t>8.4</a:t>
            </a:r>
            <a:endParaRPr lang="ko-KR" altLang="en-US" dirty="0"/>
          </a:p>
        </p:txBody>
      </p:sp>
      <p:sp>
        <p:nvSpPr>
          <p:cNvPr id="4" name="내용 개체 틀 3"/>
          <p:cNvSpPr>
            <a:spLocks noGrp="1"/>
          </p:cNvSpPr>
          <p:nvPr>
            <p:ph idx="1"/>
          </p:nvPr>
        </p:nvSpPr>
        <p:spPr/>
        <p:txBody>
          <a:bodyPr>
            <a:normAutofit/>
          </a:bodyPr>
          <a:lstStyle/>
          <a:p>
            <a:r>
              <a:rPr lang="ko-KR" altLang="en-US" dirty="0" smtClean="0"/>
              <a:t>시간</a:t>
            </a:r>
            <a:r>
              <a:rPr lang="en-US" altLang="ko-KR" dirty="0" smtClean="0"/>
              <a:t>(</a:t>
            </a:r>
            <a:r>
              <a:rPr lang="ko-KR" altLang="en-US" dirty="0" smtClean="0"/>
              <a:t>초</a:t>
            </a:r>
            <a:r>
              <a:rPr lang="en-US" altLang="ko-KR" dirty="0" smtClean="0"/>
              <a:t>)</a:t>
            </a:r>
            <a:r>
              <a:rPr lang="ko-KR" altLang="en-US" dirty="0" smtClean="0"/>
              <a:t>을 입력 받아 입력된 시간 뒤에 </a:t>
            </a:r>
            <a:r>
              <a:rPr lang="en-US" altLang="ko-KR" dirty="0" smtClean="0"/>
              <a:t>Notification</a:t>
            </a:r>
            <a:r>
              <a:rPr lang="ko-KR" altLang="en-US" dirty="0" smtClean="0"/>
              <a:t>으로 현재 시간을 알려 봅시다</a:t>
            </a:r>
            <a:r>
              <a:rPr lang="en-US" altLang="ko-KR" dirty="0" smtClean="0"/>
              <a:t>.</a:t>
            </a:r>
            <a:endParaRPr lang="en-US" altLang="ko-KR" dirty="0"/>
          </a:p>
          <a:p>
            <a:pPr marL="0" indent="0">
              <a:buNone/>
            </a:pPr>
            <a:endParaRPr lang="en-US" altLang="ko-KR" dirty="0" smtClean="0"/>
          </a:p>
          <a:p>
            <a:pPr marL="0" indent="0">
              <a:buNone/>
            </a:pPr>
            <a:r>
              <a:rPr lang="en-US" altLang="ko-KR" dirty="0" smtClean="0"/>
              <a:t>- Java </a:t>
            </a:r>
            <a:r>
              <a:rPr lang="ko-KR" altLang="en-US" dirty="0" smtClean="0"/>
              <a:t>시간 가져오기</a:t>
            </a:r>
            <a:endParaRPr lang="en-US" altLang="ko-KR" dirty="0" smtClean="0"/>
          </a:p>
          <a:p>
            <a:pPr marL="457200" indent="-457200">
              <a:buFont typeface="+mj-lt"/>
              <a:buAutoNum type="arabicPeriod"/>
            </a:pPr>
            <a:endParaRPr lang="en-US" altLang="ko-KR" dirty="0"/>
          </a:p>
          <a:p>
            <a:pPr marL="457200" indent="-457200">
              <a:buFont typeface="+mj-lt"/>
              <a:buAutoNum type="arabicPeriod"/>
            </a:pPr>
            <a:endParaRPr lang="en-US" altLang="ko-KR" dirty="0" smtClean="0"/>
          </a:p>
        </p:txBody>
      </p:sp>
      <p:sp>
        <p:nvSpPr>
          <p:cNvPr id="2" name="슬라이드 번호 개체 틀 1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68FAA61E-CA35-46E7-954C-43D901BBD1EB}" type="slidenum">
              <a:rPr lang="ko-KR" altLang="en-US" smtClean="0">
                <a:solidFill>
                  <a:prstClr val="black">
                    <a:lumMod val="65000"/>
                    <a:lumOff val="35000"/>
                  </a:prstClr>
                </a:solidFill>
              </a:rPr>
              <a:pPr/>
              <a:t>3</a:t>
            </a:fld>
            <a:endParaRPr lang="ko-KR" altLang="en-US">
              <a:solidFill>
                <a:prstClr val="black">
                  <a:lumMod val="65000"/>
                  <a:lumOff val="35000"/>
                </a:prstClr>
              </a:solidFill>
            </a:endParaRPr>
          </a:p>
        </p:txBody>
      </p:sp>
      <p:sp>
        <p:nvSpPr>
          <p:cNvPr id="5" name="TextBox 4"/>
          <p:cNvSpPr txBox="1"/>
          <p:nvPr/>
        </p:nvSpPr>
        <p:spPr>
          <a:xfrm>
            <a:off x="697229" y="3747671"/>
            <a:ext cx="7263527" cy="1323439"/>
          </a:xfrm>
          <a:prstGeom prst="rect">
            <a:avLst/>
          </a:prstGeom>
        </p:spPr>
        <p:style>
          <a:lnRef idx="1">
            <a:schemeClr val="accent1"/>
          </a:lnRef>
          <a:fillRef idx="2">
            <a:schemeClr val="accent1"/>
          </a:fillRef>
          <a:effectRef idx="1">
            <a:schemeClr val="accent1"/>
          </a:effectRef>
          <a:fontRef idx="minor">
            <a:schemeClr val="dk1"/>
          </a:fontRef>
        </p:style>
        <p:txBody>
          <a:bodyPr wrap="none" rtlCol="0">
            <a:spAutoFit/>
          </a:bodyPr>
          <a:lstStyle/>
          <a:p>
            <a:r>
              <a:rPr lang="en-US" altLang="ko-KR" sz="1600" dirty="0" smtClean="0">
                <a:solidFill>
                  <a:srgbClr val="7F0055"/>
                </a:solidFill>
                <a:latin typeface="돋움체"/>
                <a:ea typeface="돋움체"/>
              </a:rPr>
              <a:t>Calendar </a:t>
            </a:r>
            <a:r>
              <a:rPr lang="en-US" altLang="ko-KR" sz="1600" dirty="0" err="1" smtClean="0">
                <a:solidFill>
                  <a:srgbClr val="7F0055"/>
                </a:solidFill>
                <a:latin typeface="돋움체"/>
                <a:ea typeface="돋움체"/>
              </a:rPr>
              <a:t>cal</a:t>
            </a:r>
            <a:r>
              <a:rPr lang="en-US" altLang="ko-KR" sz="1600" dirty="0" smtClean="0">
                <a:solidFill>
                  <a:srgbClr val="7F0055"/>
                </a:solidFill>
                <a:latin typeface="돋움체"/>
                <a:ea typeface="돋움체"/>
              </a:rPr>
              <a:t>=</a:t>
            </a:r>
            <a:r>
              <a:rPr lang="en-US" altLang="ko-KR" sz="1600" dirty="0" err="1" smtClean="0">
                <a:solidFill>
                  <a:srgbClr val="7F0055"/>
                </a:solidFill>
                <a:latin typeface="돋움체"/>
                <a:ea typeface="돋움체"/>
              </a:rPr>
              <a:t>Calendar.getInstace</a:t>
            </a:r>
            <a:r>
              <a:rPr lang="en-US" altLang="ko-KR" sz="1600" dirty="0" smtClean="0">
                <a:solidFill>
                  <a:srgbClr val="7F0055"/>
                </a:solidFill>
                <a:latin typeface="돋움체"/>
                <a:ea typeface="돋움체"/>
              </a:rPr>
              <a:t>();</a:t>
            </a:r>
          </a:p>
          <a:p>
            <a:endParaRPr lang="en-US" altLang="ko-KR" sz="1600" dirty="0">
              <a:solidFill>
                <a:srgbClr val="7F0055"/>
              </a:solidFill>
              <a:latin typeface="돋움체"/>
              <a:ea typeface="돋움체"/>
            </a:endParaRPr>
          </a:p>
          <a:p>
            <a:r>
              <a:rPr lang="en-US" altLang="ko-KR" sz="1600" dirty="0" err="1" smtClean="0">
                <a:solidFill>
                  <a:srgbClr val="7F0055"/>
                </a:solidFill>
                <a:latin typeface="돋움체"/>
                <a:ea typeface="돋움체"/>
              </a:rPr>
              <a:t>Java.util.Date</a:t>
            </a:r>
            <a:r>
              <a:rPr lang="en-US" altLang="ko-KR" sz="1600" dirty="0" smtClean="0">
                <a:solidFill>
                  <a:srgbClr val="7F0055"/>
                </a:solidFill>
                <a:latin typeface="돋움체"/>
                <a:ea typeface="돋움체"/>
              </a:rPr>
              <a:t> date=</a:t>
            </a:r>
            <a:r>
              <a:rPr lang="en-US" altLang="ko-KR" sz="1600" dirty="0" err="1" smtClean="0">
                <a:solidFill>
                  <a:srgbClr val="7F0055"/>
                </a:solidFill>
                <a:latin typeface="돋움체"/>
                <a:ea typeface="돋움체"/>
              </a:rPr>
              <a:t>cal.getTime</a:t>
            </a:r>
            <a:r>
              <a:rPr lang="en-US" altLang="ko-KR" sz="1600" dirty="0" smtClean="0">
                <a:solidFill>
                  <a:srgbClr val="7F0055"/>
                </a:solidFill>
                <a:latin typeface="돋움체"/>
                <a:ea typeface="돋움체"/>
              </a:rPr>
              <a:t>();</a:t>
            </a:r>
          </a:p>
          <a:p>
            <a:endParaRPr lang="en-US" altLang="ko-KR" sz="1600" dirty="0" smtClean="0">
              <a:solidFill>
                <a:srgbClr val="7F0055"/>
              </a:solidFill>
              <a:latin typeface="돋움체"/>
              <a:ea typeface="돋움체"/>
            </a:endParaRPr>
          </a:p>
          <a:p>
            <a:r>
              <a:rPr lang="en-US" altLang="ko-KR" sz="1600" dirty="0" smtClean="0">
                <a:solidFill>
                  <a:srgbClr val="7F0055"/>
                </a:solidFill>
                <a:latin typeface="돋움체"/>
                <a:ea typeface="돋움체"/>
              </a:rPr>
              <a:t>String today=(new </a:t>
            </a:r>
            <a:r>
              <a:rPr lang="en-US" altLang="ko-KR" sz="1600" dirty="0" err="1" smtClean="0">
                <a:solidFill>
                  <a:srgbClr val="7F0055"/>
                </a:solidFill>
                <a:latin typeface="돋움체"/>
                <a:ea typeface="돋움체"/>
              </a:rPr>
              <a:t>SimpleDateFormat</a:t>
            </a:r>
            <a:r>
              <a:rPr lang="en-US" altLang="ko-KR" sz="1600" dirty="0" smtClean="0">
                <a:solidFill>
                  <a:srgbClr val="7F0055"/>
                </a:solidFill>
                <a:latin typeface="돋움체"/>
                <a:ea typeface="돋움체"/>
              </a:rPr>
              <a:t>(“</a:t>
            </a:r>
            <a:r>
              <a:rPr lang="en-US" altLang="ko-KR" sz="1600" dirty="0" err="1" smtClean="0">
                <a:solidFill>
                  <a:srgbClr val="7F0055"/>
                </a:solidFill>
                <a:latin typeface="돋움체"/>
                <a:ea typeface="돋움체"/>
              </a:rPr>
              <a:t>yyyyMMddHHmmss</a:t>
            </a:r>
            <a:r>
              <a:rPr lang="en-US" altLang="ko-KR" sz="1600" dirty="0" smtClean="0">
                <a:solidFill>
                  <a:srgbClr val="7F0055"/>
                </a:solidFill>
                <a:latin typeface="돋움체"/>
                <a:ea typeface="돋움체"/>
              </a:rPr>
              <a:t>”).format(date));</a:t>
            </a:r>
            <a:endParaRPr lang="ko-KR" altLang="en-US" sz="1600" dirty="0">
              <a:latin typeface="돋움체"/>
              <a:ea typeface="돋움체"/>
            </a:endParaRPr>
          </a:p>
        </p:txBody>
      </p:sp>
    </p:spTree>
    <p:extLst>
      <p:ext uri="{BB962C8B-B14F-4D97-AF65-F5344CB8AC3E}">
        <p14:creationId xmlns:p14="http://schemas.microsoft.com/office/powerpoint/2010/main" val="2283528615"/>
      </p:ext>
    </p:extLst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68FAA61E-CA35-46E7-954C-43D901BBD1EB}" type="slidenum">
              <a:rPr lang="ko-KR" altLang="en-US" smtClean="0"/>
              <a:pPr/>
              <a:t>4</a:t>
            </a:fld>
            <a:endParaRPr lang="ko-KR" altLang="en-US"/>
          </a:p>
        </p:txBody>
      </p:sp>
      <p:pic>
        <p:nvPicPr>
          <p:cNvPr id="1026" name="Picture 2" descr="C:\Users\vrlabGP\Documents\카카오톡 받은 파일\제목 없음.png"/>
          <p:cNvPicPr>
            <a:picLocks noChangeAspect="1" noChangeArrowheads="1"/>
          </p:cNvPicPr>
          <p:nvPr/>
        </p:nvPicPr>
        <p:blipFill>
          <a:blip r:embed="rId3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5817961" y="2411730"/>
            <a:ext cx="2295315" cy="1513840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pic>
        <p:nvPicPr>
          <p:cNvPr id="2" name="그림 1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1256746" y="1127162"/>
            <a:ext cx="4333875" cy="4391025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173345014"/>
      </p:ext>
    </p:extLst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제목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ko-KR" altLang="en-US" sz="4400" dirty="0" smtClean="0"/>
              <a:t>실습 후 주의사항</a:t>
            </a:r>
            <a:endParaRPr lang="ko-KR" altLang="en-US" sz="4400" dirty="0"/>
          </a:p>
        </p:txBody>
      </p:sp>
      <p:sp>
        <p:nvSpPr>
          <p:cNvPr id="3" name="내용 개체 틀 2"/>
          <p:cNvSpPr>
            <a:spLocks noGrp="1"/>
          </p:cNvSpPr>
          <p:nvPr>
            <p:ph idx="1"/>
          </p:nvPr>
        </p:nvSpPr>
        <p:spPr/>
        <p:txBody>
          <a:bodyPr>
            <a:normAutofit/>
          </a:bodyPr>
          <a:lstStyle/>
          <a:p>
            <a:endParaRPr lang="en-US" altLang="ko-KR" dirty="0" smtClean="0"/>
          </a:p>
          <a:p>
            <a:r>
              <a:rPr lang="ko-KR" altLang="en-US" dirty="0" smtClean="0"/>
              <a:t>실습을 완료하고 </a:t>
            </a:r>
            <a:r>
              <a:rPr lang="en-US" altLang="ko-KR" dirty="0" err="1" smtClean="0"/>
              <a:t>Bitbucket</a:t>
            </a:r>
            <a:r>
              <a:rPr lang="ko-KR" altLang="en-US" dirty="0" smtClean="0"/>
              <a:t>에 </a:t>
            </a:r>
            <a:r>
              <a:rPr lang="en-US" altLang="ko-KR" dirty="0" smtClean="0"/>
              <a:t>Push</a:t>
            </a:r>
          </a:p>
          <a:p>
            <a:endParaRPr lang="en-US" altLang="ko-KR" dirty="0"/>
          </a:p>
          <a:p>
            <a:r>
              <a:rPr lang="en-US" altLang="ko-KR" dirty="0" err="1" smtClean="0"/>
              <a:t>Bitbucket</a:t>
            </a:r>
            <a:r>
              <a:rPr lang="ko-KR" altLang="en-US" dirty="0" smtClean="0"/>
              <a:t>에 </a:t>
            </a:r>
            <a:r>
              <a:rPr lang="en-US" altLang="ko-KR" dirty="0" smtClean="0"/>
              <a:t>Push </a:t>
            </a:r>
            <a:r>
              <a:rPr lang="ko-KR" altLang="en-US" dirty="0" smtClean="0"/>
              <a:t>완료하면 </a:t>
            </a:r>
            <a:r>
              <a:rPr lang="en-US" altLang="ko-KR" dirty="0" smtClean="0"/>
              <a:t/>
            </a:r>
            <a:br>
              <a:rPr lang="en-US" altLang="ko-KR" dirty="0" smtClean="0"/>
            </a:br>
            <a:r>
              <a:rPr lang="ko-KR" altLang="en-US" b="1" u="sng" dirty="0" smtClean="0">
                <a:solidFill>
                  <a:srgbClr val="FF0000"/>
                </a:solidFill>
              </a:rPr>
              <a:t>반드시 자리에서 프로젝트 파일 및 </a:t>
            </a:r>
            <a:r>
              <a:rPr lang="ko-KR" altLang="en-US" b="1" u="sng" dirty="0" err="1" smtClean="0">
                <a:solidFill>
                  <a:srgbClr val="FF0000"/>
                </a:solidFill>
              </a:rPr>
              <a:t>캡쳐화면</a:t>
            </a:r>
            <a:r>
              <a:rPr lang="ko-KR" altLang="en-US" b="1" u="sng" dirty="0" smtClean="0">
                <a:solidFill>
                  <a:srgbClr val="FF0000"/>
                </a:solidFill>
              </a:rPr>
              <a:t> 삭제</a:t>
            </a:r>
            <a:endParaRPr lang="en-US" altLang="ko-KR" b="1" u="sng" dirty="0" smtClean="0">
              <a:solidFill>
                <a:srgbClr val="FF0000"/>
              </a:solidFill>
            </a:endParaRPr>
          </a:p>
          <a:p>
            <a:endParaRPr lang="en-US" altLang="ko-KR" b="1" u="sng" dirty="0">
              <a:solidFill>
                <a:srgbClr val="FF0000"/>
              </a:solidFill>
            </a:endParaRPr>
          </a:p>
          <a:p>
            <a:r>
              <a:rPr lang="ko-KR" altLang="en-US" b="1" u="sng" dirty="0" smtClean="0">
                <a:solidFill>
                  <a:srgbClr val="FF0000"/>
                </a:solidFill>
              </a:rPr>
              <a:t>에뮬레이터 내의 애플리케이션도 삭제</a:t>
            </a:r>
            <a:endParaRPr lang="en-US" altLang="ko-KR" b="1" u="sng" dirty="0" smtClean="0">
              <a:solidFill>
                <a:srgbClr val="FF0000"/>
              </a:solidFill>
            </a:endParaRPr>
          </a:p>
          <a:p>
            <a:endParaRPr lang="en-US" altLang="ko-KR" dirty="0" smtClean="0"/>
          </a:p>
          <a:p>
            <a:r>
              <a:rPr lang="ko-KR" altLang="en-US" dirty="0" smtClean="0"/>
              <a:t>파일이 남아 있을 경우 감점</a:t>
            </a:r>
            <a:endParaRPr lang="en-US" altLang="ko-KR" dirty="0" smtClean="0"/>
          </a:p>
        </p:txBody>
      </p:sp>
      <p:sp>
        <p:nvSpPr>
          <p:cNvPr id="4" name="슬라이드 번호 개체 틀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68FAA61E-CA35-46E7-954C-43D901BBD1EB}" type="slidenum">
              <a:rPr lang="ko-KR" altLang="en-US" smtClean="0"/>
              <a:pPr/>
              <a:t>5</a:t>
            </a:fld>
            <a:endParaRPr lang="ko-KR" altLang="en-US"/>
          </a:p>
        </p:txBody>
      </p:sp>
    </p:spTree>
    <p:extLst>
      <p:ext uri="{BB962C8B-B14F-4D97-AF65-F5344CB8AC3E}">
        <p14:creationId xmlns:p14="http://schemas.microsoft.com/office/powerpoint/2010/main" val="294217612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제목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ko-KR" altLang="en-US" dirty="0" smtClean="0"/>
              <a:t>제출</a:t>
            </a:r>
            <a:endParaRPr lang="ko-KR" altLang="en-US" dirty="0"/>
          </a:p>
        </p:txBody>
      </p:sp>
      <p:sp>
        <p:nvSpPr>
          <p:cNvPr id="3" name="내용 개체 틀 2"/>
          <p:cNvSpPr>
            <a:spLocks noGrp="1"/>
          </p:cNvSpPr>
          <p:nvPr>
            <p:ph idx="1"/>
          </p:nvPr>
        </p:nvSpPr>
        <p:spPr/>
        <p:txBody>
          <a:bodyPr>
            <a:normAutofit/>
          </a:bodyPr>
          <a:lstStyle/>
          <a:p>
            <a:r>
              <a:rPr lang="ko-KR" altLang="en-US" dirty="0"/>
              <a:t>제출형식</a:t>
            </a:r>
            <a:endParaRPr lang="en-US" altLang="ko-KR" dirty="0"/>
          </a:p>
          <a:p>
            <a:pPr lvl="1"/>
            <a:r>
              <a:rPr lang="ko-KR" altLang="en-US" dirty="0" smtClean="0"/>
              <a:t>주어진 문제의 기능을 보여주는 화면을 </a:t>
            </a:r>
            <a:r>
              <a:rPr lang="ko-KR" altLang="en-US" dirty="0" err="1" smtClean="0"/>
              <a:t>캡쳐한</a:t>
            </a:r>
            <a:r>
              <a:rPr lang="ko-KR" altLang="en-US" dirty="0" smtClean="0"/>
              <a:t> 보고서 작성</a:t>
            </a:r>
            <a:endParaRPr lang="en-US" altLang="ko-KR" dirty="0" smtClean="0"/>
          </a:p>
          <a:p>
            <a:pPr lvl="1"/>
            <a:r>
              <a:rPr lang="ko-KR" altLang="en-US" dirty="0" smtClean="0"/>
              <a:t>소스파일과 보고서를 </a:t>
            </a:r>
            <a:r>
              <a:rPr lang="en-US" altLang="ko-KR" dirty="0" err="1" smtClean="0"/>
              <a:t>Bitbucket</a:t>
            </a:r>
            <a:r>
              <a:rPr lang="ko-KR" altLang="en-US" dirty="0" smtClean="0"/>
              <a:t>에 제출</a:t>
            </a:r>
            <a:endParaRPr lang="en-US" altLang="ko-KR" dirty="0" smtClean="0"/>
          </a:p>
          <a:p>
            <a:pPr lvl="1"/>
            <a:endParaRPr lang="en-US" altLang="ko-KR" dirty="0"/>
          </a:p>
          <a:p>
            <a:pPr lvl="1"/>
            <a:endParaRPr lang="en-US" altLang="ko-KR" dirty="0"/>
          </a:p>
          <a:p>
            <a:r>
              <a:rPr lang="ko-KR" altLang="en-US" dirty="0"/>
              <a:t>주의</a:t>
            </a:r>
            <a:endParaRPr lang="en-US" altLang="ko-KR" dirty="0"/>
          </a:p>
          <a:p>
            <a:pPr lvl="1"/>
            <a:r>
              <a:rPr lang="ko-KR" altLang="en-US" dirty="0">
                <a:solidFill>
                  <a:srgbClr val="FF0000"/>
                </a:solidFill>
              </a:rPr>
              <a:t>마감 </a:t>
            </a:r>
            <a:r>
              <a:rPr lang="en-US" altLang="ko-KR" dirty="0">
                <a:solidFill>
                  <a:srgbClr val="FF0000"/>
                </a:solidFill>
              </a:rPr>
              <a:t>: </a:t>
            </a:r>
            <a:r>
              <a:rPr lang="ko-KR" altLang="en-US" dirty="0">
                <a:solidFill>
                  <a:srgbClr val="FF0000"/>
                </a:solidFill>
              </a:rPr>
              <a:t>다음 수업 전날 자정</a:t>
            </a:r>
            <a:r>
              <a:rPr lang="en-US" altLang="ko-KR" dirty="0">
                <a:solidFill>
                  <a:srgbClr val="FF0000"/>
                </a:solidFill>
              </a:rPr>
              <a:t>(</a:t>
            </a:r>
            <a:r>
              <a:rPr lang="ko-KR" altLang="en-US" dirty="0">
                <a:solidFill>
                  <a:srgbClr val="FF0000"/>
                </a:solidFill>
              </a:rPr>
              <a:t>만점</a:t>
            </a:r>
            <a:r>
              <a:rPr lang="en-US" altLang="ko-KR" dirty="0">
                <a:solidFill>
                  <a:srgbClr val="FF0000"/>
                </a:solidFill>
              </a:rPr>
              <a:t>)</a:t>
            </a:r>
          </a:p>
          <a:p>
            <a:pPr lvl="1"/>
            <a:r>
              <a:rPr lang="ko-KR" altLang="en-US" dirty="0"/>
              <a:t>이후 제출은 채점대상에서 제외함</a:t>
            </a:r>
            <a:endParaRPr lang="en-US" altLang="ko-KR" dirty="0"/>
          </a:p>
          <a:p>
            <a:pPr lvl="1"/>
            <a:endParaRPr lang="ko-KR" altLang="en-US" dirty="0"/>
          </a:p>
        </p:txBody>
      </p:sp>
      <p:sp>
        <p:nvSpPr>
          <p:cNvPr id="4" name="슬라이드 번호 개체 틀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68FAA61E-CA35-46E7-954C-43D901BBD1EB}" type="slidenum">
              <a:rPr lang="ko-KR" altLang="en-US" smtClean="0">
                <a:solidFill>
                  <a:prstClr val="black">
                    <a:lumMod val="65000"/>
                    <a:lumOff val="35000"/>
                  </a:prstClr>
                </a:solidFill>
              </a:rPr>
              <a:pPr/>
              <a:t>6</a:t>
            </a:fld>
            <a:endParaRPr lang="ko-KR" altLang="en-US">
              <a:solidFill>
                <a:prstClr val="black">
                  <a:lumMod val="65000"/>
                  <a:lumOff val="35000"/>
                </a:prstClr>
              </a:solidFill>
            </a:endParaRPr>
          </a:p>
        </p:txBody>
      </p:sp>
    </p:spTree>
    <p:extLst>
      <p:ext uri="{BB962C8B-B14F-4D97-AF65-F5344CB8AC3E}">
        <p14:creationId xmlns:p14="http://schemas.microsoft.com/office/powerpoint/2010/main" val="1793213949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슬라이드 번호 개체 틀 1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68FAA61E-CA35-46E7-954C-43D901BBD1EB}" type="slidenum">
              <a:rPr lang="ko-KR" altLang="en-US" smtClean="0"/>
              <a:pPr/>
              <a:t>7</a:t>
            </a:fld>
            <a:endParaRPr lang="ko-KR" altLang="en-US"/>
          </a:p>
        </p:txBody>
      </p:sp>
      <p:pic>
        <p:nvPicPr>
          <p:cNvPr id="6146" name="Picture 2" descr="http://www.smartnbiz.co.kr/biz/userfiles/2011/2011-01-27/1292946066_android.jpg"/>
          <p:cNvPicPr>
            <a:picLocks noChangeAspect="1" noChangeArrowheads="1"/>
          </p:cNvPicPr>
          <p:nvPr/>
        </p:nvPicPr>
        <p:blipFill>
          <a:blip r:embed="rId2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1286189" y="651914"/>
            <a:ext cx="6832878" cy="5633330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</p:spTree>
    <p:extLst>
      <p:ext uri="{BB962C8B-B14F-4D97-AF65-F5344CB8AC3E}">
        <p14:creationId xmlns:p14="http://schemas.microsoft.com/office/powerpoint/2010/main" val="2043824746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theme/_rels/theme1.xml.rels><?xml version="1.0" encoding="UTF-8" standalone="yes"?>
<Relationships xmlns="http://schemas.openxmlformats.org/package/2006/relationships"><Relationship Id="rId1" Type="http://schemas.openxmlformats.org/officeDocument/2006/relationships/image" Target="../media/image1.jpeg"/></Relationships>
</file>

<file path=ppt/theme/theme1.xml><?xml version="1.0" encoding="utf-8"?>
<a:theme xmlns:a="http://schemas.openxmlformats.org/drawingml/2006/main" name="Executive">
  <a:themeElements>
    <a:clrScheme name="Executive">
      <a:dk1>
        <a:sysClr val="windowText" lastClr="000000"/>
      </a:dk1>
      <a:lt1>
        <a:sysClr val="window" lastClr="FFFFFF"/>
      </a:lt1>
      <a:dk2>
        <a:srgbClr val="2F5897"/>
      </a:dk2>
      <a:lt2>
        <a:srgbClr val="E4E9EF"/>
      </a:lt2>
      <a:accent1>
        <a:srgbClr val="6076B4"/>
      </a:accent1>
      <a:accent2>
        <a:srgbClr val="9C5252"/>
      </a:accent2>
      <a:accent3>
        <a:srgbClr val="E68422"/>
      </a:accent3>
      <a:accent4>
        <a:srgbClr val="846648"/>
      </a:accent4>
      <a:accent5>
        <a:srgbClr val="63891F"/>
      </a:accent5>
      <a:accent6>
        <a:srgbClr val="758085"/>
      </a:accent6>
      <a:hlink>
        <a:srgbClr val="3399FF"/>
      </a:hlink>
      <a:folHlink>
        <a:srgbClr val="B2B2B2"/>
      </a:folHlink>
    </a:clrScheme>
    <a:fontScheme name="Executive">
      <a:majorFont>
        <a:latin typeface="Century Gothic"/>
        <a:ea typeface=""/>
        <a:cs typeface=""/>
        <a:font script="Jpan" typeface="HGｺﾞｼｯｸM"/>
        <a:font script="Hang" typeface="HY중고딕"/>
        <a:font script="Hans" typeface="幼圆"/>
        <a:font script="Hant" typeface="微軟正黑體"/>
        <a:font script="Arab" typeface="Tahoma"/>
        <a:font script="Hebr" typeface="Gisha"/>
        <a:font script="Thai" typeface="DilleniaUPC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ahoma"/>
        <a:font script="Uigh" typeface="Microsoft Uighur"/>
        <a:font script="Geor" typeface="Sylfaen"/>
      </a:majorFont>
      <a:minorFont>
        <a:latin typeface="Palatino Linotype"/>
        <a:ea typeface=""/>
        <a:cs typeface=""/>
        <a:font script="Jpan" typeface="HGS明朝E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Browalli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inorFont>
    </a:fontScheme>
    <a:fmtScheme name="Executiv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shade val="51000"/>
                <a:satMod val="130000"/>
              </a:schemeClr>
            </a:gs>
            <a:gs pos="80000">
              <a:schemeClr val="phClr">
                <a:shade val="93000"/>
                <a:satMod val="130000"/>
              </a:schemeClr>
            </a:gs>
            <a:gs pos="100000">
              <a:schemeClr val="phClr">
                <a:shade val="94000"/>
                <a:satMod val="135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8575" cap="flat" cmpd="sng" algn="ctr">
          <a:solidFill>
            <a:schemeClr val="phClr"/>
          </a:solidFill>
          <a:prstDash val="solid"/>
        </a:ln>
        <a:ln w="508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50000">
              <a:schemeClr val="phClr">
                <a:tint val="80000"/>
                <a:satMod val="250000"/>
              </a:schemeClr>
            </a:gs>
            <a:gs pos="76000">
              <a:schemeClr val="phClr">
                <a:tint val="90000"/>
                <a:shade val="90000"/>
                <a:satMod val="200000"/>
              </a:schemeClr>
            </a:gs>
            <a:gs pos="92000">
              <a:schemeClr val="phClr">
                <a:tint val="90000"/>
                <a:shade val="70000"/>
                <a:satMod val="250000"/>
              </a:schemeClr>
            </a:gs>
          </a:gsLst>
          <a:path path="circle">
            <a:fillToRect l="50000" t="50000" r="50000" b="50000"/>
          </a:path>
        </a:gradFill>
        <a:blipFill>
          <a:blip xmlns:r="http://schemas.openxmlformats.org/officeDocument/2006/relationships" r:embed="rId1">
            <a:duotone>
              <a:schemeClr val="phClr">
                <a:tint val="95000"/>
              </a:schemeClr>
              <a:schemeClr val="phClr">
                <a:shade val="90000"/>
              </a:schemeClr>
            </a:duotone>
          </a:blip>
          <a:tile tx="0" ty="0" sx="100000" sy="100000" flip="none" algn="tl"/>
        </a:blipFill>
      </a:bgFillStyleLst>
    </a:fmtScheme>
  </a:themeElements>
  <a:objectDefaults/>
  <a:extraClrSchemeLst/>
</a:theme>
</file>

<file path=ppt/theme/theme2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맑은 고딕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맑은 고딕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shade val="51000"/>
                <a:satMod val="130000"/>
              </a:schemeClr>
            </a:gs>
            <a:gs pos="80000">
              <a:schemeClr val="phClr">
                <a:shade val="93000"/>
                <a:satMod val="130000"/>
              </a:schemeClr>
            </a:gs>
            <a:gs pos="100000">
              <a:schemeClr val="phClr">
                <a:shade val="94000"/>
                <a:satMod val="135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/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emplate>Executive</Template>
  <TotalTime>33633</TotalTime>
  <Words>144</Words>
  <Application>Microsoft Office PowerPoint</Application>
  <PresentationFormat>화면 슬라이드 쇼(4:3)</PresentationFormat>
  <Paragraphs>46</Paragraphs>
  <Slides>7</Slides>
  <Notes>3</Notes>
  <HiddenSlides>0</HiddenSlides>
  <MMClips>0</MMClips>
  <ScaleCrop>false</ScaleCrop>
  <HeadingPairs>
    <vt:vector size="4" baseType="variant">
      <vt:variant>
        <vt:lpstr>테마</vt:lpstr>
      </vt:variant>
      <vt:variant>
        <vt:i4>1</vt:i4>
      </vt:variant>
      <vt:variant>
        <vt:lpstr>슬라이드 제목</vt:lpstr>
      </vt:variant>
      <vt:variant>
        <vt:i4>7</vt:i4>
      </vt:variant>
    </vt:vector>
  </HeadingPairs>
  <TitlesOfParts>
    <vt:vector size="8" baseType="lpstr">
      <vt:lpstr>Executive</vt:lpstr>
      <vt:lpstr>실습 #8_3~4</vt:lpstr>
      <vt:lpstr>Practice #8.3</vt:lpstr>
      <vt:lpstr>Practice #8.4</vt:lpstr>
      <vt:lpstr>PowerPoint 프레젠테이션</vt:lpstr>
      <vt:lpstr>실습 후 주의사항</vt:lpstr>
      <vt:lpstr>제출</vt:lpstr>
      <vt:lpstr>PowerPoint 프레젠테이션</vt:lpstr>
    </vt:vector>
  </TitlesOfParts>
  <LinksUpToDate>false</LinksUpToDate>
  <SharedDoc>false</SharedDoc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Sketching and Composing Widget for 3D Manipulation</dc:title>
  <dc:creator>Seonho</dc:creator>
  <cp:lastModifiedBy>OWNER</cp:lastModifiedBy>
  <cp:revision>1796</cp:revision>
  <cp:lastPrinted>2015-10-12T13:11:35Z</cp:lastPrinted>
  <dcterms:created xsi:type="dcterms:W3CDTF">2010-10-12T07:50:15Z</dcterms:created>
  <dcterms:modified xsi:type="dcterms:W3CDTF">2017-11-14T04:49:29Z</dcterms:modified>
</cp:coreProperties>
</file>