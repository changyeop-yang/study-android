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8"/>
  </p:notesMasterIdLst>
  <p:sldIdLst>
    <p:sldId id="256" r:id="rId2"/>
    <p:sldId id="378" r:id="rId3"/>
    <p:sldId id="377" r:id="rId4"/>
    <p:sldId id="379" r:id="rId5"/>
    <p:sldId id="380" r:id="rId6"/>
    <p:sldId id="294" r:id="rId7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19" autoAdjust="0"/>
    <p:restoredTop sz="88141" autoAdjust="0"/>
  </p:normalViewPr>
  <p:slideViewPr>
    <p:cSldViewPr snapToGrid="0">
      <p:cViewPr varScale="1">
        <p:scale>
          <a:sx n="102" d="100"/>
          <a:sy n="102" d="100"/>
        </p:scale>
        <p:origin x="-188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820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195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6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#10_3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/>
          </a:p>
          <a:p>
            <a:r>
              <a:rPr lang="en-US" altLang="ko-KR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#10_3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Graphic2D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91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#10_3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간단한 스마일 마크를 그려봅시다</a:t>
            </a:r>
            <a:r>
              <a:rPr lang="en-US" altLang="ko-KR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다양한 방법을 사용하여 좀 더 화려하게 장식해 봅시다</a:t>
            </a:r>
            <a:r>
              <a:rPr lang="en-US" altLang="ko-KR" dirty="0" smtClean="0"/>
              <a:t>.</a:t>
            </a:r>
          </a:p>
          <a:p>
            <a:pPr marL="685800" lvl="1"/>
            <a:r>
              <a:rPr lang="en-US" altLang="ko-KR" dirty="0" err="1" smtClean="0"/>
              <a:t>Shader</a:t>
            </a:r>
            <a:r>
              <a:rPr lang="en-US" altLang="ko-KR" dirty="0" smtClean="0"/>
              <a:t> </a:t>
            </a:r>
            <a:r>
              <a:rPr lang="ko-KR" altLang="en-US" dirty="0" smtClean="0"/>
              <a:t>등을 활용하여 배경을 색칠합니다</a:t>
            </a:r>
            <a:r>
              <a:rPr lang="en-US" altLang="ko-KR" dirty="0" smtClean="0"/>
              <a:t>.</a:t>
            </a:r>
          </a:p>
          <a:p>
            <a:pPr marL="400050" indent="-457200">
              <a:buFont typeface="+mj-lt"/>
              <a:buAutoNum type="arabicPeriod"/>
            </a:pPr>
            <a:r>
              <a:rPr lang="ko-KR" altLang="en-US" dirty="0" smtClean="0"/>
              <a:t>적당한 </a:t>
            </a:r>
            <a:r>
              <a:rPr lang="ko-KR" altLang="en-US" dirty="0"/>
              <a:t>위치에 자신의 이름을 멋지게 </a:t>
            </a:r>
            <a:r>
              <a:rPr lang="ko-KR" altLang="en-US" dirty="0" smtClean="0"/>
              <a:t>출력합시다</a:t>
            </a:r>
            <a:r>
              <a:rPr lang="en-US" altLang="ko-KR" dirty="0" smtClean="0"/>
              <a:t>.</a:t>
            </a:r>
          </a:p>
          <a:p>
            <a:pPr marL="400050" indent="-457200">
              <a:buFont typeface="+mj-lt"/>
              <a:buAutoNum type="arabicPeriod"/>
            </a:pPr>
            <a:r>
              <a:rPr lang="en-US" altLang="ko-KR" dirty="0" smtClean="0"/>
              <a:t>[</a:t>
            </a:r>
            <a:r>
              <a:rPr lang="ko-KR" altLang="en-US" dirty="0" smtClean="0"/>
              <a:t>추가 옵션</a:t>
            </a:r>
            <a:r>
              <a:rPr lang="en-US" altLang="ko-KR" dirty="0" smtClean="0"/>
              <a:t>] </a:t>
            </a:r>
            <a:r>
              <a:rPr lang="ko-KR" altLang="en-US" dirty="0" smtClean="0"/>
              <a:t>애니메이션을 만들어봅시다</a:t>
            </a:r>
            <a:r>
              <a:rPr lang="en-US" altLang="ko-KR" dirty="0" smtClean="0"/>
              <a:t>. </a:t>
            </a:r>
          </a:p>
          <a:p>
            <a:pPr marL="800100" lvl="1" indent="-457200"/>
            <a:r>
              <a:rPr lang="ko-KR" altLang="en-US" dirty="0" smtClean="0"/>
              <a:t>배경 변경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스마일 마크의 위치</a:t>
            </a:r>
            <a:r>
              <a:rPr lang="en-US" altLang="ko-KR" dirty="0"/>
              <a:t> </a:t>
            </a:r>
            <a:r>
              <a:rPr lang="ko-KR" altLang="en-US" dirty="0" smtClean="0"/>
              <a:t>변경</a:t>
            </a:r>
            <a:r>
              <a:rPr lang="en-US" altLang="ko-KR" dirty="0" smtClean="0"/>
              <a:t>, </a:t>
            </a:r>
            <a:r>
              <a:rPr lang="ko-KR" altLang="en-US" dirty="0" smtClean="0"/>
              <a:t>눈</a:t>
            </a:r>
            <a:r>
              <a:rPr lang="en-US" altLang="ko-KR" dirty="0" smtClean="0"/>
              <a:t>, </a:t>
            </a:r>
            <a:r>
              <a:rPr lang="ko-KR" altLang="en-US" dirty="0" smtClean="0"/>
              <a:t>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입의 애니메이션 등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25" y="3989686"/>
            <a:ext cx="3333750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5643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실습 후 주의사항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754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11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39806</TotalTime>
  <Words>126</Words>
  <Application>Microsoft Office PowerPoint</Application>
  <PresentationFormat>화면 슬라이드 쇼(4:3)</PresentationFormat>
  <Paragraphs>40</Paragraphs>
  <Slides>6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Executive</vt:lpstr>
      <vt:lpstr>실습 #10_3</vt:lpstr>
      <vt:lpstr>Practice #10_3</vt:lpstr>
      <vt:lpstr>Practice #10_3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1881</cp:revision>
  <cp:lastPrinted>2011-04-25T22:15:32Z</cp:lastPrinted>
  <dcterms:created xsi:type="dcterms:W3CDTF">2010-10-12T07:50:15Z</dcterms:created>
  <dcterms:modified xsi:type="dcterms:W3CDTF">2017-11-28T08:29:04Z</dcterms:modified>
</cp:coreProperties>
</file>