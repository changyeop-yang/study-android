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11"/>
  </p:notesMasterIdLst>
  <p:sldIdLst>
    <p:sldId id="424" r:id="rId2"/>
    <p:sldId id="422" r:id="rId3"/>
    <p:sldId id="427" r:id="rId4"/>
    <p:sldId id="419" r:id="rId5"/>
    <p:sldId id="428" r:id="rId6"/>
    <p:sldId id="425" r:id="rId7"/>
    <p:sldId id="426" r:id="rId8"/>
    <p:sldId id="429" r:id="rId9"/>
    <p:sldId id="294" r:id="rId10"/>
  </p:sldIdLst>
  <p:sldSz cx="9144000" cy="6858000" type="screen4x3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3224">
          <p15:clr>
            <a:srgbClr val="A4A3A4"/>
          </p15:clr>
        </p15:guide>
        <p15:guide id="2" pos="223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CBC"/>
    <a:srgbClr val="005BE2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19" autoAdjust="0"/>
    <p:restoredTop sz="78515" autoAdjust="0"/>
  </p:normalViewPr>
  <p:slideViewPr>
    <p:cSldViewPr snapToGrid="0">
      <p:cViewPr>
        <p:scale>
          <a:sx n="75" d="100"/>
          <a:sy n="75" d="100"/>
        </p:scale>
        <p:origin x="-2664" y="-9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120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/>
          <a:lstStyle>
            <a:lvl1pPr algn="r">
              <a:defRPr sz="1200"/>
            </a:lvl1pPr>
          </a:lstStyle>
          <a:p>
            <a:fld id="{F90D873F-EA2E-46B8-AF3A-207077BF9E2A}" type="datetimeFigureOut">
              <a:rPr lang="ko-KR" altLang="en-US" smtClean="0"/>
              <a:pPr/>
              <a:t>2017-10-10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9687" cy="3840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079" tIns="47540" rIns="95079" bIns="4754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861441"/>
            <a:ext cx="5683250" cy="4605575"/>
          </a:xfrm>
          <a:prstGeom prst="rect">
            <a:avLst/>
          </a:prstGeom>
        </p:spPr>
        <p:txBody>
          <a:bodyPr vert="horz" lIns="95079" tIns="47540" rIns="95079" bIns="47540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 anchor="b"/>
          <a:lstStyle>
            <a:lvl1pPr algn="r">
              <a:defRPr sz="1200"/>
            </a:lvl1pPr>
          </a:lstStyle>
          <a:p>
            <a:fld id="{56445C23-547F-4807-82A2-44CB516511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763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7696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59352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25409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8469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79800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5890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1D5F-33CD-4488-976B-F9464FD91753}" type="datetime1">
              <a:rPr lang="ko-KR" altLang="en-US" smtClean="0"/>
              <a:pPr/>
              <a:t>2017-10-10</a:t>
            </a:fld>
            <a:endParaRPr lang="ko-KR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A0C15-7F47-4547-995A-E06B8BD978BD}" type="datetime1">
              <a:rPr lang="ko-KR" altLang="en-US" smtClean="0"/>
              <a:pPr/>
              <a:t>2017-10-10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276DC-5F53-4EC5-9E0B-7C43E8461919}" type="datetime1">
              <a:rPr lang="ko-KR" altLang="en-US" smtClean="0"/>
              <a:pPr/>
              <a:t>2017-10-10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80812-1F40-45FD-82CF-F544E5564805}" type="datetime1">
              <a:rPr lang="ko-KR" altLang="en-US" smtClean="0"/>
              <a:pPr/>
              <a:t>2017-10-10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704-1777-4A4F-9646-122E7F100DB5}" type="datetime1">
              <a:rPr lang="ko-KR" altLang="en-US" smtClean="0"/>
              <a:pPr/>
              <a:t>2017-10-10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8956-45F5-40BA-9EC4-3972E0A2B8E3}" type="datetime1">
              <a:rPr lang="ko-KR" altLang="en-US" smtClean="0"/>
              <a:pPr/>
              <a:t>2017-10-10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DBBE-459F-47F7-AC25-C1520DCBA826}" type="datetime1">
              <a:rPr lang="ko-KR" altLang="en-US" smtClean="0"/>
              <a:pPr/>
              <a:t>2017-10-10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703F-420F-4C6E-A47B-DAAC0702168C}" type="datetime1">
              <a:rPr lang="ko-KR" altLang="en-US" smtClean="0"/>
              <a:pPr/>
              <a:t>2017-10-10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17E0-6ED8-49AC-8F3C-035789E329D3}" type="datetime1">
              <a:rPr lang="ko-KR" altLang="en-US" smtClean="0"/>
              <a:pPr/>
              <a:t>2017-10-10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6A579-5918-4B54-82E8-D4CEFF471756}" type="datetime1">
              <a:rPr lang="ko-KR" altLang="en-US" smtClean="0"/>
              <a:pPr/>
              <a:t>2017-10-10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9546-0714-4120-89FC-4148593C534F}" type="datetime1">
              <a:rPr lang="ko-KR" altLang="en-US" smtClean="0"/>
              <a:pPr/>
              <a:t>2017-10-10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altLang="ko-KR" dirty="0" smtClean="0"/>
              <a:t>Click to edit 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3B9C821C-F261-4C36-858D-913B97B2EFDC}" type="datetime1">
              <a:rPr lang="ko-KR" altLang="en-US" smtClean="0"/>
              <a:pPr/>
              <a:t>2017-10-10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27345" y="110416"/>
            <a:ext cx="2137143" cy="2780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Box 10"/>
          <p:cNvSpPr txBox="1"/>
          <p:nvPr userDrawn="1"/>
        </p:nvSpPr>
        <p:spPr>
          <a:xfrm>
            <a:off x="-3205" y="171313"/>
            <a:ext cx="1125180" cy="2590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ctr" defTabSz="914400" rtl="0" eaLnBrk="1" fontAlgn="auto" latinLnBrk="1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00" kern="1200" spc="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rPr>
              <a:t>COMP</a:t>
            </a:r>
            <a:r>
              <a:rPr lang="en-US" altLang="ko-KR" sz="1800" kern="1200" spc="0" dirty="0" smtClean="0">
                <a:solidFill>
                  <a:srgbClr val="FF0000"/>
                </a:solidFill>
                <a:latin typeface="Calibri" pitchFamily="34" charset="0"/>
                <a:ea typeface="+mn-ea"/>
                <a:cs typeface="Calibri" pitchFamily="34" charset="0"/>
              </a:rPr>
              <a:t>3</a:t>
            </a:r>
            <a:r>
              <a:rPr lang="en-US" altLang="ko-KR" sz="1800" kern="1200" spc="0" dirty="0" smtClean="0">
                <a:solidFill>
                  <a:schemeClr val="accent5"/>
                </a:solidFill>
                <a:latin typeface="Calibri" pitchFamily="34" charset="0"/>
                <a:ea typeface="+mn-ea"/>
                <a:cs typeface="Calibri" pitchFamily="34" charset="0"/>
              </a:rPr>
              <a:t>2</a:t>
            </a:r>
            <a:r>
              <a:rPr lang="en-US" altLang="ko-KR" sz="1800" kern="1200" spc="0" dirty="0" smtClean="0">
                <a:solidFill>
                  <a:srgbClr val="0066FF"/>
                </a:solidFill>
                <a:latin typeface="Calibri" pitchFamily="34" charset="0"/>
                <a:ea typeface="+mn-ea"/>
                <a:cs typeface="Calibri" pitchFamily="34" charset="0"/>
              </a:rPr>
              <a:t>8</a:t>
            </a:r>
            <a:endParaRPr lang="ko-KR" altLang="en-US" sz="1800" kern="1200" spc="0" dirty="0" smtClean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+mn-ea"/>
              <a:cs typeface="Calibri" pitchFamily="34" charset="0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949172" y="101474"/>
            <a:ext cx="1474704" cy="391812"/>
            <a:chOff x="983729" y="101774"/>
            <a:chExt cx="1474704" cy="391812"/>
          </a:xfrm>
        </p:grpSpPr>
        <p:sp>
          <p:nvSpPr>
            <p:cNvPr id="10" name="TextBox 9"/>
            <p:cNvSpPr txBox="1"/>
            <p:nvPr userDrawn="1"/>
          </p:nvSpPr>
          <p:spPr>
            <a:xfrm>
              <a:off x="983729" y="101774"/>
              <a:ext cx="1151277" cy="2714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M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obile </a:t>
              </a: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A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pp</a:t>
              </a:r>
              <a:endParaRPr lang="ko-KR" altLang="en-U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1053433" y="155032"/>
              <a:ext cx="14050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P</a:t>
              </a: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rogramming I</a:t>
              </a:r>
              <a:endParaRPr lang="ko-KR" altLang="en-US" sz="1600" dirty="0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Calibri" pitchFamily="34" charset="0"/>
          <a:ea typeface="+mj-ea"/>
          <a:cs typeface="Calibri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88840"/>
            <a:ext cx="7772400" cy="864096"/>
          </a:xfrm>
          <a:solidFill>
            <a:srgbClr val="004CBC"/>
          </a:solidFill>
        </p:spPr>
        <p:txBody>
          <a:bodyPr>
            <a:normAutofit/>
          </a:bodyPr>
          <a:lstStyle/>
          <a:p>
            <a:r>
              <a:rPr lang="ko-KR" altLang="en-US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실습 </a:t>
            </a:r>
            <a:r>
              <a:rPr lang="en-US" altLang="ko-KR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#7_1</a:t>
            </a:r>
            <a:endParaRPr lang="ko-KR" altLang="en-US" sz="4800" b="1" dirty="0"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pic>
        <p:nvPicPr>
          <p:cNvPr id="5122" name="Picture 2" descr="http://www.ddaily.co.kr/DATA/news/20110210/20110210140451__I6720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27" b="22179"/>
          <a:stretch/>
        </p:blipFill>
        <p:spPr bwMode="auto">
          <a:xfrm>
            <a:off x="2208089" y="3084845"/>
            <a:ext cx="4762500" cy="177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9614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Practice #7_1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App Prototype Implementation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3085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Practice </a:t>
            </a:r>
            <a:r>
              <a:rPr lang="en-US" altLang="ko-KR" dirty="0" smtClean="0"/>
              <a:t>#7_1</a:t>
            </a:r>
            <a:endParaRPr lang="ko-KR" altLang="en-US" dirty="0"/>
          </a:p>
        </p:txBody>
      </p:sp>
      <p:sp>
        <p:nvSpPr>
          <p:cNvPr id="10" name="내용 개체 틀 3"/>
          <p:cNvSpPr txBox="1">
            <a:spLocks/>
          </p:cNvSpPr>
          <p:nvPr/>
        </p:nvSpPr>
        <p:spPr>
          <a:xfrm>
            <a:off x="4800600" y="1531563"/>
            <a:ext cx="4343400" cy="4986466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옆의 예제를 완성하여 제출</a:t>
            </a:r>
            <a:endParaRPr lang="en-US" altLang="ko-KR" dirty="0"/>
          </a:p>
          <a:p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내부 기능은 무시하여도 됨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Tabbed Activity</a:t>
            </a:r>
            <a:r>
              <a:rPr lang="ko-KR" altLang="en-US" dirty="0"/>
              <a:t>로 </a:t>
            </a:r>
            <a:r>
              <a:rPr lang="en-US" altLang="ko-KR" dirty="0" err="1"/>
              <a:t>mainActivity</a:t>
            </a:r>
            <a:r>
              <a:rPr lang="en-US" altLang="ko-KR" dirty="0"/>
              <a:t> </a:t>
            </a:r>
            <a:r>
              <a:rPr lang="ko-KR" altLang="en-US" dirty="0"/>
              <a:t>생성</a:t>
            </a:r>
            <a:endParaRPr lang="en-US" altLang="ko-KR" dirty="0"/>
          </a:p>
          <a:p>
            <a:r>
              <a:rPr lang="en-US" altLang="ko-KR" dirty="0"/>
              <a:t>4</a:t>
            </a:r>
            <a:r>
              <a:rPr lang="ko-KR" altLang="en-US" dirty="0"/>
              <a:t>개의 </a:t>
            </a:r>
            <a:r>
              <a:rPr lang="en-US" altLang="ko-KR" dirty="0"/>
              <a:t>Blank Fragment </a:t>
            </a:r>
            <a:r>
              <a:rPr lang="ko-KR" altLang="en-US" dirty="0"/>
              <a:t>생성</a:t>
            </a:r>
            <a:endParaRPr lang="en-US" altLang="ko-KR" dirty="0"/>
          </a:p>
          <a:p>
            <a:r>
              <a:rPr lang="en-US" altLang="ko-KR" dirty="0" err="1"/>
              <a:t>mainActivity</a:t>
            </a:r>
            <a:r>
              <a:rPr lang="ko-KR" altLang="en-US" dirty="0"/>
              <a:t>와 </a:t>
            </a:r>
            <a:r>
              <a:rPr lang="en-US" altLang="ko-KR" dirty="0"/>
              <a:t>Fragment </a:t>
            </a:r>
            <a:r>
              <a:rPr lang="ko-KR" altLang="en-US" dirty="0"/>
              <a:t>연결</a:t>
            </a:r>
            <a:endParaRPr lang="en-US" altLang="ko-KR" dirty="0"/>
          </a:p>
          <a:p>
            <a:r>
              <a:rPr lang="ko-KR" altLang="en-US" dirty="0" err="1"/>
              <a:t>첫번째</a:t>
            </a:r>
            <a:r>
              <a:rPr lang="ko-KR" altLang="en-US" dirty="0"/>
              <a:t> </a:t>
            </a:r>
            <a:r>
              <a:rPr lang="en-US" altLang="ko-KR" dirty="0"/>
              <a:t>Fragment</a:t>
            </a:r>
            <a:r>
              <a:rPr lang="ko-KR" altLang="en-US" dirty="0"/>
              <a:t>에 </a:t>
            </a:r>
            <a:r>
              <a:rPr lang="en-US" altLang="ko-KR" dirty="0" err="1"/>
              <a:t>listview</a:t>
            </a:r>
            <a:r>
              <a:rPr lang="en-US" altLang="ko-KR" dirty="0"/>
              <a:t> </a:t>
            </a:r>
            <a:r>
              <a:rPr lang="ko-KR" altLang="en-US" dirty="0"/>
              <a:t>생성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상단에 </a:t>
            </a:r>
            <a:r>
              <a:rPr lang="en-US" altLang="ko-KR" dirty="0" err="1"/>
              <a:t>EditText</a:t>
            </a:r>
            <a:r>
              <a:rPr lang="en-US" altLang="ko-KR" dirty="0"/>
              <a:t> </a:t>
            </a:r>
            <a:r>
              <a:rPr lang="ko-KR" altLang="en-US" dirty="0"/>
              <a:t>생성</a:t>
            </a:r>
            <a:endParaRPr lang="en-US" altLang="ko-KR" dirty="0"/>
          </a:p>
          <a:p>
            <a:r>
              <a:rPr lang="ko-KR" altLang="en-US" dirty="0"/>
              <a:t>광고가 표시된 </a:t>
            </a:r>
            <a:r>
              <a:rPr lang="en-US" altLang="ko-KR" dirty="0" err="1"/>
              <a:t>ImageView</a:t>
            </a:r>
            <a:r>
              <a:rPr lang="en-US" altLang="ko-KR" dirty="0"/>
              <a:t> </a:t>
            </a:r>
            <a:r>
              <a:rPr lang="ko-KR" altLang="en-US" dirty="0"/>
              <a:t>생성</a:t>
            </a:r>
            <a:endParaRPr lang="en-US" altLang="ko-KR" dirty="0"/>
          </a:p>
          <a:p>
            <a:r>
              <a:rPr lang="en-US" altLang="ko-KR" dirty="0"/>
              <a:t>Tab</a:t>
            </a:r>
            <a:r>
              <a:rPr lang="ko-KR" altLang="en-US" dirty="0"/>
              <a:t>이 </a:t>
            </a:r>
            <a:r>
              <a:rPr lang="ko-KR" altLang="en-US" dirty="0" err="1"/>
              <a:t>최하단에</a:t>
            </a:r>
            <a:r>
              <a:rPr lang="ko-KR" altLang="en-US" dirty="0"/>
              <a:t> 위치하도록 생성</a:t>
            </a:r>
            <a:endParaRPr lang="en-US" altLang="ko-KR" dirty="0"/>
          </a:p>
          <a:p>
            <a:r>
              <a:rPr lang="en-US" altLang="ko-KR" dirty="0"/>
              <a:t>Setting </a:t>
            </a:r>
            <a:r>
              <a:rPr lang="ko-KR" altLang="en-US" dirty="0"/>
              <a:t>수정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Tab image</a:t>
            </a:r>
            <a:r>
              <a:rPr lang="ko-KR" altLang="en-US" dirty="0"/>
              <a:t>는 선택사항</a:t>
            </a:r>
            <a:endParaRPr lang="en-US" altLang="ko-KR" dirty="0" smtClean="0"/>
          </a:p>
          <a:p>
            <a:pPr marL="0" indent="0" algn="just">
              <a:buNone/>
            </a:pPr>
            <a:endParaRPr lang="en-US" altLang="ko-KR" dirty="0"/>
          </a:p>
          <a:p>
            <a:pPr marL="0" indent="0" algn="just">
              <a:buNone/>
            </a:pPr>
            <a:endParaRPr lang="en-US" altLang="ko-KR" dirty="0" smtClean="0"/>
          </a:p>
          <a:p>
            <a:pPr marL="0" indent="0" algn="just">
              <a:buNone/>
            </a:pPr>
            <a:endParaRPr lang="en-US" altLang="ko-KR" dirty="0" smtClean="0"/>
          </a:p>
          <a:p>
            <a:pPr marL="0" indent="0" algn="just">
              <a:buNone/>
            </a:pPr>
            <a:endParaRPr lang="en-US" altLang="ko-KR" dirty="0"/>
          </a:p>
          <a:p>
            <a:pPr marL="0" indent="0" algn="just">
              <a:buNone/>
            </a:pPr>
            <a:endParaRPr lang="en-US" altLang="ko-KR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880" y="1402283"/>
            <a:ext cx="2938298" cy="4671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630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Practice </a:t>
            </a:r>
            <a:r>
              <a:rPr lang="en-US" altLang="ko-KR" dirty="0" smtClean="0"/>
              <a:t>#7_1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880" y="1402283"/>
            <a:ext cx="2938298" cy="4671738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797269" y="2879834"/>
            <a:ext cx="1912883" cy="1828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797269" y="2564524"/>
            <a:ext cx="1912883" cy="3153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1797269" y="4708634"/>
            <a:ext cx="1912883" cy="3153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1797269" y="5065506"/>
            <a:ext cx="1912883" cy="3153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52481" y="2564524"/>
            <a:ext cx="1038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>
                <a:solidFill>
                  <a:srgbClr val="FF0000"/>
                </a:solidFill>
              </a:rPr>
              <a:t>EditText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-82971" y="3553486"/>
            <a:ext cx="15183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dirty="0" smtClean="0">
                <a:solidFill>
                  <a:srgbClr val="FF0000"/>
                </a:solidFill>
              </a:rPr>
              <a:t>Fragment1</a:t>
            </a:r>
            <a:r>
              <a:rPr lang="ko-KR" altLang="en-US" dirty="0" smtClean="0">
                <a:solidFill>
                  <a:srgbClr val="FF0000"/>
                </a:solidFill>
              </a:rPr>
              <a:t>의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algn="r"/>
            <a:r>
              <a:rPr lang="en-US" altLang="ko-KR" dirty="0" err="1" smtClean="0">
                <a:solidFill>
                  <a:srgbClr val="FF0000"/>
                </a:solidFill>
              </a:rPr>
              <a:t>ListView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4692441"/>
            <a:ext cx="135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dirty="0" err="1" smtClean="0">
                <a:solidFill>
                  <a:srgbClr val="FF0000"/>
                </a:solidFill>
              </a:rPr>
              <a:t>ImageView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57806" y="5038495"/>
            <a:ext cx="550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dirty="0" smtClean="0">
                <a:solidFill>
                  <a:srgbClr val="FF0000"/>
                </a:solidFill>
              </a:rPr>
              <a:t>Tab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-52322" y="2195192"/>
            <a:ext cx="1423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>
                <a:solidFill>
                  <a:srgbClr val="FF0000"/>
                </a:solidFill>
              </a:rPr>
              <a:t>Menu_main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797269" y="2228193"/>
            <a:ext cx="1912883" cy="3153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내용 개체 틀 3"/>
          <p:cNvSpPr txBox="1">
            <a:spLocks/>
          </p:cNvSpPr>
          <p:nvPr/>
        </p:nvSpPr>
        <p:spPr>
          <a:xfrm>
            <a:off x="4800600" y="1531563"/>
            <a:ext cx="4343400" cy="4986466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옆의 </a:t>
            </a:r>
            <a:r>
              <a:rPr lang="ko-KR" altLang="en-US" dirty="0"/>
              <a:t>예제를 완성하여 제출</a:t>
            </a:r>
            <a:endParaRPr lang="en-US" altLang="ko-KR" dirty="0"/>
          </a:p>
          <a:p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내부 기능은 무시하여도 됨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Tabbed Activity</a:t>
            </a:r>
            <a:r>
              <a:rPr lang="ko-KR" altLang="en-US" dirty="0"/>
              <a:t>로 </a:t>
            </a:r>
            <a:r>
              <a:rPr lang="en-US" altLang="ko-KR" dirty="0" err="1"/>
              <a:t>mainActivity</a:t>
            </a:r>
            <a:r>
              <a:rPr lang="en-US" altLang="ko-KR" dirty="0"/>
              <a:t> </a:t>
            </a:r>
            <a:r>
              <a:rPr lang="ko-KR" altLang="en-US" dirty="0"/>
              <a:t>생성</a:t>
            </a:r>
            <a:endParaRPr lang="en-US" altLang="ko-KR" dirty="0"/>
          </a:p>
          <a:p>
            <a:r>
              <a:rPr lang="en-US" altLang="ko-KR" dirty="0"/>
              <a:t>4</a:t>
            </a:r>
            <a:r>
              <a:rPr lang="ko-KR" altLang="en-US" dirty="0"/>
              <a:t>개의 </a:t>
            </a:r>
            <a:r>
              <a:rPr lang="en-US" altLang="ko-KR" dirty="0"/>
              <a:t>Blank Fragment </a:t>
            </a:r>
            <a:r>
              <a:rPr lang="ko-KR" altLang="en-US" dirty="0"/>
              <a:t>생성</a:t>
            </a:r>
            <a:endParaRPr lang="en-US" altLang="ko-KR" dirty="0"/>
          </a:p>
          <a:p>
            <a:r>
              <a:rPr lang="en-US" altLang="ko-KR" dirty="0" err="1"/>
              <a:t>mainActivity</a:t>
            </a:r>
            <a:r>
              <a:rPr lang="ko-KR" altLang="en-US" dirty="0"/>
              <a:t>와 </a:t>
            </a:r>
            <a:r>
              <a:rPr lang="en-US" altLang="ko-KR" dirty="0"/>
              <a:t>Fragment </a:t>
            </a:r>
            <a:r>
              <a:rPr lang="ko-KR" altLang="en-US" dirty="0"/>
              <a:t>연결</a:t>
            </a:r>
            <a:endParaRPr lang="en-US" altLang="ko-KR" dirty="0"/>
          </a:p>
          <a:p>
            <a:r>
              <a:rPr lang="ko-KR" altLang="en-US" dirty="0" err="1"/>
              <a:t>첫번째</a:t>
            </a:r>
            <a:r>
              <a:rPr lang="ko-KR" altLang="en-US" dirty="0"/>
              <a:t> </a:t>
            </a:r>
            <a:r>
              <a:rPr lang="en-US" altLang="ko-KR" dirty="0"/>
              <a:t>Fragment</a:t>
            </a:r>
            <a:r>
              <a:rPr lang="ko-KR" altLang="en-US" dirty="0"/>
              <a:t>에 </a:t>
            </a:r>
            <a:r>
              <a:rPr lang="en-US" altLang="ko-KR" dirty="0" err="1"/>
              <a:t>listview</a:t>
            </a:r>
            <a:r>
              <a:rPr lang="en-US" altLang="ko-KR" dirty="0"/>
              <a:t> </a:t>
            </a:r>
            <a:r>
              <a:rPr lang="ko-KR" altLang="en-US" dirty="0"/>
              <a:t>생성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상단에 </a:t>
            </a:r>
            <a:r>
              <a:rPr lang="en-US" altLang="ko-KR" dirty="0" err="1"/>
              <a:t>EditText</a:t>
            </a:r>
            <a:r>
              <a:rPr lang="en-US" altLang="ko-KR" dirty="0"/>
              <a:t> </a:t>
            </a:r>
            <a:r>
              <a:rPr lang="ko-KR" altLang="en-US" dirty="0"/>
              <a:t>생성</a:t>
            </a:r>
            <a:endParaRPr lang="en-US" altLang="ko-KR" dirty="0"/>
          </a:p>
          <a:p>
            <a:r>
              <a:rPr lang="ko-KR" altLang="en-US" dirty="0"/>
              <a:t>광고가 표시된 </a:t>
            </a:r>
            <a:r>
              <a:rPr lang="en-US" altLang="ko-KR" dirty="0" err="1"/>
              <a:t>ImageView</a:t>
            </a:r>
            <a:r>
              <a:rPr lang="en-US" altLang="ko-KR" dirty="0"/>
              <a:t> </a:t>
            </a:r>
            <a:r>
              <a:rPr lang="ko-KR" altLang="en-US" dirty="0"/>
              <a:t>생성</a:t>
            </a:r>
            <a:endParaRPr lang="en-US" altLang="ko-KR" dirty="0"/>
          </a:p>
          <a:p>
            <a:r>
              <a:rPr lang="en-US" altLang="ko-KR" dirty="0"/>
              <a:t>Tab</a:t>
            </a:r>
            <a:r>
              <a:rPr lang="ko-KR" altLang="en-US" dirty="0"/>
              <a:t>이 </a:t>
            </a:r>
            <a:r>
              <a:rPr lang="ko-KR" altLang="en-US" dirty="0" err="1"/>
              <a:t>최하단에</a:t>
            </a:r>
            <a:r>
              <a:rPr lang="ko-KR" altLang="en-US" dirty="0"/>
              <a:t> 위치하도록 생성</a:t>
            </a:r>
            <a:endParaRPr lang="en-US" altLang="ko-KR" dirty="0"/>
          </a:p>
          <a:p>
            <a:r>
              <a:rPr lang="en-US" altLang="ko-KR" dirty="0"/>
              <a:t>Setting </a:t>
            </a:r>
            <a:r>
              <a:rPr lang="ko-KR" altLang="en-US" dirty="0"/>
              <a:t>수정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Tab image</a:t>
            </a:r>
            <a:r>
              <a:rPr lang="ko-KR" altLang="en-US" dirty="0"/>
              <a:t>는 </a:t>
            </a:r>
            <a:r>
              <a:rPr lang="ko-KR" altLang="en-US" dirty="0" smtClean="0"/>
              <a:t>선택사항</a:t>
            </a:r>
            <a:endParaRPr lang="en-US" altLang="ko-KR" sz="2000" dirty="0"/>
          </a:p>
          <a:p>
            <a:pPr marL="0" indent="0" algn="just">
              <a:buNone/>
            </a:pPr>
            <a:endParaRPr lang="en-US" altLang="ko-KR" dirty="0" smtClean="0"/>
          </a:p>
          <a:p>
            <a:pPr marL="0" indent="0" algn="just">
              <a:buNone/>
            </a:pPr>
            <a:endParaRPr lang="en-US" altLang="ko-KR" dirty="0"/>
          </a:p>
          <a:p>
            <a:pPr marL="0" indent="0" algn="just">
              <a:buNone/>
            </a:pPr>
            <a:endParaRPr lang="en-US" altLang="ko-KR" dirty="0" smtClean="0"/>
          </a:p>
          <a:p>
            <a:pPr marL="0" indent="0" algn="just">
              <a:buNone/>
            </a:pPr>
            <a:endParaRPr lang="en-US" altLang="ko-KR" dirty="0" smtClean="0"/>
          </a:p>
          <a:p>
            <a:pPr marL="0" indent="0" algn="just">
              <a:buNone/>
            </a:pPr>
            <a:endParaRPr lang="en-US" altLang="ko-KR" dirty="0"/>
          </a:p>
          <a:p>
            <a:pPr marL="0" indent="0" algn="just">
              <a:buNone/>
            </a:pP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740742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Practice </a:t>
            </a:r>
            <a:r>
              <a:rPr lang="en-US" altLang="ko-KR" dirty="0" smtClean="0"/>
              <a:t>#7_2</a:t>
            </a:r>
            <a:endParaRPr lang="ko-KR" altLang="en-US" dirty="0"/>
          </a:p>
        </p:txBody>
      </p:sp>
      <p:sp>
        <p:nvSpPr>
          <p:cNvPr id="10" name="내용 개체 틀 3"/>
          <p:cNvSpPr txBox="1">
            <a:spLocks/>
          </p:cNvSpPr>
          <p:nvPr/>
        </p:nvSpPr>
        <p:spPr>
          <a:xfrm>
            <a:off x="4800600" y="1531563"/>
            <a:ext cx="4343400" cy="498646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en-US" altLang="ko-KR" dirty="0" smtClean="0"/>
              <a:t>#7_1</a:t>
            </a:r>
            <a:r>
              <a:rPr lang="ko-KR" altLang="en-US" dirty="0" smtClean="0"/>
              <a:t>의 내용을 참조하여</a:t>
            </a:r>
            <a:r>
              <a:rPr lang="en-US" altLang="ko-KR" dirty="0" smtClean="0"/>
              <a:t> </a:t>
            </a:r>
            <a:r>
              <a:rPr lang="ko-KR" altLang="en-US" dirty="0" smtClean="0"/>
              <a:t>해당 화면 구현에 필요한 내용을 분석 및 </a:t>
            </a:r>
            <a:r>
              <a:rPr lang="ko-KR" altLang="en-US" dirty="0" smtClean="0">
                <a:solidFill>
                  <a:srgbClr val="FF0000"/>
                </a:solidFill>
              </a:rPr>
              <a:t>보고서로 작성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endParaRPr lang="en-US" altLang="ko-KR" dirty="0" smtClean="0">
              <a:solidFill>
                <a:srgbClr val="FF0000"/>
              </a:solidFill>
            </a:endParaRPr>
          </a:p>
          <a:p>
            <a:r>
              <a:rPr lang="en-US" altLang="ko-KR" dirty="0" smtClean="0">
                <a:solidFill>
                  <a:srgbClr val="FF0000"/>
                </a:solidFill>
              </a:rPr>
              <a:t>3</a:t>
            </a:r>
            <a:r>
              <a:rPr lang="ko-KR" altLang="en-US" dirty="0" smtClean="0">
                <a:solidFill>
                  <a:srgbClr val="FF0000"/>
                </a:solidFill>
              </a:rPr>
              <a:t>번째 탭의 내용을 완성</a:t>
            </a:r>
            <a:r>
              <a:rPr lang="ko-KR" altLang="en-US" dirty="0" smtClean="0"/>
              <a:t>하고 기존 </a:t>
            </a:r>
            <a:r>
              <a:rPr lang="ko-KR" altLang="en-US" dirty="0" err="1" smtClean="0"/>
              <a:t>앱의</a:t>
            </a:r>
            <a:r>
              <a:rPr lang="ko-KR" altLang="en-US" dirty="0" smtClean="0"/>
              <a:t> 실행화면과 비교된 결과를 제출</a:t>
            </a:r>
            <a:endParaRPr lang="en-US" altLang="ko-KR" dirty="0" smtClean="0"/>
          </a:p>
          <a:p>
            <a:pPr marL="0" indent="0" algn="just">
              <a:buNone/>
            </a:pPr>
            <a:endParaRPr lang="en-US" altLang="ko-KR" dirty="0" smtClean="0"/>
          </a:p>
          <a:p>
            <a:pPr marL="0" indent="0" algn="just">
              <a:buNone/>
            </a:pPr>
            <a:endParaRPr lang="en-US" altLang="ko-KR" dirty="0"/>
          </a:p>
          <a:p>
            <a:pPr marL="0" indent="0" algn="just">
              <a:buNone/>
            </a:pPr>
            <a:endParaRPr lang="en-US" altLang="ko-KR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880" y="1402283"/>
            <a:ext cx="2938298" cy="4671738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2797629" y="5065506"/>
            <a:ext cx="504371" cy="3153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6408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 후 주의사항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 smtClean="0"/>
          </a:p>
          <a:p>
            <a:r>
              <a:rPr lang="ko-KR" altLang="en-US" dirty="0" smtClean="0"/>
              <a:t>실습을 완료하고 </a:t>
            </a:r>
            <a:r>
              <a:rPr lang="en-US" altLang="ko-KR" dirty="0" err="1" smtClean="0"/>
              <a:t>Bitbucket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Push</a:t>
            </a:r>
          </a:p>
          <a:p>
            <a:endParaRPr lang="en-US" altLang="ko-KR" dirty="0"/>
          </a:p>
          <a:p>
            <a:r>
              <a:rPr lang="en-US" altLang="ko-KR" dirty="0" err="1" smtClean="0"/>
              <a:t>Bitbucket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Push </a:t>
            </a:r>
            <a:r>
              <a:rPr lang="ko-KR" altLang="en-US" dirty="0" smtClean="0"/>
              <a:t>완료하면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b="1" u="sng" dirty="0" smtClean="0">
                <a:solidFill>
                  <a:srgbClr val="FF0000"/>
                </a:solidFill>
              </a:rPr>
              <a:t>반드시 자리에서 프로젝트 파일 및 </a:t>
            </a:r>
            <a:r>
              <a:rPr lang="ko-KR" altLang="en-US" b="1" u="sng" dirty="0" err="1" smtClean="0">
                <a:solidFill>
                  <a:srgbClr val="FF0000"/>
                </a:solidFill>
              </a:rPr>
              <a:t>캡쳐화면</a:t>
            </a:r>
            <a:r>
              <a:rPr lang="ko-KR" altLang="en-US" b="1" u="sng" dirty="0" smtClean="0">
                <a:solidFill>
                  <a:srgbClr val="FF0000"/>
                </a:solidFill>
              </a:rPr>
              <a:t> 삭제</a:t>
            </a:r>
            <a:endParaRPr lang="en-US" altLang="ko-KR" b="1" u="sng" dirty="0" smtClean="0">
              <a:solidFill>
                <a:srgbClr val="FF0000"/>
              </a:solidFill>
            </a:endParaRPr>
          </a:p>
          <a:p>
            <a:endParaRPr lang="en-US" altLang="ko-KR" b="1" u="sng" dirty="0">
              <a:solidFill>
                <a:srgbClr val="FF0000"/>
              </a:solidFill>
            </a:endParaRPr>
          </a:p>
          <a:p>
            <a:r>
              <a:rPr lang="ko-KR" altLang="en-US" b="1" u="sng" dirty="0" smtClean="0">
                <a:solidFill>
                  <a:srgbClr val="FF0000"/>
                </a:solidFill>
              </a:rPr>
              <a:t>에뮬레이터 내의 애플리케이션도 삭제</a:t>
            </a:r>
            <a:endParaRPr lang="en-US" altLang="ko-KR" b="1" u="sng" dirty="0" smtClean="0">
              <a:solidFill>
                <a:srgbClr val="FF0000"/>
              </a:solidFill>
            </a:endParaRPr>
          </a:p>
          <a:p>
            <a:endParaRPr lang="en-US" altLang="ko-KR" dirty="0" smtClean="0"/>
          </a:p>
          <a:p>
            <a:r>
              <a:rPr lang="ko-KR" altLang="en-US" dirty="0" smtClean="0"/>
              <a:t>파일이 남아 있을 경우 감점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5752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제출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제출형식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주어진 보고서 형식에 맞춰서 보고서 작성 후 제</a:t>
            </a:r>
            <a:r>
              <a:rPr lang="ko-KR" altLang="en-US" dirty="0"/>
              <a:t>출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7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9991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보고서 양식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8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12" y="1470975"/>
            <a:ext cx="8105775" cy="44672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95741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9</a:t>
            </a:fld>
            <a:endParaRPr lang="ko-KR" altLang="en-US"/>
          </a:p>
        </p:txBody>
      </p:sp>
      <p:pic>
        <p:nvPicPr>
          <p:cNvPr id="6146" name="Picture 2" descr="http://www.smartnbiz.co.kr/biz/userfiles/2011/2011-01-27/1292946066_android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189" y="651914"/>
            <a:ext cx="6832878" cy="563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3824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34904</TotalTime>
  <Words>182</Words>
  <Application>Microsoft Office PowerPoint</Application>
  <PresentationFormat>화면 슬라이드 쇼(4:3)</PresentationFormat>
  <Paragraphs>78</Paragraphs>
  <Slides>9</Slides>
  <Notes>6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0" baseType="lpstr">
      <vt:lpstr>Executive</vt:lpstr>
      <vt:lpstr>실습 #7_1</vt:lpstr>
      <vt:lpstr>Practice #7_1</vt:lpstr>
      <vt:lpstr>Practice #7_1</vt:lpstr>
      <vt:lpstr>Practice #7_1</vt:lpstr>
      <vt:lpstr>Practice #7_2</vt:lpstr>
      <vt:lpstr>실습 후 주의사항</vt:lpstr>
      <vt:lpstr>제출</vt:lpstr>
      <vt:lpstr>보고서 양식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Sketching and Composing Widget for 3D Manipulation</dc:title>
  <dc:creator>Seonho</dc:creator>
  <cp:lastModifiedBy>OWNER</cp:lastModifiedBy>
  <cp:revision>2010</cp:revision>
  <cp:lastPrinted>2011-04-04T23:52:48Z</cp:lastPrinted>
  <dcterms:created xsi:type="dcterms:W3CDTF">2010-10-12T07:50:15Z</dcterms:created>
  <dcterms:modified xsi:type="dcterms:W3CDTF">2017-10-10T04:25:43Z</dcterms:modified>
</cp:coreProperties>
</file>