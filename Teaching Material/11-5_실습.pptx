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"/>
  </p:notesMasterIdLst>
  <p:sldIdLst>
    <p:sldId id="256" r:id="rId2"/>
    <p:sldId id="346" r:id="rId3"/>
    <p:sldId id="347" r:id="rId4"/>
    <p:sldId id="348" r:id="rId5"/>
    <p:sldId id="349" r:id="rId6"/>
    <p:sldId id="294" r:id="rId7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orient="horz" pos="3224"/>
        <p:guide pos="214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에뮬러이터로만 실행하면 </a:t>
            </a:r>
            <a:r>
              <a:rPr lang="en-US" altLang="ko-KR" dirty="0" smtClean="0"/>
              <a:t>11_3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x,</a:t>
            </a:r>
            <a:r>
              <a:rPr lang="en-US" altLang="ko-KR" baseline="0" dirty="0" smtClean="0"/>
              <a:t> y, z </a:t>
            </a:r>
            <a:r>
              <a:rPr lang="en-US" altLang="ko-KR" baseline="0" dirty="0" smtClean="0">
                <a:sym typeface="Wingdings" panose="05000000000000000000" pitchFamily="2" charset="2"/>
              </a:rPr>
              <a:t> 0 or </a:t>
            </a:r>
            <a:r>
              <a:rPr lang="ko-KR" altLang="en-US" baseline="0" dirty="0" smtClean="0">
                <a:sym typeface="Wingdings" panose="05000000000000000000" pitchFamily="2" charset="2"/>
              </a:rPr>
              <a:t>미출력 의 결과만 나온다</a:t>
            </a:r>
            <a:r>
              <a:rPr lang="en-US" altLang="ko-KR" baseline="0" smtClean="0">
                <a:sym typeface="Wingdings" panose="05000000000000000000" pitchFamily="2" charset="2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97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왼쪽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실제로 안드로이드 기기</a:t>
            </a:r>
            <a:r>
              <a:rPr lang="en-US" altLang="ko-KR" dirty="0" smtClean="0"/>
              <a:t>(Phone)</a:t>
            </a:r>
            <a:r>
              <a:rPr lang="ko-KR" altLang="en-US" dirty="0" smtClean="0"/>
              <a:t>를 연결하여 테스트 한 결과 </a:t>
            </a:r>
            <a:r>
              <a:rPr lang="en-US" altLang="ko-KR" dirty="0" smtClean="0"/>
              <a:t>(15</a:t>
            </a:r>
            <a:r>
              <a:rPr lang="ko-KR" altLang="en-US" dirty="0" smtClean="0"/>
              <a:t>년 자료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오른쪽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에뮬로이터 결과값 </a:t>
            </a:r>
            <a:r>
              <a:rPr lang="en-US" altLang="ko-KR" dirty="0" smtClean="0"/>
              <a:t>(16</a:t>
            </a:r>
            <a:r>
              <a:rPr lang="ko-KR" altLang="en-US" dirty="0" smtClean="0"/>
              <a:t>년 자료</a:t>
            </a:r>
            <a:r>
              <a:rPr lang="en-US" altLang="ko-KR" dirty="0" smtClean="0"/>
              <a:t>) -&gt; </a:t>
            </a:r>
            <a:r>
              <a:rPr lang="ko-KR" altLang="en-US" dirty="0" smtClean="0"/>
              <a:t>삭제함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01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#11_4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Practice 11_4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5540" y="1347496"/>
            <a:ext cx="7449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smtClean="0">
                <a:solidFill>
                  <a:prstClr val="black"/>
                </a:solidFill>
              </a:rPr>
              <a:t>Sensor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예제로 본인 </a:t>
            </a:r>
            <a:r>
              <a:rPr lang="ko-KR" altLang="en-US" sz="2000" b="1" dirty="0" err="1" smtClean="0">
                <a:solidFill>
                  <a:prstClr val="black"/>
                </a:solidFill>
              </a:rPr>
              <a:t>폰에서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 작동하는 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Sensor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들을 확인하고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r>
              <a:rPr lang="en-US" altLang="ko-KR" sz="2000" b="1" dirty="0" smtClean="0">
                <a:solidFill>
                  <a:prstClr val="black"/>
                </a:solidFill>
              </a:rPr>
              <a:t>     </a:t>
            </a:r>
            <a:r>
              <a:rPr lang="en-US" altLang="ko-KR" sz="2000" b="1" dirty="0" err="1" smtClean="0">
                <a:solidFill>
                  <a:prstClr val="black"/>
                </a:solidFill>
              </a:rPr>
              <a:t>SensorListenter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에 작동하는 센서 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2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가지 추가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.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 </a:t>
            </a:r>
            <a:endParaRPr lang="en-US" altLang="ko-KR" sz="2000" b="1" dirty="0" smtClean="0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47" b="25199"/>
          <a:stretch/>
        </p:blipFill>
        <p:spPr>
          <a:xfrm>
            <a:off x="1544934" y="2186284"/>
            <a:ext cx="6054132" cy="406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11_5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44071" y="1219200"/>
            <a:ext cx="7664824" cy="5532474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만보계</a:t>
            </a:r>
            <a:r>
              <a:rPr lang="ko-KR" altLang="en-US" dirty="0" smtClean="0"/>
              <a:t> 예제를 이용하여 본인의 </a:t>
            </a:r>
            <a:r>
              <a:rPr lang="ko-KR" altLang="en-US" dirty="0" err="1" smtClean="0"/>
              <a:t>만보계를</a:t>
            </a:r>
            <a:r>
              <a:rPr lang="ko-KR" altLang="en-US" dirty="0" smtClean="0"/>
              <a:t> 완성해보자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027" y="1951347"/>
            <a:ext cx="3534964" cy="22093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454" y="4202238"/>
            <a:ext cx="3534963" cy="22093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59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5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33774</TotalTime>
  <Words>143</Words>
  <Application>Microsoft Office PowerPoint</Application>
  <PresentationFormat>화면 슬라이드 쇼(4:3)</PresentationFormat>
  <Paragraphs>38</Paragraphs>
  <Slides>6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Executive</vt:lpstr>
      <vt:lpstr>실습 #11_4</vt:lpstr>
      <vt:lpstr>Practice 11_4</vt:lpstr>
      <vt:lpstr>Practice 11_5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1796</cp:revision>
  <cp:lastPrinted>2015-10-12T13:11:35Z</cp:lastPrinted>
  <dcterms:created xsi:type="dcterms:W3CDTF">2010-10-12T07:50:15Z</dcterms:created>
  <dcterms:modified xsi:type="dcterms:W3CDTF">2017-11-28T08:29:43Z</dcterms:modified>
</cp:coreProperties>
</file>