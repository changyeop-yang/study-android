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0"/>
  </p:notesMasterIdLst>
  <p:sldIdLst>
    <p:sldId id="256" r:id="rId2"/>
    <p:sldId id="338" r:id="rId3"/>
    <p:sldId id="340" r:id="rId4"/>
    <p:sldId id="339" r:id="rId5"/>
    <p:sldId id="341" r:id="rId6"/>
    <p:sldId id="342" r:id="rId7"/>
    <p:sldId id="334" r:id="rId8"/>
    <p:sldId id="294" r:id="rId9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>
        <p:scale>
          <a:sx n="96" d="100"/>
          <a:sy n="96" d="100"/>
        </p:scale>
        <p:origin x="-206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087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457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가로모드일 경우 </a:t>
            </a:r>
            <a:r>
              <a:rPr lang="en-US" altLang="ko-KR" dirty="0" err="1" smtClean="0"/>
              <a:t>definition_fragment</a:t>
            </a:r>
            <a:r>
              <a:rPr lang="ko-KR" altLang="en-US" dirty="0" smtClean="0"/>
              <a:t>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존재하기 때문에 </a:t>
            </a:r>
            <a:r>
              <a:rPr lang="en-US" altLang="ko-KR" dirty="0" err="1" smtClean="0"/>
              <a:t>defFrag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null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 아니고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세로모드일 경우 </a:t>
            </a:r>
            <a:r>
              <a:rPr lang="en-US" altLang="ko-KR" baseline="0" dirty="0" err="1" smtClean="0"/>
              <a:t>definition_fragment</a:t>
            </a:r>
            <a:r>
              <a:rPr lang="ko-KR" altLang="en-US" baseline="0" dirty="0" smtClean="0"/>
              <a:t>가 존재하지 않기 때문에 </a:t>
            </a:r>
            <a:r>
              <a:rPr lang="en-US" altLang="ko-KR" baseline="0" dirty="0" err="1" smtClean="0"/>
              <a:t>defFrag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null </a:t>
            </a:r>
            <a:r>
              <a:rPr lang="ko-KR" altLang="en-US" baseline="0" dirty="0" smtClean="0"/>
              <a:t>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52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가로모드일 경우 </a:t>
            </a:r>
            <a:r>
              <a:rPr lang="en-US" altLang="ko-KR" dirty="0" err="1" smtClean="0"/>
              <a:t>definition_fragment</a:t>
            </a:r>
            <a:r>
              <a:rPr lang="ko-KR" altLang="en-US" dirty="0" smtClean="0"/>
              <a:t>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존재하기 때문에 </a:t>
            </a:r>
            <a:r>
              <a:rPr lang="en-US" altLang="ko-KR" dirty="0" err="1" smtClean="0"/>
              <a:t>defFrag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null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 아니고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세로모드일 경우 </a:t>
            </a:r>
            <a:r>
              <a:rPr lang="en-US" altLang="ko-KR" baseline="0" dirty="0" err="1" smtClean="0"/>
              <a:t>definition_fragment</a:t>
            </a:r>
            <a:r>
              <a:rPr lang="ko-KR" altLang="en-US" baseline="0" dirty="0" smtClean="0"/>
              <a:t>가 존재하지 않기 때문에 </a:t>
            </a:r>
            <a:r>
              <a:rPr lang="en-US" altLang="ko-KR" baseline="0" dirty="0" err="1" smtClean="0"/>
              <a:t>defFrag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null </a:t>
            </a:r>
            <a:r>
              <a:rPr lang="ko-KR" altLang="en-US" baseline="0" dirty="0" smtClean="0"/>
              <a:t>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917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가로모드일 경우 </a:t>
            </a:r>
            <a:r>
              <a:rPr lang="en-US" altLang="ko-KR" dirty="0" err="1" smtClean="0"/>
              <a:t>definition_fragment</a:t>
            </a:r>
            <a:r>
              <a:rPr lang="ko-KR" altLang="en-US" dirty="0" smtClean="0"/>
              <a:t>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존재하기 때문에 </a:t>
            </a:r>
            <a:r>
              <a:rPr lang="en-US" altLang="ko-KR" dirty="0" err="1" smtClean="0"/>
              <a:t>defFrag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null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 아니고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세로모드일 경우 </a:t>
            </a:r>
            <a:r>
              <a:rPr lang="en-US" altLang="ko-KR" baseline="0" dirty="0" err="1" smtClean="0"/>
              <a:t>definition_fragment</a:t>
            </a:r>
            <a:r>
              <a:rPr lang="ko-KR" altLang="en-US" baseline="0" dirty="0" smtClean="0"/>
              <a:t>가 존재하지 않기 때문에 </a:t>
            </a:r>
            <a:r>
              <a:rPr lang="en-US" altLang="ko-KR" baseline="0" dirty="0" err="1" smtClean="0"/>
              <a:t>defFrag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null </a:t>
            </a:r>
            <a:r>
              <a:rPr lang="ko-KR" altLang="en-US" baseline="0" dirty="0" smtClean="0"/>
              <a:t>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171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숙제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800" dirty="0" smtClean="0"/>
              <a:t>Homework 03</a:t>
            </a:r>
            <a:endParaRPr lang="ko-KR" altLang="en-US" sz="4800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2000" dirty="0" smtClean="0"/>
              <a:t>화면의 왼쪽에 </a:t>
            </a:r>
            <a:r>
              <a:rPr lang="en-US" altLang="ko-KR" sz="2000" dirty="0" smtClean="0"/>
              <a:t>“</a:t>
            </a:r>
            <a:r>
              <a:rPr lang="ko-KR" altLang="en-US" sz="2000" dirty="0" err="1" smtClean="0"/>
              <a:t>전화걸기</a:t>
            </a:r>
            <a:r>
              <a:rPr lang="en-US" altLang="ko-KR" sz="2000" dirty="0" smtClean="0"/>
              <a:t>”, “</a:t>
            </a:r>
            <a:r>
              <a:rPr lang="ko-KR" altLang="en-US" sz="2000" dirty="0" err="1" smtClean="0"/>
              <a:t>웹브라우저</a:t>
            </a:r>
            <a:r>
              <a:rPr lang="en-US" altLang="ko-KR" sz="2000" dirty="0" smtClean="0"/>
              <a:t>“ </a:t>
            </a:r>
            <a:r>
              <a:rPr lang="ko-KR" altLang="en-US" sz="2000" dirty="0" smtClean="0"/>
              <a:t>리스트를 두고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오른쪽에는 선택된 리스트에 맞게 전화번호나 </a:t>
            </a:r>
            <a:r>
              <a:rPr lang="ko-KR" altLang="en-US" sz="2000" dirty="0" err="1" smtClean="0"/>
              <a:t>웹주소를</a:t>
            </a:r>
            <a:r>
              <a:rPr lang="ko-KR" altLang="en-US" sz="2000" dirty="0" smtClean="0"/>
              <a:t> 받고 실행하는 어플리케이션 작성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 smtClean="0"/>
              <a:t>화면의 왼쪽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오른쪽 모두 </a:t>
            </a:r>
            <a:r>
              <a:rPr lang="ko-KR" altLang="en-US" sz="2000" dirty="0" err="1" smtClean="0"/>
              <a:t>프래그먼트로</a:t>
            </a:r>
            <a:r>
              <a:rPr lang="ko-KR" altLang="en-US" sz="2000" dirty="0" smtClean="0"/>
              <a:t> 구현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sz="2000" dirty="0"/>
              <a:t>화면이 세로모드 일 때도 </a:t>
            </a:r>
            <a:r>
              <a:rPr lang="ko-KR" altLang="en-US" sz="2000" dirty="0" err="1"/>
              <a:t>두개의</a:t>
            </a:r>
            <a:r>
              <a:rPr lang="ko-KR" altLang="en-US" sz="2000" dirty="0"/>
              <a:t> </a:t>
            </a:r>
            <a:r>
              <a:rPr lang="ko-KR" altLang="en-US" sz="2000" dirty="0" err="1"/>
              <a:t>프래그먼트로</a:t>
            </a:r>
            <a:r>
              <a:rPr lang="ko-KR" altLang="en-US" sz="2000" dirty="0"/>
              <a:t> 구현</a:t>
            </a:r>
            <a:endParaRPr lang="en-US" altLang="ko-KR" sz="2000" dirty="0"/>
          </a:p>
          <a:p>
            <a:endParaRPr lang="en-US" altLang="ko-KR" sz="2000" dirty="0" smtClean="0"/>
          </a:p>
          <a:p>
            <a:r>
              <a:rPr lang="ko-KR" altLang="en-US" sz="2000" dirty="0" smtClean="0"/>
              <a:t>화면 오른쪽에서 버튼을 두어 클릭 시 </a:t>
            </a:r>
            <a:r>
              <a:rPr lang="ko-KR" altLang="en-US" sz="2000" dirty="0" err="1" smtClean="0"/>
              <a:t>인텐트를</a:t>
            </a:r>
            <a:r>
              <a:rPr lang="ko-KR" altLang="en-US" sz="2000" dirty="0" smtClean="0"/>
              <a:t> 사용하여 리스트에 맞는 어플리케이션 실행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sz="2000" dirty="0" smtClean="0"/>
              <a:t>실행화면 </a:t>
            </a:r>
            <a:r>
              <a:rPr lang="ko-KR" altLang="en-US" sz="2000" dirty="0" err="1" smtClean="0"/>
              <a:t>캡쳐하여</a:t>
            </a:r>
            <a:r>
              <a:rPr lang="ko-KR" altLang="en-US" sz="2000" dirty="0" smtClean="0"/>
              <a:t> 보고서 작성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en-US" altLang="ko-KR" sz="2000" dirty="0" err="1"/>
              <a:t>Bitbucket</a:t>
            </a:r>
            <a:r>
              <a:rPr lang="en-US" altLang="ko-KR" sz="2000" dirty="0"/>
              <a:t> </a:t>
            </a:r>
            <a:r>
              <a:rPr lang="ko-KR" altLang="en-US" sz="2000" dirty="0"/>
              <a:t>저장소 이름은 </a:t>
            </a:r>
            <a:r>
              <a:rPr lang="en-US" altLang="ko-KR" sz="2000" dirty="0" smtClean="0"/>
              <a:t>[Homework 03]</a:t>
            </a:r>
            <a:r>
              <a:rPr lang="ko-KR" altLang="en-US" sz="2000" dirty="0"/>
              <a:t>로 생성</a:t>
            </a:r>
            <a:endParaRPr lang="en-US" altLang="ko-KR" sz="2000" dirty="0"/>
          </a:p>
          <a:p>
            <a:endParaRPr lang="en-US" altLang="ko-KR" sz="2000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63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800" dirty="0" smtClean="0"/>
              <a:t>Homework 03</a:t>
            </a:r>
            <a:endParaRPr lang="ko-KR" altLang="en-US" sz="4800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484671"/>
            <a:ext cx="8229600" cy="4946273"/>
          </a:xfrm>
        </p:spPr>
        <p:txBody>
          <a:bodyPr>
            <a:normAutofit lnSpcReduction="10000"/>
          </a:bodyPr>
          <a:lstStyle/>
          <a:p>
            <a:r>
              <a:rPr lang="en-US" altLang="ko-KR" sz="2000" dirty="0" smtClean="0"/>
              <a:t>Practice 04-1, 2, 3</a:t>
            </a:r>
            <a:r>
              <a:rPr lang="ko-KR" altLang="en-US" sz="2000" dirty="0" smtClean="0"/>
              <a:t>를 참조하여 작성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 smtClean="0"/>
              <a:t>기본 레이아웃을 </a:t>
            </a:r>
            <a:r>
              <a:rPr lang="en-US" altLang="ko-KR" sz="2000" dirty="0" smtClean="0"/>
              <a:t>practice 04-1</a:t>
            </a:r>
            <a:r>
              <a:rPr lang="ko-KR" altLang="en-US" sz="2000" dirty="0" smtClean="0"/>
              <a:t>의 </a:t>
            </a:r>
            <a:r>
              <a:rPr lang="en-US" altLang="ko-KR" sz="2000" dirty="0" smtClean="0"/>
              <a:t>land </a:t>
            </a:r>
            <a:r>
              <a:rPr lang="ko-KR" altLang="en-US" sz="2000" dirty="0" smtClean="0"/>
              <a:t>레이아웃과 </a:t>
            </a:r>
            <a:r>
              <a:rPr lang="ko-KR" altLang="en-US" sz="2000" dirty="0" err="1" smtClean="0"/>
              <a:t>같게하면</a:t>
            </a:r>
            <a:r>
              <a:rPr lang="ko-KR" altLang="en-US" sz="2000" dirty="0" smtClean="0"/>
              <a:t> 됨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sz="2000" dirty="0" smtClean="0"/>
              <a:t>전화번호 입력 양식은 </a:t>
            </a:r>
            <a:r>
              <a:rPr lang="en-US" altLang="ko-KR" sz="2000" dirty="0" smtClean="0"/>
              <a:t>“</a:t>
            </a:r>
            <a:r>
              <a:rPr lang="en-US" altLang="ko-KR" sz="2000" dirty="0" err="1" smtClean="0"/>
              <a:t>tel</a:t>
            </a:r>
            <a:r>
              <a:rPr lang="en-US" altLang="ko-KR" sz="2000" dirty="0" smtClean="0"/>
              <a:t>:</a:t>
            </a:r>
            <a:r>
              <a:rPr lang="ko-KR" altLang="en-US" sz="2000" dirty="0" smtClean="0"/>
              <a:t>전화번호</a:t>
            </a:r>
            <a:r>
              <a:rPr lang="en-US" altLang="ko-KR" sz="2000" dirty="0" smtClean="0"/>
              <a:t>”, </a:t>
            </a:r>
            <a:r>
              <a:rPr lang="ko-KR" altLang="en-US" sz="2000" dirty="0" err="1" smtClean="0"/>
              <a:t>웹주소</a:t>
            </a:r>
            <a:r>
              <a:rPr lang="ko-KR" altLang="en-US" sz="2000" dirty="0" smtClean="0"/>
              <a:t> 입력 양식은 </a:t>
            </a:r>
            <a:r>
              <a:rPr lang="en-US" altLang="ko-KR" sz="2000" dirty="0" smtClean="0"/>
              <a:t>“http://</a:t>
            </a:r>
            <a:r>
              <a:rPr lang="ko-KR" altLang="en-US" sz="2000" dirty="0" err="1" smtClean="0"/>
              <a:t>웹주소</a:t>
            </a:r>
            <a:r>
              <a:rPr lang="en-US" altLang="ko-KR" sz="2000" dirty="0" smtClean="0"/>
              <a:t>”</a:t>
            </a:r>
            <a:r>
              <a:rPr lang="ko-KR" altLang="en-US" sz="2000" dirty="0" smtClean="0"/>
              <a:t>로 하면 됨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en-US" altLang="ko-KR" sz="2000" dirty="0" smtClean="0"/>
              <a:t>Practice 04-1</a:t>
            </a:r>
            <a:r>
              <a:rPr lang="ko-KR" altLang="en-US" sz="2000" dirty="0" smtClean="0"/>
              <a:t>에서 </a:t>
            </a:r>
            <a:r>
              <a:rPr lang="en-US" altLang="ko-KR" sz="2000" dirty="0" smtClean="0"/>
              <a:t>Data.java</a:t>
            </a:r>
            <a:r>
              <a:rPr lang="ko-KR" altLang="en-US" sz="2000" dirty="0" smtClean="0"/>
              <a:t>와 </a:t>
            </a:r>
            <a:r>
              <a:rPr lang="en-US" altLang="ko-KR" sz="2000" dirty="0" smtClean="0"/>
              <a:t>MainActivity.java, definition_view.xml </a:t>
            </a:r>
            <a:r>
              <a:rPr lang="ko-KR" altLang="en-US" sz="2000" dirty="0" smtClean="0"/>
              <a:t>파일만 변경하면 됨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sz="2000" dirty="0" smtClean="0"/>
              <a:t>기본 레이아웃이 변경 되었으므로 </a:t>
            </a:r>
            <a:r>
              <a:rPr lang="en-US" altLang="ko-KR" sz="2000" dirty="0" smtClean="0"/>
              <a:t>MainActivity.java</a:t>
            </a:r>
            <a:r>
              <a:rPr lang="ko-KR" altLang="en-US" sz="2000" dirty="0" smtClean="0"/>
              <a:t>에서 </a:t>
            </a:r>
            <a:r>
              <a:rPr lang="en-US" altLang="ko-KR" sz="2000" dirty="0" err="1" smtClean="0"/>
              <a:t>onCreate</a:t>
            </a:r>
            <a:r>
              <a:rPr lang="en-US" altLang="ko-KR" sz="2000" dirty="0" smtClean="0"/>
              <a:t>()</a:t>
            </a:r>
            <a:r>
              <a:rPr lang="ko-KR" altLang="en-US" sz="2000" dirty="0" smtClean="0"/>
              <a:t>와 </a:t>
            </a:r>
            <a:r>
              <a:rPr lang="en-US" altLang="ko-KR" sz="2000" dirty="0" err="1" smtClean="0"/>
              <a:t>onWordSelected</a:t>
            </a:r>
            <a:r>
              <a:rPr lang="en-US" altLang="ko-KR" sz="2000" dirty="0" smtClean="0"/>
              <a:t>()</a:t>
            </a:r>
            <a:r>
              <a:rPr lang="ko-KR" altLang="en-US" sz="2000" dirty="0" smtClean="0"/>
              <a:t>를 변경해야 함</a:t>
            </a:r>
            <a:endParaRPr lang="en-US" altLang="ko-KR" sz="2000" dirty="0" smtClean="0"/>
          </a:p>
          <a:p>
            <a:endParaRPr lang="en-US" altLang="ko-KR" sz="2000" dirty="0"/>
          </a:p>
          <a:p>
            <a:r>
              <a:rPr lang="ko-KR" altLang="en-US" sz="2000" dirty="0" smtClean="0"/>
              <a:t>버튼을 클릭했을 때를 위하여 </a:t>
            </a:r>
            <a:r>
              <a:rPr lang="ko-KR" altLang="en-US" sz="2000" dirty="0" err="1" smtClean="0"/>
              <a:t>메소드</a:t>
            </a:r>
            <a:r>
              <a:rPr lang="ko-KR" altLang="en-US" sz="2000" dirty="0" smtClean="0"/>
              <a:t> 추가</a:t>
            </a:r>
            <a:r>
              <a:rPr lang="en-US" altLang="ko-KR" sz="2000" dirty="0" smtClean="0"/>
              <a:t>(ex. </a:t>
            </a:r>
            <a:r>
              <a:rPr lang="en-US" altLang="ko-KR" sz="2000" dirty="0" err="1" smtClean="0"/>
              <a:t>onClickButton</a:t>
            </a:r>
            <a:r>
              <a:rPr lang="en-US" altLang="ko-KR" sz="2000" dirty="0" smtClean="0"/>
              <a:t>())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0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03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실행결과</a:t>
            </a:r>
            <a:endParaRPr lang="en-US" altLang="ko-KR" sz="1800" dirty="0"/>
          </a:p>
          <a:p>
            <a:pPr lvl="1"/>
            <a:r>
              <a:rPr lang="ko-KR" altLang="en-US" sz="1400" dirty="0" smtClean="0"/>
              <a:t>기본 화면 </a:t>
            </a:r>
            <a:endParaRPr lang="en-US" altLang="ko-KR" sz="1400" dirty="0"/>
          </a:p>
          <a:p>
            <a:endParaRPr lang="en-US" altLang="ko-KR" sz="1800" dirty="0" smtClean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941" y="1829115"/>
            <a:ext cx="2956273" cy="489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3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03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실행결과</a:t>
            </a:r>
            <a:endParaRPr lang="en-US" altLang="ko-KR" sz="1800" dirty="0"/>
          </a:p>
          <a:p>
            <a:pPr lvl="1"/>
            <a:r>
              <a:rPr lang="ko-KR" altLang="en-US" sz="1400" dirty="0" err="1" smtClean="0"/>
              <a:t>전화걸기</a:t>
            </a:r>
            <a:endParaRPr lang="en-US" altLang="ko-KR" sz="1400" dirty="0"/>
          </a:p>
          <a:p>
            <a:endParaRPr lang="en-US" altLang="ko-KR" sz="1800" dirty="0" smtClean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41" y="2128439"/>
            <a:ext cx="2775402" cy="459303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631" y="2128440"/>
            <a:ext cx="2779659" cy="4593035"/>
          </a:xfrm>
          <a:prstGeom prst="rect">
            <a:avLst/>
          </a:prstGeom>
        </p:spPr>
      </p:pic>
      <p:sp>
        <p:nvSpPr>
          <p:cNvPr id="8" name="Rectangle 4"/>
          <p:cNvSpPr/>
          <p:nvPr/>
        </p:nvSpPr>
        <p:spPr>
          <a:xfrm>
            <a:off x="1800137" y="3805418"/>
            <a:ext cx="1671288" cy="401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/>
          <p:cNvCxnSpPr>
            <a:stCxn id="8" idx="3"/>
          </p:cNvCxnSpPr>
          <p:nvPr/>
        </p:nvCxnSpPr>
        <p:spPr>
          <a:xfrm flipV="1">
            <a:off x="3471425" y="4002085"/>
            <a:ext cx="1331687" cy="412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28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84" y="2128438"/>
            <a:ext cx="2779659" cy="459303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574" y="2128438"/>
            <a:ext cx="2773716" cy="4593035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03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실행결과</a:t>
            </a:r>
            <a:endParaRPr lang="en-US" altLang="ko-KR" sz="1800" dirty="0"/>
          </a:p>
          <a:p>
            <a:pPr lvl="1"/>
            <a:r>
              <a:rPr lang="ko-KR" altLang="en-US" sz="1400" dirty="0" err="1" smtClean="0"/>
              <a:t>웹브라우저</a:t>
            </a:r>
            <a:endParaRPr lang="en-US" altLang="ko-KR" sz="1400" dirty="0"/>
          </a:p>
          <a:p>
            <a:endParaRPr lang="en-US" altLang="ko-KR" sz="1800" dirty="0" smtClean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 smtClean="0"/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8" name="Rectangle 4"/>
          <p:cNvSpPr/>
          <p:nvPr/>
        </p:nvSpPr>
        <p:spPr>
          <a:xfrm>
            <a:off x="1800137" y="3805418"/>
            <a:ext cx="1671288" cy="401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/>
          <p:cNvCxnSpPr>
            <a:stCxn id="8" idx="3"/>
          </p:cNvCxnSpPr>
          <p:nvPr/>
        </p:nvCxnSpPr>
        <p:spPr>
          <a:xfrm flipV="1">
            <a:off x="3471425" y="4002085"/>
            <a:ext cx="1331687" cy="412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80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제출형식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주어진 보고서 형식에 맞춰서 보고서 작성 후 제출</a:t>
            </a:r>
            <a:endParaRPr lang="en-US" altLang="ko-KR" dirty="0" smtClean="0"/>
          </a:p>
          <a:p>
            <a:pPr lvl="1"/>
            <a:r>
              <a:rPr lang="ko-KR" altLang="en-US" dirty="0" err="1"/>
              <a:t>구글</a:t>
            </a:r>
            <a:r>
              <a:rPr lang="ko-KR" altLang="en-US" dirty="0"/>
              <a:t> 드라이브에서 작성 후 프로젝트 같이 </a:t>
            </a:r>
            <a:r>
              <a:rPr lang="ko-KR" altLang="en-US" dirty="0" smtClean="0"/>
              <a:t>업로드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주의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마감 </a:t>
            </a:r>
            <a:r>
              <a:rPr lang="en-US" altLang="ko-KR" dirty="0"/>
              <a:t>: </a:t>
            </a:r>
            <a:r>
              <a:rPr lang="ko-KR" altLang="en-US" dirty="0" smtClean="0"/>
              <a:t>다음주 해당 요일 수업 전날 자정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12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34062</TotalTime>
  <Words>259</Words>
  <Application>Microsoft Office PowerPoint</Application>
  <PresentationFormat>화면 슬라이드 쇼(4:3)</PresentationFormat>
  <Paragraphs>75</Paragraphs>
  <Slides>8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Executive</vt:lpstr>
      <vt:lpstr>숙제</vt:lpstr>
      <vt:lpstr>Homework 03</vt:lpstr>
      <vt:lpstr>Homework 03</vt:lpstr>
      <vt:lpstr>Homework 03</vt:lpstr>
      <vt:lpstr>Homework 03</vt:lpstr>
      <vt:lpstr>Homework 03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1807</cp:revision>
  <cp:lastPrinted>2011-03-01T18:43:48Z</cp:lastPrinted>
  <dcterms:created xsi:type="dcterms:W3CDTF">2010-10-12T07:50:15Z</dcterms:created>
  <dcterms:modified xsi:type="dcterms:W3CDTF">2017-09-18T04:23:15Z</dcterms:modified>
</cp:coreProperties>
</file>