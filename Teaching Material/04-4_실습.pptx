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0"/>
  </p:notesMasterIdLst>
  <p:sldIdLst>
    <p:sldId id="256" r:id="rId2"/>
    <p:sldId id="296" r:id="rId3"/>
    <p:sldId id="338" r:id="rId4"/>
    <p:sldId id="339" r:id="rId5"/>
    <p:sldId id="340" r:id="rId6"/>
    <p:sldId id="337" r:id="rId7"/>
    <p:sldId id="334" r:id="rId8"/>
    <p:sldId id="294" r:id="rId9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 varScale="1">
        <p:scale>
          <a:sx n="90" d="100"/>
          <a:sy n="90" d="100"/>
        </p:scale>
        <p:origin x="-224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743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660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347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2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04-2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SubActivity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EditText</a:t>
            </a:r>
            <a:r>
              <a:rPr lang="ko-KR" altLang="en-US" dirty="0" smtClean="0"/>
              <a:t>를 추가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Intent</a:t>
            </a:r>
            <a:r>
              <a:rPr lang="ko-KR" altLang="en-US" dirty="0" smtClean="0"/>
              <a:t>를 통해 </a:t>
            </a:r>
            <a:r>
              <a:rPr lang="en-US" altLang="ko-KR" dirty="0" err="1" smtClean="0"/>
              <a:t>SubActivity</a:t>
            </a:r>
            <a:r>
              <a:rPr lang="ko-KR" altLang="en-US" dirty="0" smtClean="0"/>
              <a:t>에서 입력된 문자열을 </a:t>
            </a:r>
            <a:r>
              <a:rPr lang="en-US" altLang="ko-KR" dirty="0" err="1" smtClean="0"/>
              <a:t>MainActivity</a:t>
            </a:r>
            <a:r>
              <a:rPr lang="ko-KR" altLang="en-US" dirty="0" smtClean="0"/>
              <a:t>에서 받음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전송할 문자열은 본인의 </a:t>
            </a:r>
            <a:r>
              <a:rPr lang="en-US" altLang="ko-KR" dirty="0" smtClean="0"/>
              <a:t>[</a:t>
            </a:r>
            <a:r>
              <a:rPr lang="ko-KR" altLang="en-US" dirty="0" smtClean="0"/>
              <a:t>학번 이름</a:t>
            </a:r>
            <a:r>
              <a:rPr lang="en-US" altLang="ko-KR" dirty="0" smtClean="0"/>
              <a:t>]</a:t>
            </a:r>
            <a:r>
              <a:rPr lang="ko-KR" altLang="en-US" dirty="0" smtClean="0"/>
              <a:t>으로 작성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/>
              <a:t>실행화면 </a:t>
            </a:r>
            <a:r>
              <a:rPr lang="ko-KR" altLang="en-US" dirty="0" err="1"/>
              <a:t>캡쳐하여</a:t>
            </a:r>
            <a:r>
              <a:rPr lang="ko-KR" altLang="en-US" dirty="0"/>
              <a:t> 보고서 작성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en-US" altLang="ko-KR" dirty="0" smtClean="0"/>
              <a:t> </a:t>
            </a:r>
            <a:r>
              <a:rPr lang="ko-KR" altLang="en-US" dirty="0" smtClean="0"/>
              <a:t>저장소 이름은 </a:t>
            </a:r>
            <a:r>
              <a:rPr lang="en-US" altLang="ko-KR" dirty="0" smtClean="0"/>
              <a:t>[Practice 04-2]</a:t>
            </a:r>
            <a:r>
              <a:rPr lang="ko-KR" altLang="en-US" dirty="0" smtClean="0"/>
              <a:t>로 생성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61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04-2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실행결과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12" name="Picture 2" descr="C:\Users\msKim\Desktop\2016-2 모바일앱프로그래밍 (교재)\제목 없음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348" y="3170675"/>
            <a:ext cx="2559485" cy="20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5" descr="C:\Users\msKim\Desktop\2016-2 모바일앱프로그래밍 (교재)\스크린샷 2016-09-24 오후 8.40.3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22" y="4485979"/>
            <a:ext cx="2611700" cy="20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msKim\Desktop\2016-2 모바일앱프로그래밍 (교재)\스크린샷 2016-09-24 오후 8.40.0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725" y="2287660"/>
            <a:ext cx="2472294" cy="20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4"/>
          <p:cNvSpPr/>
          <p:nvPr/>
        </p:nvSpPr>
        <p:spPr>
          <a:xfrm>
            <a:off x="1571625" y="3714066"/>
            <a:ext cx="1651000" cy="189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Rectangle 4"/>
          <p:cNvSpPr/>
          <p:nvPr/>
        </p:nvSpPr>
        <p:spPr>
          <a:xfrm>
            <a:off x="5471669" y="4863004"/>
            <a:ext cx="1710181" cy="2529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" name="직선 화살표 연결선 10"/>
          <p:cNvCxnSpPr>
            <a:stCxn id="15" idx="3"/>
          </p:cNvCxnSpPr>
          <p:nvPr/>
        </p:nvCxnSpPr>
        <p:spPr>
          <a:xfrm>
            <a:off x="3222625" y="3808689"/>
            <a:ext cx="1979150" cy="6201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3"/>
          <p:cNvCxnSpPr>
            <a:stCxn id="16" idx="1"/>
          </p:cNvCxnSpPr>
          <p:nvPr/>
        </p:nvCxnSpPr>
        <p:spPr>
          <a:xfrm flipH="1">
            <a:off x="3552825" y="4989457"/>
            <a:ext cx="1918844" cy="94461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80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04-3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Implicit intent</a:t>
            </a:r>
            <a:r>
              <a:rPr lang="ko-KR" altLang="en-US" dirty="0" smtClean="0"/>
              <a:t>를 사용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[</a:t>
            </a:r>
            <a:r>
              <a:rPr lang="ko-KR" altLang="en-US" dirty="0" err="1" smtClean="0"/>
              <a:t>전화걸기</a:t>
            </a:r>
            <a:r>
              <a:rPr lang="en-US" altLang="ko-KR" dirty="0" smtClean="0"/>
              <a:t>], [</a:t>
            </a:r>
            <a:r>
              <a:rPr lang="ko-KR" altLang="en-US" dirty="0" smtClean="0"/>
              <a:t>연락처보기</a:t>
            </a:r>
            <a:r>
              <a:rPr lang="en-US" altLang="ko-KR" dirty="0" smtClean="0"/>
              <a:t>], [</a:t>
            </a:r>
            <a:r>
              <a:rPr lang="ko-KR" altLang="en-US" dirty="0" smtClean="0"/>
              <a:t>지도보기</a:t>
            </a:r>
            <a:r>
              <a:rPr lang="en-US" altLang="ko-KR" dirty="0" smtClean="0"/>
              <a:t>], [</a:t>
            </a:r>
            <a:r>
              <a:rPr lang="ko-KR" altLang="en-US" dirty="0" err="1" smtClean="0"/>
              <a:t>웹브라우저</a:t>
            </a:r>
            <a:r>
              <a:rPr lang="en-US" altLang="ko-KR" dirty="0" smtClean="0"/>
              <a:t>] </a:t>
            </a:r>
            <a:r>
              <a:rPr lang="ko-KR" altLang="en-US" dirty="0" smtClean="0"/>
              <a:t>버튼을 생성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버튼을 선택하면 해당 액션 실행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/>
              <a:t>실행화면 </a:t>
            </a:r>
            <a:r>
              <a:rPr lang="ko-KR" altLang="en-US" dirty="0" err="1"/>
              <a:t>캡쳐하여</a:t>
            </a:r>
            <a:r>
              <a:rPr lang="ko-KR" altLang="en-US" dirty="0"/>
              <a:t> 보고서 </a:t>
            </a:r>
            <a:r>
              <a:rPr lang="ko-KR" altLang="en-US" dirty="0" smtClean="0"/>
              <a:t>작성</a:t>
            </a:r>
            <a:r>
              <a:rPr lang="en-US" altLang="ko-KR" dirty="0" smtClean="0"/>
              <a:t>(</a:t>
            </a:r>
            <a:r>
              <a:rPr lang="ko-KR" altLang="en-US" dirty="0" smtClean="0"/>
              <a:t>지도보기는 제외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en-US" altLang="ko-KR" dirty="0" smtClean="0"/>
              <a:t> </a:t>
            </a:r>
            <a:r>
              <a:rPr lang="ko-KR" altLang="en-US" dirty="0" smtClean="0"/>
              <a:t>저장소 이름은 </a:t>
            </a:r>
            <a:r>
              <a:rPr lang="en-US" altLang="ko-KR" dirty="0" smtClean="0"/>
              <a:t>[Practice 04-3]</a:t>
            </a:r>
            <a:r>
              <a:rPr lang="ko-KR" altLang="en-US" dirty="0" smtClean="0"/>
              <a:t>로 생성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99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04-3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실행결과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21" name="Picture 3" descr="C:\Users\msKim\Desktop\2016-2 모바일앱프로그래밍 (교재)\스크린샷 2016-09-24 오후 10.20.4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1" y="2045473"/>
            <a:ext cx="2561194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C:\Users\msKim\Desktop\2016-2 모바일앱프로그래밍 (교재)\스크린샷 2016-09-24 오후 10.20.0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39" y="2045473"/>
            <a:ext cx="2560801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4"/>
          <p:cNvSpPr/>
          <p:nvPr/>
        </p:nvSpPr>
        <p:spPr>
          <a:xfrm>
            <a:off x="1229710" y="3168650"/>
            <a:ext cx="1702676" cy="223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4" name="직선 화살표 연결선 12"/>
          <p:cNvCxnSpPr>
            <a:stCxn id="23" idx="3"/>
          </p:cNvCxnSpPr>
          <p:nvPr/>
        </p:nvCxnSpPr>
        <p:spPr>
          <a:xfrm>
            <a:off x="2932386" y="3280574"/>
            <a:ext cx="2495468" cy="21510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4"/>
          <p:cNvSpPr/>
          <p:nvPr/>
        </p:nvSpPr>
        <p:spPr>
          <a:xfrm>
            <a:off x="1229710" y="3674711"/>
            <a:ext cx="1702676" cy="2772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941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후 주의사항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3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제출형식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주어진 보고서 형식에 맞춰서 보고서 작성 후 제출</a:t>
            </a:r>
            <a:endParaRPr lang="en-US" altLang="ko-KR" dirty="0" smtClean="0"/>
          </a:p>
          <a:p>
            <a:pPr lvl="1"/>
            <a:r>
              <a:rPr lang="ko-KR" altLang="en-US" dirty="0" err="1"/>
              <a:t>구글</a:t>
            </a:r>
            <a:r>
              <a:rPr lang="ko-KR" altLang="en-US" dirty="0"/>
              <a:t> 드라이브에서 작성 후 프로젝트 같이 </a:t>
            </a:r>
            <a:r>
              <a:rPr lang="ko-KR" altLang="en-US" dirty="0" smtClean="0"/>
              <a:t>업로드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주의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</a:t>
            </a:r>
            <a:r>
              <a:rPr lang="ko-KR" altLang="en-US" dirty="0" smtClean="0"/>
              <a:t>차 마감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수업 다음날 자정</a:t>
            </a:r>
            <a:r>
              <a:rPr lang="en-US" altLang="ko-KR" dirty="0" smtClean="0"/>
              <a:t>(</a:t>
            </a:r>
            <a:r>
              <a:rPr lang="ko-KR" altLang="en-US" dirty="0" smtClean="0"/>
              <a:t>만점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2</a:t>
            </a:r>
            <a:r>
              <a:rPr lang="ko-KR" altLang="en-US" dirty="0" smtClean="0"/>
              <a:t>차 마감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수업이 있는 주 토요일 자정</a:t>
            </a:r>
            <a:r>
              <a:rPr lang="en-US" altLang="ko-KR" dirty="0" smtClean="0"/>
              <a:t>(</a:t>
            </a:r>
            <a:r>
              <a:rPr lang="ko-KR" altLang="en-US" dirty="0" smtClean="0"/>
              <a:t>만점의 </a:t>
            </a:r>
            <a:r>
              <a:rPr lang="en-US" altLang="ko-KR" dirty="0" smtClean="0"/>
              <a:t>50%)</a:t>
            </a:r>
          </a:p>
          <a:p>
            <a:pPr lvl="1"/>
            <a:r>
              <a:rPr lang="ko-KR" altLang="en-US" dirty="0" smtClean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12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34085</TotalTime>
  <Words>173</Words>
  <Application>Microsoft Office PowerPoint</Application>
  <PresentationFormat>화면 슬라이드 쇼(4:3)</PresentationFormat>
  <Paragraphs>55</Paragraphs>
  <Slides>8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Executive</vt:lpstr>
      <vt:lpstr>실습</vt:lpstr>
      <vt:lpstr>Practice 04-2</vt:lpstr>
      <vt:lpstr>Practice 04-2</vt:lpstr>
      <vt:lpstr>Practice 04-3</vt:lpstr>
      <vt:lpstr>Practice 04-3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1809</cp:revision>
  <cp:lastPrinted>2011-03-01T18:43:48Z</cp:lastPrinted>
  <dcterms:created xsi:type="dcterms:W3CDTF">2010-10-12T07:50:15Z</dcterms:created>
  <dcterms:modified xsi:type="dcterms:W3CDTF">2017-09-26T04:41:45Z</dcterms:modified>
</cp:coreProperties>
</file>