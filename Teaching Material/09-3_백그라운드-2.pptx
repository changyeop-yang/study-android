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28" r:id="rId1"/>
  </p:sldMasterIdLst>
  <p:notesMasterIdLst>
    <p:notesMasterId r:id="rId37"/>
  </p:notesMasterIdLst>
  <p:sldIdLst>
    <p:sldId id="256" r:id="rId2"/>
    <p:sldId id="298" r:id="rId3"/>
    <p:sldId id="297" r:id="rId4"/>
    <p:sldId id="310" r:id="rId5"/>
    <p:sldId id="352" r:id="rId6"/>
    <p:sldId id="353" r:id="rId7"/>
    <p:sldId id="355" r:id="rId8"/>
    <p:sldId id="356" r:id="rId9"/>
    <p:sldId id="407" r:id="rId10"/>
    <p:sldId id="360" r:id="rId11"/>
    <p:sldId id="393" r:id="rId12"/>
    <p:sldId id="395" r:id="rId13"/>
    <p:sldId id="394" r:id="rId14"/>
    <p:sldId id="364" r:id="rId15"/>
    <p:sldId id="365" r:id="rId16"/>
    <p:sldId id="408" r:id="rId17"/>
    <p:sldId id="369" r:id="rId18"/>
    <p:sldId id="370" r:id="rId19"/>
    <p:sldId id="371" r:id="rId20"/>
    <p:sldId id="372" r:id="rId21"/>
    <p:sldId id="374" r:id="rId22"/>
    <p:sldId id="375" r:id="rId23"/>
    <p:sldId id="376" r:id="rId24"/>
    <p:sldId id="410" r:id="rId25"/>
    <p:sldId id="411" r:id="rId26"/>
    <p:sldId id="379" r:id="rId27"/>
    <p:sldId id="413" r:id="rId28"/>
    <p:sldId id="381" r:id="rId29"/>
    <p:sldId id="382" r:id="rId30"/>
    <p:sldId id="412" r:id="rId31"/>
    <p:sldId id="384" r:id="rId32"/>
    <p:sldId id="386" r:id="rId33"/>
    <p:sldId id="387" r:id="rId34"/>
    <p:sldId id="388" r:id="rId35"/>
    <p:sldId id="409" r:id="rId36"/>
  </p:sldIdLst>
  <p:sldSz cx="9144000" cy="6858000" type="screen4x3"/>
  <p:notesSz cx="6800850" cy="987266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10">
          <p15:clr>
            <a:srgbClr val="A4A3A4"/>
          </p15:clr>
        </p15:guide>
        <p15:guide id="2" pos="214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FF00FF"/>
    <a:srgbClr val="005BE2"/>
    <a:srgbClr val="004CBC"/>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19" autoAdjust="0"/>
    <p:restoredTop sz="95383" autoAdjust="0"/>
  </p:normalViewPr>
  <p:slideViewPr>
    <p:cSldViewPr snapToGrid="0">
      <p:cViewPr varScale="1">
        <p:scale>
          <a:sx n="89" d="100"/>
          <a:sy n="89" d="100"/>
        </p:scale>
        <p:origin x="1267" y="67"/>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notesViewPr>
    <p:cSldViewPr snapToGrid="0">
      <p:cViewPr varScale="1">
        <p:scale>
          <a:sx n="88" d="100"/>
          <a:sy n="88" d="100"/>
        </p:scale>
        <p:origin x="-3870" y="-120"/>
      </p:cViewPr>
      <p:guideLst>
        <p:guide orient="horz" pos="3110"/>
        <p:guide pos="214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7035" cy="493633"/>
          </a:xfrm>
          <a:prstGeom prst="rect">
            <a:avLst/>
          </a:prstGeom>
        </p:spPr>
        <p:txBody>
          <a:bodyPr vert="horz" lIns="91440" tIns="45720" rIns="91440" bIns="45720" rtlCol="0"/>
          <a:lstStyle>
            <a:lvl1pPr algn="l">
              <a:defRPr sz="1200"/>
            </a:lvl1pPr>
          </a:lstStyle>
          <a:p>
            <a:endParaRPr lang="ko-KR" altLang="en-US"/>
          </a:p>
        </p:txBody>
      </p:sp>
      <p:sp>
        <p:nvSpPr>
          <p:cNvPr id="3" name="Date Placeholder 2"/>
          <p:cNvSpPr>
            <a:spLocks noGrp="1"/>
          </p:cNvSpPr>
          <p:nvPr>
            <p:ph type="dt" idx="1"/>
          </p:nvPr>
        </p:nvSpPr>
        <p:spPr>
          <a:xfrm>
            <a:off x="3852241" y="0"/>
            <a:ext cx="2947035" cy="493633"/>
          </a:xfrm>
          <a:prstGeom prst="rect">
            <a:avLst/>
          </a:prstGeom>
        </p:spPr>
        <p:txBody>
          <a:bodyPr vert="horz" lIns="91440" tIns="45720" rIns="91440" bIns="45720" rtlCol="0"/>
          <a:lstStyle>
            <a:lvl1pPr algn="r">
              <a:defRPr sz="1200"/>
            </a:lvl1pPr>
          </a:lstStyle>
          <a:p>
            <a:fld id="{F90D873F-EA2E-46B8-AF3A-207077BF9E2A}" type="datetimeFigureOut">
              <a:rPr lang="ko-KR" altLang="en-US" smtClean="0"/>
              <a:pPr/>
              <a:t>2017-11-27</a:t>
            </a:fld>
            <a:endParaRPr lang="ko-KR" altLang="en-US"/>
          </a:p>
        </p:txBody>
      </p:sp>
      <p:sp>
        <p:nvSpPr>
          <p:cNvPr id="4" name="Slide Image Placeholder 3"/>
          <p:cNvSpPr>
            <a:spLocks noGrp="1" noRot="1" noChangeAspect="1"/>
          </p:cNvSpPr>
          <p:nvPr>
            <p:ph type="sldImg" idx="2"/>
          </p:nvPr>
        </p:nvSpPr>
        <p:spPr>
          <a:xfrm>
            <a:off x="931863" y="739775"/>
            <a:ext cx="4937125" cy="3703638"/>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Notes Placeholder 4"/>
          <p:cNvSpPr>
            <a:spLocks noGrp="1"/>
          </p:cNvSpPr>
          <p:nvPr>
            <p:ph type="body" sz="quarter" idx="3"/>
          </p:nvPr>
        </p:nvSpPr>
        <p:spPr>
          <a:xfrm>
            <a:off x="680085" y="4689515"/>
            <a:ext cx="5440680" cy="4442698"/>
          </a:xfrm>
          <a:prstGeom prst="rect">
            <a:avLst/>
          </a:prstGeom>
        </p:spPr>
        <p:txBody>
          <a:bodyPr vert="horz" lIns="91440" tIns="45720" rIns="91440" bIns="45720" rtlCol="0"/>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ko-KR" altLang="en-US"/>
          </a:p>
        </p:txBody>
      </p:sp>
      <p:sp>
        <p:nvSpPr>
          <p:cNvPr id="6" name="Footer Placeholder 5"/>
          <p:cNvSpPr>
            <a:spLocks noGrp="1"/>
          </p:cNvSpPr>
          <p:nvPr>
            <p:ph type="ftr" sz="quarter" idx="4"/>
          </p:nvPr>
        </p:nvSpPr>
        <p:spPr>
          <a:xfrm>
            <a:off x="0" y="9377316"/>
            <a:ext cx="2947035" cy="493633"/>
          </a:xfrm>
          <a:prstGeom prst="rect">
            <a:avLst/>
          </a:prstGeom>
        </p:spPr>
        <p:txBody>
          <a:bodyPr vert="horz" lIns="91440" tIns="45720" rIns="91440" bIns="45720" rtlCol="0" anchor="b"/>
          <a:lstStyle>
            <a:lvl1pPr algn="l">
              <a:defRPr sz="1200"/>
            </a:lvl1pPr>
          </a:lstStyle>
          <a:p>
            <a:endParaRPr lang="ko-KR" altLang="en-US"/>
          </a:p>
        </p:txBody>
      </p:sp>
      <p:sp>
        <p:nvSpPr>
          <p:cNvPr id="7" name="Slide Number Placeholder 6"/>
          <p:cNvSpPr>
            <a:spLocks noGrp="1"/>
          </p:cNvSpPr>
          <p:nvPr>
            <p:ph type="sldNum" sz="quarter" idx="5"/>
          </p:nvPr>
        </p:nvSpPr>
        <p:spPr>
          <a:xfrm>
            <a:off x="3852241" y="9377316"/>
            <a:ext cx="2947035" cy="493633"/>
          </a:xfrm>
          <a:prstGeom prst="rect">
            <a:avLst/>
          </a:prstGeom>
        </p:spPr>
        <p:txBody>
          <a:bodyPr vert="horz" lIns="91440" tIns="45720" rIns="91440" bIns="45720" rtlCol="0" anchor="b"/>
          <a:lstStyle>
            <a:lvl1pPr algn="r">
              <a:defRPr sz="1200"/>
            </a:lvl1pPr>
          </a:lstStyle>
          <a:p>
            <a:fld id="{56445C23-547F-4807-82A2-44CB51651154}" type="slidenum">
              <a:rPr lang="ko-KR" altLang="en-US" smtClean="0"/>
              <a:pPr/>
              <a:t>‹#›</a:t>
            </a:fld>
            <a:endParaRPr lang="ko-KR" altLang="en-US"/>
          </a:p>
        </p:txBody>
      </p:sp>
    </p:spTree>
    <p:extLst>
      <p:ext uri="{BB962C8B-B14F-4D97-AF65-F5344CB8AC3E}">
        <p14:creationId xmlns:p14="http://schemas.microsoft.com/office/powerpoint/2010/main" val="228376354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developer.android.com/reference/android/os/IBinder.html" TargetMode="External"/><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hyperlink" Target="https://developer.android.com/reference/android/os/Binder.html"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developer.android.com/reference/android/support/test/espresso/remote/IInteractionExecutionStatus.html" TargetMode="External"/><Relationship Id="rId2" Type="http://schemas.openxmlformats.org/officeDocument/2006/relationships/slide" Target="../slides/slide32.xml"/><Relationship Id="rId1" Type="http://schemas.openxmlformats.org/officeDocument/2006/relationships/notesMaster" Target="../notesMasters/notesMaster1.xml"/><Relationship Id="rId5" Type="http://schemas.openxmlformats.org/officeDocument/2006/relationships/hyperlink" Target="https://developer.android.com/reference/android/os/IInterface.html" TargetMode="External"/><Relationship Id="rId4" Type="http://schemas.openxmlformats.org/officeDocument/2006/relationships/hyperlink" Target="https://developer.android.com/reference/android/os/IBinder.html" TargetMode="Externa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a:p>
        </p:txBody>
      </p:sp>
      <p:sp>
        <p:nvSpPr>
          <p:cNvPr id="4" name="Slide Number Placeholder 3"/>
          <p:cNvSpPr>
            <a:spLocks noGrp="1"/>
          </p:cNvSpPr>
          <p:nvPr>
            <p:ph type="sldNum" sz="quarter" idx="10"/>
          </p:nvPr>
        </p:nvSpPr>
        <p:spPr/>
        <p:txBody>
          <a:bodyPr/>
          <a:lstStyle/>
          <a:p>
            <a:fld id="{56445C23-547F-4807-82A2-44CB51651154}" type="slidenum">
              <a:rPr lang="ko-KR" altLang="en-US" smtClean="0"/>
              <a:pPr/>
              <a:t>1</a:t>
            </a:fld>
            <a:endParaRPr lang="ko-KR" altLang="en-US"/>
          </a:p>
        </p:txBody>
      </p:sp>
    </p:spTree>
    <p:extLst>
      <p:ext uri="{BB962C8B-B14F-4D97-AF65-F5344CB8AC3E}">
        <p14:creationId xmlns:p14="http://schemas.microsoft.com/office/powerpoint/2010/main" val="36152073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2</a:t>
            </a:fld>
            <a:endParaRPr lang="ko-KR" altLang="en-US"/>
          </a:p>
        </p:txBody>
      </p:sp>
    </p:spTree>
    <p:extLst>
      <p:ext uri="{BB962C8B-B14F-4D97-AF65-F5344CB8AC3E}">
        <p14:creationId xmlns:p14="http://schemas.microsoft.com/office/powerpoint/2010/main" val="3871720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3</a:t>
            </a:fld>
            <a:endParaRPr lang="ko-KR" altLang="en-US"/>
          </a:p>
        </p:txBody>
      </p:sp>
    </p:spTree>
    <p:extLst>
      <p:ext uri="{BB962C8B-B14F-4D97-AF65-F5344CB8AC3E}">
        <p14:creationId xmlns:p14="http://schemas.microsoft.com/office/powerpoint/2010/main" val="1205951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4</a:t>
            </a:fld>
            <a:endParaRPr lang="ko-KR" altLang="en-US"/>
          </a:p>
        </p:txBody>
      </p:sp>
    </p:spTree>
    <p:extLst>
      <p:ext uri="{BB962C8B-B14F-4D97-AF65-F5344CB8AC3E}">
        <p14:creationId xmlns:p14="http://schemas.microsoft.com/office/powerpoint/2010/main" val="2557435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r>
              <a:rPr lang="en-US" altLang="ko-KR" b="1" dirty="0" smtClean="0"/>
              <a:t>BCTest_1 </a:t>
            </a:r>
            <a:r>
              <a:rPr lang="ko-KR" altLang="en-US" b="1" dirty="0" smtClean="0"/>
              <a:t>프로젝트 생성</a:t>
            </a:r>
            <a:endParaRPr lang="ko-KR" altLang="en-US" b="1" dirty="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5</a:t>
            </a:fld>
            <a:endParaRPr lang="ko-KR" altLang="en-US"/>
          </a:p>
        </p:txBody>
      </p:sp>
    </p:spTree>
    <p:extLst>
      <p:ext uri="{BB962C8B-B14F-4D97-AF65-F5344CB8AC3E}">
        <p14:creationId xmlns:p14="http://schemas.microsoft.com/office/powerpoint/2010/main" val="1705128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r>
              <a:rPr lang="en-US" altLang="ko-KR" b="1" dirty="0" smtClean="0"/>
              <a:t>Intent </a:t>
            </a:r>
            <a:r>
              <a:rPr lang="en-US" altLang="ko-KR" b="1" dirty="0" err="1" smtClean="0"/>
              <a:t>setAction</a:t>
            </a:r>
            <a:r>
              <a:rPr lang="en-US" altLang="ko-KR" b="1" dirty="0" smtClean="0"/>
              <a:t> (String action)</a:t>
            </a:r>
          </a:p>
          <a:p>
            <a:r>
              <a:rPr lang="en-US" altLang="ko-KR" dirty="0" smtClean="0"/>
              <a:t>- Set the general action to be performed.</a:t>
            </a:r>
          </a:p>
          <a:p>
            <a:pPr marL="171450" indent="-171450">
              <a:buFontTx/>
              <a:buChar char="-"/>
            </a:pPr>
            <a:r>
              <a:rPr lang="en-US" altLang="ko-KR" u="sng" dirty="0" smtClean="0">
                <a:effectLst/>
              </a:rPr>
              <a:t>action String: An action name</a:t>
            </a:r>
            <a:r>
              <a:rPr lang="en-US" altLang="ko-KR" dirty="0" smtClean="0">
                <a:effectLst/>
              </a:rPr>
              <a:t>, such as ACTION_VIEW. Application-specific actions should be prefixed with the vendor's package name.</a:t>
            </a:r>
          </a:p>
          <a:p>
            <a:pPr marL="171450" indent="-171450">
              <a:buFontTx/>
              <a:buChar char="-"/>
            </a:pPr>
            <a:endParaRPr lang="en-US" altLang="ko-KR" dirty="0" smtClean="0">
              <a:effectLst/>
            </a:endParaRPr>
          </a:p>
          <a:p>
            <a:pPr marL="171450" indent="-171450">
              <a:buFontTx/>
              <a:buChar char="-"/>
            </a:pPr>
            <a:endParaRPr lang="en-US" altLang="ko-KR" dirty="0" smtClean="0">
              <a:effectLst/>
            </a:endParaRPr>
          </a:p>
          <a:p>
            <a:pPr marL="0" indent="0">
              <a:buFontTx/>
              <a:buNone/>
            </a:pPr>
            <a:r>
              <a:rPr lang="en-US" altLang="ko-KR" b="1" dirty="0" smtClean="0"/>
              <a:t>void </a:t>
            </a:r>
            <a:r>
              <a:rPr lang="en-US" altLang="ko-KR" b="1" dirty="0" err="1" smtClean="0"/>
              <a:t>sendBroadcast</a:t>
            </a:r>
            <a:r>
              <a:rPr lang="en-US" altLang="ko-KR" b="1" dirty="0" smtClean="0"/>
              <a:t> (Intent intent)</a:t>
            </a:r>
          </a:p>
          <a:p>
            <a:pPr marL="0" indent="0">
              <a:buFontTx/>
              <a:buNone/>
            </a:pPr>
            <a:r>
              <a:rPr lang="en-US" altLang="ko-KR" u="none" dirty="0" smtClean="0"/>
              <a:t>- </a:t>
            </a:r>
            <a:r>
              <a:rPr lang="en-US" altLang="ko-KR" u="sng" dirty="0" smtClean="0"/>
              <a:t>Broadcast the given intent to all interested </a:t>
            </a:r>
            <a:r>
              <a:rPr lang="en-US" altLang="ko-KR" u="sng" dirty="0" err="1" smtClean="0"/>
              <a:t>BroadcastReceivers</a:t>
            </a:r>
            <a:r>
              <a:rPr lang="en-US" altLang="ko-KR" u="sng" dirty="0" smtClean="0"/>
              <a:t>.</a:t>
            </a:r>
            <a:r>
              <a:rPr lang="en-US" altLang="ko-KR" dirty="0" smtClean="0"/>
              <a:t> This call is asynchronous; it returns immediately, and you will continue executing while the receivers are run. </a:t>
            </a:r>
            <a:endParaRPr lang="ko-KR" altLang="en-US" dirty="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6</a:t>
            </a:fld>
            <a:endParaRPr lang="ko-KR" altLang="en-US"/>
          </a:p>
        </p:txBody>
      </p:sp>
    </p:spTree>
    <p:extLst>
      <p:ext uri="{BB962C8B-B14F-4D97-AF65-F5344CB8AC3E}">
        <p14:creationId xmlns:p14="http://schemas.microsoft.com/office/powerpoint/2010/main" val="31490696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r>
              <a:rPr lang="en-US" altLang="ko-KR" b="1" dirty="0" smtClean="0"/>
              <a:t>BroadcastReceiverTest_1</a:t>
            </a:r>
            <a:r>
              <a:rPr lang="en-US" altLang="ko-KR" b="1" baseline="0" dirty="0" smtClean="0"/>
              <a:t> </a:t>
            </a:r>
            <a:r>
              <a:rPr lang="ko-KR" altLang="en-US" b="1" baseline="0" dirty="0" smtClean="0"/>
              <a:t>프로젝트 생성</a:t>
            </a:r>
            <a:endParaRPr lang="en-US" altLang="ko-KR" b="1" dirty="0" smtClean="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7</a:t>
            </a:fld>
            <a:endParaRPr lang="ko-KR" altLang="en-US"/>
          </a:p>
        </p:txBody>
      </p:sp>
    </p:spTree>
    <p:extLst>
      <p:ext uri="{BB962C8B-B14F-4D97-AF65-F5344CB8AC3E}">
        <p14:creationId xmlns:p14="http://schemas.microsoft.com/office/powerpoint/2010/main" val="149320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8</a:t>
            </a:fld>
            <a:endParaRPr lang="ko-KR" altLang="en-US"/>
          </a:p>
        </p:txBody>
      </p:sp>
    </p:spTree>
    <p:extLst>
      <p:ext uri="{BB962C8B-B14F-4D97-AF65-F5344CB8AC3E}">
        <p14:creationId xmlns:p14="http://schemas.microsoft.com/office/powerpoint/2010/main" val="5268746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9</a:t>
            </a:fld>
            <a:endParaRPr lang="ko-KR" altLang="en-US"/>
          </a:p>
        </p:txBody>
      </p:sp>
    </p:spTree>
    <p:extLst>
      <p:ext uri="{BB962C8B-B14F-4D97-AF65-F5344CB8AC3E}">
        <p14:creationId xmlns:p14="http://schemas.microsoft.com/office/powerpoint/2010/main" val="24821678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10</a:t>
            </a:fld>
            <a:endParaRPr lang="ko-KR" altLang="en-US"/>
          </a:p>
        </p:txBody>
      </p:sp>
    </p:spTree>
    <p:extLst>
      <p:ext uri="{BB962C8B-B14F-4D97-AF65-F5344CB8AC3E}">
        <p14:creationId xmlns:p14="http://schemas.microsoft.com/office/powerpoint/2010/main" val="23328922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r>
              <a:rPr lang="en-US" altLang="ko-KR" b="1" dirty="0" smtClean="0"/>
              <a:t>public abstract class </a:t>
            </a:r>
            <a:r>
              <a:rPr lang="en-US" altLang="ko-KR" b="1" dirty="0" err="1" smtClean="0"/>
              <a:t>BroadcastReceiver</a:t>
            </a:r>
            <a:r>
              <a:rPr lang="en-US" altLang="ko-KR" b="1" dirty="0" smtClean="0"/>
              <a:t> </a:t>
            </a:r>
          </a:p>
          <a:p>
            <a:endParaRPr lang="en-US" altLang="ko-KR" dirty="0" smtClean="0"/>
          </a:p>
          <a:p>
            <a:r>
              <a:rPr lang="en-US" altLang="ko-KR" dirty="0" smtClean="0"/>
              <a:t>- Base class for code that receives and handles broadcast intents sent by </a:t>
            </a:r>
            <a:r>
              <a:rPr lang="en-US" altLang="ko-KR" dirty="0" err="1" smtClean="0"/>
              <a:t>sendBroadcast</a:t>
            </a:r>
            <a:r>
              <a:rPr lang="en-US" altLang="ko-KR" dirty="0" smtClean="0"/>
              <a:t>(Intent).</a:t>
            </a:r>
          </a:p>
          <a:p>
            <a:pPr marL="171450" indent="-171450">
              <a:buFontTx/>
              <a:buChar char="-"/>
            </a:pPr>
            <a:r>
              <a:rPr lang="en-US" altLang="ko-KR" dirty="0" smtClean="0"/>
              <a:t>You can either dynamically register an instance of this class with </a:t>
            </a:r>
            <a:r>
              <a:rPr lang="en-US" altLang="ko-KR" dirty="0" err="1" smtClean="0"/>
              <a:t>Context.registerReceiver</a:t>
            </a:r>
            <a:r>
              <a:rPr lang="en-US" altLang="ko-KR" dirty="0" smtClean="0"/>
              <a:t>() or statically declare an implementation with the &lt;receiver&gt; tag in your AndroidManifest.xml.</a:t>
            </a:r>
          </a:p>
          <a:p>
            <a:pPr marL="171450" indent="-171450">
              <a:buFontTx/>
              <a:buChar char="-"/>
            </a:pPr>
            <a:endParaRPr lang="en-US" altLang="ko-KR" dirty="0" smtClean="0"/>
          </a:p>
          <a:p>
            <a:pPr marL="0" indent="0">
              <a:buFontTx/>
              <a:buNone/>
            </a:pPr>
            <a:endParaRPr lang="en-US" altLang="ko-KR" b="1" dirty="0" smtClean="0"/>
          </a:p>
          <a:p>
            <a:pPr marL="0" indent="0">
              <a:buFontTx/>
              <a:buNone/>
            </a:pPr>
            <a:r>
              <a:rPr lang="en-US" altLang="ko-KR" b="1" dirty="0" smtClean="0"/>
              <a:t>FLAG_ACTIVITY_NEW_TASK</a:t>
            </a:r>
          </a:p>
          <a:p>
            <a:pPr marL="171450" indent="-171450">
              <a:buFontTx/>
              <a:buChar char="-"/>
            </a:pPr>
            <a:r>
              <a:rPr lang="en-US" altLang="ko-KR" u="sng" dirty="0" smtClean="0"/>
              <a:t>If set, this activity will become the start of a new task on this history stack</a:t>
            </a:r>
            <a:r>
              <a:rPr lang="en-US" altLang="ko-KR" dirty="0" smtClean="0"/>
              <a:t>. A task (from the activity that started it to the next task activity) defines an atomic group of activities that the user can move to. Tasks can be moved to the foreground and background; all of the activities inside of a particular task always remain in the same order. See </a:t>
            </a:r>
            <a:r>
              <a:rPr lang="en-US" altLang="ko-KR" u="sng" dirty="0" smtClean="0"/>
              <a:t>Tasks and Back Stack</a:t>
            </a:r>
            <a:r>
              <a:rPr lang="en-US" altLang="ko-KR" dirty="0" smtClean="0"/>
              <a:t> for more information about tasks.</a:t>
            </a:r>
          </a:p>
          <a:p>
            <a:pPr marL="171450" indent="-171450">
              <a:buFontTx/>
              <a:buChar char="-"/>
            </a:pPr>
            <a:r>
              <a:rPr lang="en-US" altLang="ko-KR" dirty="0" smtClean="0"/>
              <a:t>https://developer.android.com/guide/components/tasks-and-back-stack.html</a:t>
            </a:r>
            <a:endParaRPr lang="ko-KR" altLang="en-US" dirty="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11</a:t>
            </a:fld>
            <a:endParaRPr lang="ko-KR" altLang="en-US"/>
          </a:p>
        </p:txBody>
      </p:sp>
    </p:spTree>
    <p:extLst>
      <p:ext uri="{BB962C8B-B14F-4D97-AF65-F5344CB8AC3E}">
        <p14:creationId xmlns:p14="http://schemas.microsoft.com/office/powerpoint/2010/main" val="1519127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12</a:t>
            </a:fld>
            <a:endParaRPr lang="ko-KR" altLang="en-US"/>
          </a:p>
        </p:txBody>
      </p:sp>
    </p:spTree>
    <p:extLst>
      <p:ext uri="{BB962C8B-B14F-4D97-AF65-F5344CB8AC3E}">
        <p14:creationId xmlns:p14="http://schemas.microsoft.com/office/powerpoint/2010/main" val="19696598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r>
              <a:rPr lang="en-US" altLang="ko-KR" b="1" dirty="0" smtClean="0"/>
              <a:t>BroadcastReceiverTest_2 </a:t>
            </a:r>
            <a:r>
              <a:rPr lang="ko-KR" altLang="en-US" b="1" dirty="0" smtClean="0"/>
              <a:t>프로젝트 생성</a:t>
            </a:r>
            <a:endParaRPr lang="en-US" altLang="ko-KR" b="1" dirty="0" smtClean="0"/>
          </a:p>
          <a:p>
            <a:r>
              <a:rPr lang="en-US" altLang="ko-KR" dirty="0" err="1" smtClean="0"/>
              <a:t>WatchSystem</a:t>
            </a:r>
            <a:r>
              <a:rPr lang="ko-KR" altLang="en-US" dirty="0" smtClean="0"/>
              <a:t>이라는 이름의 </a:t>
            </a:r>
            <a:r>
              <a:rPr lang="en-US" altLang="ko-KR" dirty="0" err="1" smtClean="0"/>
              <a:t>BroadcastReceiver</a:t>
            </a:r>
            <a:r>
              <a:rPr lang="en-US" altLang="ko-KR" dirty="0" smtClean="0"/>
              <a:t> </a:t>
            </a:r>
            <a:r>
              <a:rPr lang="ko-KR" altLang="en-US" dirty="0" smtClean="0"/>
              <a:t>생성</a:t>
            </a:r>
          </a:p>
          <a:p>
            <a:endParaRPr lang="ko-KR" altLang="en-US" dirty="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13</a:t>
            </a:fld>
            <a:endParaRPr lang="ko-KR" altLang="en-US"/>
          </a:p>
        </p:txBody>
      </p:sp>
    </p:spTree>
    <p:extLst>
      <p:ext uri="{BB962C8B-B14F-4D97-AF65-F5344CB8AC3E}">
        <p14:creationId xmlns:p14="http://schemas.microsoft.com/office/powerpoint/2010/main" val="15203896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14</a:t>
            </a:fld>
            <a:endParaRPr lang="ko-KR" altLang="en-US"/>
          </a:p>
        </p:txBody>
      </p:sp>
    </p:spTree>
    <p:extLst>
      <p:ext uri="{BB962C8B-B14F-4D97-AF65-F5344CB8AC3E}">
        <p14:creationId xmlns:p14="http://schemas.microsoft.com/office/powerpoint/2010/main" val="5615415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en-US" altLang="ko-KR" sz="1200" i="1" dirty="0" smtClean="0">
              <a:solidFill>
                <a:srgbClr val="000000"/>
              </a:solidFill>
              <a:latin typeface="+mn-ea"/>
            </a:endParaRPr>
          </a:p>
          <a:p>
            <a:endParaRPr lang="ko-KR" altLang="en-US" dirty="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15</a:t>
            </a:fld>
            <a:endParaRPr lang="ko-KR" altLang="en-US"/>
          </a:p>
        </p:txBody>
      </p:sp>
    </p:spTree>
    <p:extLst>
      <p:ext uri="{BB962C8B-B14F-4D97-AF65-F5344CB8AC3E}">
        <p14:creationId xmlns:p14="http://schemas.microsoft.com/office/powerpoint/2010/main" val="33318652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en-US" altLang="ko-KR" b="1" dirty="0" smtClean="0">
              <a:solidFill>
                <a:prstClr val="black"/>
              </a:solidFill>
            </a:endParaRPr>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16</a:t>
            </a:fld>
            <a:endParaRPr lang="ko-KR" altLang="en-US"/>
          </a:p>
        </p:txBody>
      </p:sp>
    </p:spTree>
    <p:extLst>
      <p:ext uri="{BB962C8B-B14F-4D97-AF65-F5344CB8AC3E}">
        <p14:creationId xmlns:p14="http://schemas.microsoft.com/office/powerpoint/2010/main" val="3182898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r>
              <a:rPr lang="ko-KR" altLang="en-US" dirty="0" smtClean="0"/>
              <a:t>프로젝트이름 </a:t>
            </a:r>
            <a:r>
              <a:rPr lang="en-US" altLang="ko-KR" dirty="0" smtClean="0"/>
              <a:t>(</a:t>
            </a:r>
            <a:r>
              <a:rPr lang="ko-KR" altLang="en-US" dirty="0" smtClean="0"/>
              <a:t>현재 목표로 하는 예제</a:t>
            </a:r>
            <a:r>
              <a:rPr lang="en-US" altLang="ko-KR" dirty="0" smtClean="0"/>
              <a:t>)</a:t>
            </a:r>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17</a:t>
            </a:fld>
            <a:endParaRPr lang="ko-KR" altLang="en-US"/>
          </a:p>
        </p:txBody>
      </p:sp>
    </p:spTree>
    <p:extLst>
      <p:ext uri="{BB962C8B-B14F-4D97-AF65-F5344CB8AC3E}">
        <p14:creationId xmlns:p14="http://schemas.microsoft.com/office/powerpoint/2010/main" val="6080188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200" b="1" i="0" kern="1200" dirty="0" smtClean="0">
                <a:solidFill>
                  <a:schemeClr val="tx1"/>
                </a:solidFill>
                <a:effectLst/>
                <a:latin typeface="+mn-lt"/>
                <a:ea typeface="+mn-ea"/>
                <a:cs typeface="+mn-cs"/>
              </a:rPr>
              <a:t>START_STICKY :</a:t>
            </a:r>
            <a:r>
              <a:rPr lang="ko-KR" altLang="en-US" sz="1200" b="0" i="0" kern="1200" dirty="0" smtClean="0">
                <a:solidFill>
                  <a:schemeClr val="tx1"/>
                </a:solidFill>
                <a:effectLst/>
                <a:latin typeface="+mn-lt"/>
                <a:ea typeface="+mn-ea"/>
                <a:cs typeface="+mn-cs"/>
              </a:rPr>
              <a:t> </a:t>
            </a:r>
            <a:r>
              <a:rPr lang="en-US" altLang="ko-KR" sz="1200" b="0" i="0" kern="1200" dirty="0" smtClean="0">
                <a:solidFill>
                  <a:schemeClr val="tx1"/>
                </a:solidFill>
                <a:effectLst/>
                <a:latin typeface="+mn-lt"/>
                <a:ea typeface="+mn-ea"/>
                <a:cs typeface="+mn-cs"/>
              </a:rPr>
              <a:t>Service</a:t>
            </a:r>
            <a:r>
              <a:rPr lang="ko-KR" altLang="en-US" sz="1200" b="0" i="0" kern="1200" dirty="0" smtClean="0">
                <a:solidFill>
                  <a:schemeClr val="tx1"/>
                </a:solidFill>
                <a:effectLst/>
                <a:latin typeface="+mn-lt"/>
                <a:ea typeface="+mn-ea"/>
                <a:cs typeface="+mn-cs"/>
              </a:rPr>
              <a:t>가 강제 종료되었을 경우 시스템이 다시 </a:t>
            </a:r>
            <a:r>
              <a:rPr lang="en-US" altLang="ko-KR" sz="1200" b="0" i="0" kern="1200" dirty="0" smtClean="0">
                <a:solidFill>
                  <a:schemeClr val="tx1"/>
                </a:solidFill>
                <a:effectLst/>
                <a:latin typeface="+mn-lt"/>
                <a:ea typeface="+mn-ea"/>
                <a:cs typeface="+mn-cs"/>
              </a:rPr>
              <a:t>Service</a:t>
            </a:r>
            <a:r>
              <a:rPr lang="ko-KR" altLang="en-US" sz="1200" b="0" i="0" kern="1200" dirty="0" smtClean="0">
                <a:solidFill>
                  <a:schemeClr val="tx1"/>
                </a:solidFill>
                <a:effectLst/>
                <a:latin typeface="+mn-lt"/>
                <a:ea typeface="+mn-ea"/>
                <a:cs typeface="+mn-cs"/>
              </a:rPr>
              <a:t>를 </a:t>
            </a:r>
            <a:r>
              <a:rPr lang="ko-KR" altLang="en-US" sz="1200" b="0" i="0" kern="1200" dirty="0" err="1" smtClean="0">
                <a:solidFill>
                  <a:schemeClr val="tx1"/>
                </a:solidFill>
                <a:effectLst/>
                <a:latin typeface="+mn-lt"/>
                <a:ea typeface="+mn-ea"/>
                <a:cs typeface="+mn-cs"/>
              </a:rPr>
              <a:t>재시작</a:t>
            </a:r>
            <a:r>
              <a:rPr lang="ko-KR" altLang="en-US" sz="1200" b="0" i="0" kern="1200" dirty="0" smtClean="0">
                <a:solidFill>
                  <a:schemeClr val="tx1"/>
                </a:solidFill>
                <a:effectLst/>
                <a:latin typeface="+mn-lt"/>
                <a:ea typeface="+mn-ea"/>
                <a:cs typeface="+mn-cs"/>
              </a:rPr>
              <a:t> 시켜 주지만 </a:t>
            </a:r>
            <a:r>
              <a:rPr lang="en-US" altLang="ko-KR" sz="1200" b="0" i="0" kern="1200" dirty="0" smtClean="0">
                <a:solidFill>
                  <a:schemeClr val="tx1"/>
                </a:solidFill>
                <a:effectLst/>
                <a:latin typeface="+mn-lt"/>
                <a:ea typeface="+mn-ea"/>
                <a:cs typeface="+mn-cs"/>
              </a:rPr>
              <a:t>intent </a:t>
            </a:r>
            <a:r>
              <a:rPr lang="ko-KR" altLang="en-US" sz="1200" b="0" i="0" kern="1200" dirty="0" smtClean="0">
                <a:solidFill>
                  <a:schemeClr val="tx1"/>
                </a:solidFill>
                <a:effectLst/>
                <a:latin typeface="+mn-lt"/>
                <a:ea typeface="+mn-ea"/>
                <a:cs typeface="+mn-cs"/>
              </a:rPr>
              <a:t>값을 </a:t>
            </a:r>
            <a:r>
              <a:rPr lang="en-US" altLang="ko-KR" sz="1200" b="0" i="0" kern="1200" dirty="0" smtClean="0">
                <a:solidFill>
                  <a:schemeClr val="tx1"/>
                </a:solidFill>
                <a:effectLst/>
                <a:latin typeface="+mn-lt"/>
                <a:ea typeface="+mn-ea"/>
                <a:cs typeface="+mn-cs"/>
              </a:rPr>
              <a:t>null</a:t>
            </a:r>
            <a:r>
              <a:rPr lang="ko-KR" altLang="en-US" sz="1200" b="0" i="0" kern="1200" dirty="0" smtClean="0">
                <a:solidFill>
                  <a:schemeClr val="tx1"/>
                </a:solidFill>
                <a:effectLst/>
                <a:latin typeface="+mn-lt"/>
                <a:ea typeface="+mn-ea"/>
                <a:cs typeface="+mn-cs"/>
              </a:rPr>
              <a:t>로 초기화 시켜서 </a:t>
            </a:r>
            <a:r>
              <a:rPr lang="ko-KR" altLang="en-US" sz="1200" b="0" i="0" kern="1200" dirty="0" err="1" smtClean="0">
                <a:solidFill>
                  <a:schemeClr val="tx1"/>
                </a:solidFill>
                <a:effectLst/>
                <a:latin typeface="+mn-lt"/>
                <a:ea typeface="+mn-ea"/>
                <a:cs typeface="+mn-cs"/>
              </a:rPr>
              <a:t>재시작</a:t>
            </a:r>
            <a:r>
              <a:rPr lang="ko-KR" altLang="en-US" sz="1200" b="0" i="0" kern="1200" dirty="0" smtClean="0">
                <a:solidFill>
                  <a:schemeClr val="tx1"/>
                </a:solidFill>
                <a:effectLst/>
                <a:latin typeface="+mn-lt"/>
                <a:ea typeface="+mn-ea"/>
                <a:cs typeface="+mn-cs"/>
              </a:rPr>
              <a:t> 합니다</a:t>
            </a:r>
            <a:r>
              <a:rPr lang="en-US" altLang="ko-KR" sz="1200" b="0" i="0" kern="1200" dirty="0" smtClean="0">
                <a:solidFill>
                  <a:schemeClr val="tx1"/>
                </a:solidFill>
                <a:effectLst/>
                <a:latin typeface="+mn-lt"/>
                <a:ea typeface="+mn-ea"/>
                <a:cs typeface="+mn-cs"/>
              </a:rPr>
              <a:t>. </a:t>
            </a:r>
            <a:r>
              <a:rPr lang="ko-KR" altLang="en-US" dirty="0" smtClean="0"/>
              <a:t/>
            </a:r>
            <a:br>
              <a:rPr lang="ko-KR" altLang="en-US" dirty="0" smtClean="0"/>
            </a:br>
            <a:r>
              <a:rPr lang="ko-KR" altLang="en-US" dirty="0" smtClean="0"/>
              <a:t/>
            </a:r>
            <a:br>
              <a:rPr lang="ko-KR" altLang="en-US" dirty="0" smtClean="0"/>
            </a:br>
            <a:r>
              <a:rPr lang="ko-KR" altLang="en-US" sz="1200" b="0" i="0" kern="1200" dirty="0" smtClean="0">
                <a:solidFill>
                  <a:schemeClr val="tx1"/>
                </a:solidFill>
                <a:effectLst/>
                <a:latin typeface="+mn-lt"/>
                <a:ea typeface="+mn-ea"/>
                <a:cs typeface="+mn-cs"/>
              </a:rPr>
              <a:t> </a:t>
            </a:r>
            <a:r>
              <a:rPr lang="en-US" altLang="ko-KR" sz="1200" b="0" i="0" kern="1200" dirty="0" smtClean="0">
                <a:solidFill>
                  <a:schemeClr val="tx1"/>
                </a:solidFill>
                <a:effectLst/>
                <a:latin typeface="+mn-lt"/>
                <a:ea typeface="+mn-ea"/>
                <a:cs typeface="+mn-cs"/>
              </a:rPr>
              <a:t>Service </a:t>
            </a:r>
            <a:r>
              <a:rPr lang="ko-KR" altLang="en-US" sz="1200" b="0" i="0" kern="1200" dirty="0" err="1" smtClean="0">
                <a:solidFill>
                  <a:schemeClr val="tx1"/>
                </a:solidFill>
                <a:effectLst/>
                <a:latin typeface="+mn-lt"/>
                <a:ea typeface="+mn-ea"/>
                <a:cs typeface="+mn-cs"/>
              </a:rPr>
              <a:t>실행시</a:t>
            </a:r>
            <a:r>
              <a:rPr lang="ko-KR" altLang="en-US" sz="1200" b="0" i="0" kern="1200" dirty="0" smtClean="0">
                <a:solidFill>
                  <a:schemeClr val="tx1"/>
                </a:solidFill>
                <a:effectLst/>
                <a:latin typeface="+mn-lt"/>
                <a:ea typeface="+mn-ea"/>
                <a:cs typeface="+mn-cs"/>
              </a:rPr>
              <a:t> </a:t>
            </a:r>
            <a:r>
              <a:rPr lang="en-US" altLang="ko-KR" sz="1200" b="0" i="0" kern="1200" dirty="0" err="1" smtClean="0">
                <a:solidFill>
                  <a:schemeClr val="tx1"/>
                </a:solidFill>
                <a:effectLst/>
                <a:latin typeface="+mn-lt"/>
                <a:ea typeface="+mn-ea"/>
                <a:cs typeface="+mn-cs"/>
              </a:rPr>
              <a:t>startService</a:t>
            </a:r>
            <a:r>
              <a:rPr lang="en-US" altLang="ko-KR" sz="1200" b="0" i="0" kern="1200" dirty="0" smtClean="0">
                <a:solidFill>
                  <a:schemeClr val="tx1"/>
                </a:solidFill>
                <a:effectLst/>
                <a:latin typeface="+mn-lt"/>
                <a:ea typeface="+mn-ea"/>
                <a:cs typeface="+mn-cs"/>
              </a:rPr>
              <a:t>(Intent service) </a:t>
            </a:r>
            <a:r>
              <a:rPr lang="ko-KR" altLang="en-US" sz="1200" b="0" i="0" kern="1200" dirty="0" err="1" smtClean="0">
                <a:solidFill>
                  <a:schemeClr val="tx1"/>
                </a:solidFill>
                <a:effectLst/>
                <a:latin typeface="+mn-lt"/>
                <a:ea typeface="+mn-ea"/>
                <a:cs typeface="+mn-cs"/>
              </a:rPr>
              <a:t>메서드를</a:t>
            </a:r>
            <a:r>
              <a:rPr lang="ko-KR" altLang="en-US" sz="1200" b="0" i="0" kern="1200" dirty="0" smtClean="0">
                <a:solidFill>
                  <a:schemeClr val="tx1"/>
                </a:solidFill>
                <a:effectLst/>
                <a:latin typeface="+mn-lt"/>
                <a:ea typeface="+mn-ea"/>
                <a:cs typeface="+mn-cs"/>
              </a:rPr>
              <a:t> 호출 하는데 </a:t>
            </a:r>
            <a:r>
              <a:rPr lang="en-US" altLang="ko-KR" sz="1200" b="0" i="0" kern="1200" dirty="0" err="1" smtClean="0">
                <a:solidFill>
                  <a:schemeClr val="tx1"/>
                </a:solidFill>
                <a:effectLst/>
                <a:latin typeface="+mn-lt"/>
                <a:ea typeface="+mn-ea"/>
                <a:cs typeface="+mn-cs"/>
              </a:rPr>
              <a:t>onStartCommand</a:t>
            </a:r>
            <a:r>
              <a:rPr lang="en-US" altLang="ko-KR" sz="1200" b="0" i="0" kern="1200" dirty="0" smtClean="0">
                <a:solidFill>
                  <a:schemeClr val="tx1"/>
                </a:solidFill>
                <a:effectLst/>
                <a:latin typeface="+mn-lt"/>
                <a:ea typeface="+mn-ea"/>
                <a:cs typeface="+mn-cs"/>
              </a:rPr>
              <a:t>(Intent </a:t>
            </a:r>
            <a:r>
              <a:rPr lang="en-US" altLang="ko-KR" sz="1200" b="0" i="0" kern="1200" dirty="0" err="1" smtClean="0">
                <a:solidFill>
                  <a:schemeClr val="tx1"/>
                </a:solidFill>
                <a:effectLst/>
                <a:latin typeface="+mn-lt"/>
                <a:ea typeface="+mn-ea"/>
                <a:cs typeface="+mn-cs"/>
              </a:rPr>
              <a:t>intent</a:t>
            </a:r>
            <a:r>
              <a:rPr lang="en-US" altLang="ko-KR" sz="1200" b="0" i="0" kern="1200" dirty="0" smtClean="0">
                <a:solidFill>
                  <a:schemeClr val="tx1"/>
                </a:solidFill>
                <a:effectLst/>
                <a:latin typeface="+mn-lt"/>
                <a:ea typeface="+mn-ea"/>
                <a:cs typeface="+mn-cs"/>
              </a:rPr>
              <a:t>, </a:t>
            </a:r>
            <a:r>
              <a:rPr lang="en-US" altLang="ko-KR" sz="1200" b="0" i="0" kern="1200" dirty="0" err="1" smtClean="0">
                <a:solidFill>
                  <a:schemeClr val="tx1"/>
                </a:solidFill>
                <a:effectLst/>
                <a:latin typeface="+mn-lt"/>
                <a:ea typeface="+mn-ea"/>
                <a:cs typeface="+mn-cs"/>
              </a:rPr>
              <a:t>int</a:t>
            </a:r>
            <a:r>
              <a:rPr lang="en-US" altLang="ko-KR" sz="1200" b="0" i="0" kern="1200" dirty="0" smtClean="0">
                <a:solidFill>
                  <a:schemeClr val="tx1"/>
                </a:solidFill>
                <a:effectLst/>
                <a:latin typeface="+mn-lt"/>
                <a:ea typeface="+mn-ea"/>
                <a:cs typeface="+mn-cs"/>
              </a:rPr>
              <a:t> flags, </a:t>
            </a:r>
            <a:r>
              <a:rPr lang="en-US" altLang="ko-KR" sz="1200" b="0" i="0" kern="1200" dirty="0" err="1" smtClean="0">
                <a:solidFill>
                  <a:schemeClr val="tx1"/>
                </a:solidFill>
                <a:effectLst/>
                <a:latin typeface="+mn-lt"/>
                <a:ea typeface="+mn-ea"/>
                <a:cs typeface="+mn-cs"/>
              </a:rPr>
              <a:t>int</a:t>
            </a:r>
            <a:r>
              <a:rPr lang="en-US" altLang="ko-KR" sz="1200" b="0" i="0" kern="1200" dirty="0" smtClean="0">
                <a:solidFill>
                  <a:schemeClr val="tx1"/>
                </a:solidFill>
                <a:effectLst/>
                <a:latin typeface="+mn-lt"/>
                <a:ea typeface="+mn-ea"/>
                <a:cs typeface="+mn-cs"/>
              </a:rPr>
              <a:t> </a:t>
            </a:r>
            <a:r>
              <a:rPr lang="en-US" altLang="ko-KR" sz="1200" b="0" i="0" kern="1200" dirty="0" err="1" smtClean="0">
                <a:solidFill>
                  <a:schemeClr val="tx1"/>
                </a:solidFill>
                <a:effectLst/>
                <a:latin typeface="+mn-lt"/>
                <a:ea typeface="+mn-ea"/>
                <a:cs typeface="+mn-cs"/>
              </a:rPr>
              <a:t>startId</a:t>
            </a:r>
            <a:r>
              <a:rPr lang="en-US" altLang="ko-KR" sz="1200" b="0" i="0" kern="1200" dirty="0" smtClean="0">
                <a:solidFill>
                  <a:schemeClr val="tx1"/>
                </a:solidFill>
                <a:effectLst/>
                <a:latin typeface="+mn-lt"/>
                <a:ea typeface="+mn-ea"/>
                <a:cs typeface="+mn-cs"/>
              </a:rPr>
              <a:t>) </a:t>
            </a:r>
            <a:r>
              <a:rPr lang="ko-KR" altLang="en-US" sz="1200" b="0" i="0" kern="1200" dirty="0" err="1" smtClean="0">
                <a:solidFill>
                  <a:schemeClr val="tx1"/>
                </a:solidFill>
                <a:effectLst/>
                <a:latin typeface="+mn-lt"/>
                <a:ea typeface="+mn-ea"/>
                <a:cs typeface="+mn-cs"/>
              </a:rPr>
              <a:t>메서드에</a:t>
            </a:r>
            <a:r>
              <a:rPr lang="ko-KR" altLang="en-US" sz="1200" b="0" i="0" kern="1200" dirty="0" smtClean="0">
                <a:solidFill>
                  <a:schemeClr val="tx1"/>
                </a:solidFill>
                <a:effectLst/>
                <a:latin typeface="+mn-lt"/>
                <a:ea typeface="+mn-ea"/>
                <a:cs typeface="+mn-cs"/>
              </a:rPr>
              <a:t> </a:t>
            </a:r>
            <a:r>
              <a:rPr lang="en-US" altLang="ko-KR" sz="1200" b="0" i="0" kern="1200" dirty="0" smtClean="0">
                <a:solidFill>
                  <a:schemeClr val="tx1"/>
                </a:solidFill>
                <a:effectLst/>
                <a:latin typeface="+mn-lt"/>
                <a:ea typeface="+mn-ea"/>
                <a:cs typeface="+mn-cs"/>
              </a:rPr>
              <a:t>intent</a:t>
            </a:r>
            <a:r>
              <a:rPr lang="ko-KR" altLang="en-US" sz="1200" b="0" i="0" kern="1200" dirty="0" smtClean="0">
                <a:solidFill>
                  <a:schemeClr val="tx1"/>
                </a:solidFill>
                <a:effectLst/>
                <a:latin typeface="+mn-lt"/>
                <a:ea typeface="+mn-ea"/>
                <a:cs typeface="+mn-cs"/>
              </a:rPr>
              <a:t>로 </a:t>
            </a:r>
            <a:r>
              <a:rPr lang="en-US" altLang="ko-KR" sz="1200" b="0" i="0" kern="1200" dirty="0" smtClean="0">
                <a:solidFill>
                  <a:schemeClr val="tx1"/>
                </a:solidFill>
                <a:effectLst/>
                <a:latin typeface="+mn-lt"/>
                <a:ea typeface="+mn-ea"/>
                <a:cs typeface="+mn-cs"/>
              </a:rPr>
              <a:t>value</a:t>
            </a:r>
            <a:r>
              <a:rPr lang="ko-KR" altLang="en-US" sz="1200" b="0" i="0" kern="1200" dirty="0" smtClean="0">
                <a:solidFill>
                  <a:schemeClr val="tx1"/>
                </a:solidFill>
                <a:effectLst/>
                <a:latin typeface="+mn-lt"/>
                <a:ea typeface="+mn-ea"/>
                <a:cs typeface="+mn-cs"/>
              </a:rPr>
              <a:t>를 넘겨 줄 수 있습니다</a:t>
            </a:r>
            <a:r>
              <a:rPr lang="en-US" altLang="ko-KR" sz="1200" b="0" i="0" kern="1200" dirty="0" smtClean="0">
                <a:solidFill>
                  <a:schemeClr val="tx1"/>
                </a:solidFill>
                <a:effectLst/>
                <a:latin typeface="+mn-lt"/>
                <a:ea typeface="+mn-ea"/>
                <a:cs typeface="+mn-cs"/>
              </a:rPr>
              <a:t>. </a:t>
            </a:r>
            <a:r>
              <a:rPr lang="ko-KR" altLang="en-US" sz="1200" b="0" i="0" kern="1200" dirty="0" smtClean="0">
                <a:solidFill>
                  <a:schemeClr val="tx1"/>
                </a:solidFill>
                <a:effectLst/>
                <a:latin typeface="+mn-lt"/>
                <a:ea typeface="+mn-ea"/>
                <a:cs typeface="+mn-cs"/>
              </a:rPr>
              <a:t>기존에 </a:t>
            </a:r>
            <a:r>
              <a:rPr lang="en-US" altLang="ko-KR" sz="1200" b="0" i="0" kern="1200" dirty="0" smtClean="0">
                <a:solidFill>
                  <a:schemeClr val="tx1"/>
                </a:solidFill>
                <a:effectLst/>
                <a:latin typeface="+mn-lt"/>
                <a:ea typeface="+mn-ea"/>
                <a:cs typeface="+mn-cs"/>
              </a:rPr>
              <a:t>intent</a:t>
            </a:r>
            <a:r>
              <a:rPr lang="ko-KR" altLang="en-US" sz="1200" b="0" i="0" kern="1200" dirty="0" smtClean="0">
                <a:solidFill>
                  <a:schemeClr val="tx1"/>
                </a:solidFill>
                <a:effectLst/>
                <a:latin typeface="+mn-lt"/>
                <a:ea typeface="+mn-ea"/>
                <a:cs typeface="+mn-cs"/>
              </a:rPr>
              <a:t>에 </a:t>
            </a:r>
            <a:r>
              <a:rPr lang="en-US" altLang="ko-KR" sz="1200" b="0" i="0" kern="1200" dirty="0" smtClean="0">
                <a:solidFill>
                  <a:schemeClr val="tx1"/>
                </a:solidFill>
                <a:effectLst/>
                <a:latin typeface="+mn-lt"/>
                <a:ea typeface="+mn-ea"/>
                <a:cs typeface="+mn-cs"/>
              </a:rPr>
              <a:t>value</a:t>
            </a:r>
            <a:r>
              <a:rPr lang="ko-KR" altLang="en-US" sz="1200" b="0" i="0" kern="1200" dirty="0" smtClean="0">
                <a:solidFill>
                  <a:schemeClr val="tx1"/>
                </a:solidFill>
                <a:effectLst/>
                <a:latin typeface="+mn-lt"/>
                <a:ea typeface="+mn-ea"/>
                <a:cs typeface="+mn-cs"/>
              </a:rPr>
              <a:t>값이 설정이 </a:t>
            </a:r>
            <a:r>
              <a:rPr lang="ko-KR" altLang="en-US" sz="1200" b="0" i="0" kern="1200" dirty="0" err="1" smtClean="0">
                <a:solidFill>
                  <a:schemeClr val="tx1"/>
                </a:solidFill>
                <a:effectLst/>
                <a:latin typeface="+mn-lt"/>
                <a:ea typeface="+mn-ea"/>
                <a:cs typeface="+mn-cs"/>
              </a:rPr>
              <a:t>되있다고</a:t>
            </a:r>
            <a:r>
              <a:rPr lang="ko-KR" altLang="en-US" sz="1200" b="0" i="0" kern="1200" dirty="0" smtClean="0">
                <a:solidFill>
                  <a:schemeClr val="tx1"/>
                </a:solidFill>
                <a:effectLst/>
                <a:latin typeface="+mn-lt"/>
                <a:ea typeface="+mn-ea"/>
                <a:cs typeface="+mn-cs"/>
              </a:rPr>
              <a:t> 하더라도 </a:t>
            </a:r>
            <a:r>
              <a:rPr lang="en-US" altLang="ko-KR" sz="1200" b="0" i="0" kern="1200" dirty="0" smtClean="0">
                <a:solidFill>
                  <a:schemeClr val="tx1"/>
                </a:solidFill>
                <a:effectLst/>
                <a:latin typeface="+mn-lt"/>
                <a:ea typeface="+mn-ea"/>
                <a:cs typeface="+mn-cs"/>
              </a:rPr>
              <a:t>Service </a:t>
            </a:r>
            <a:r>
              <a:rPr lang="ko-KR" altLang="en-US" sz="1200" b="0" i="0" kern="1200" dirty="0" err="1" smtClean="0">
                <a:solidFill>
                  <a:schemeClr val="tx1"/>
                </a:solidFill>
                <a:effectLst/>
                <a:latin typeface="+mn-lt"/>
                <a:ea typeface="+mn-ea"/>
                <a:cs typeface="+mn-cs"/>
              </a:rPr>
              <a:t>재시작시</a:t>
            </a:r>
            <a:r>
              <a:rPr lang="ko-KR" altLang="en-US" sz="1200" b="0" i="0" kern="1200" dirty="0" smtClean="0">
                <a:solidFill>
                  <a:schemeClr val="tx1"/>
                </a:solidFill>
                <a:effectLst/>
                <a:latin typeface="+mn-lt"/>
                <a:ea typeface="+mn-ea"/>
                <a:cs typeface="+mn-cs"/>
              </a:rPr>
              <a:t> </a:t>
            </a:r>
            <a:r>
              <a:rPr lang="en-US" altLang="ko-KR" sz="1200" b="0" i="0" kern="1200" dirty="0" smtClean="0">
                <a:solidFill>
                  <a:schemeClr val="tx1"/>
                </a:solidFill>
                <a:effectLst/>
                <a:latin typeface="+mn-lt"/>
                <a:ea typeface="+mn-ea"/>
                <a:cs typeface="+mn-cs"/>
              </a:rPr>
              <a:t>intent </a:t>
            </a:r>
            <a:r>
              <a:rPr lang="ko-KR" altLang="en-US" sz="1200" b="0" i="0" kern="1200" dirty="0" smtClean="0">
                <a:solidFill>
                  <a:schemeClr val="tx1"/>
                </a:solidFill>
                <a:effectLst/>
                <a:latin typeface="+mn-lt"/>
                <a:ea typeface="+mn-ea"/>
                <a:cs typeface="+mn-cs"/>
              </a:rPr>
              <a:t>값이 </a:t>
            </a:r>
            <a:r>
              <a:rPr lang="en-US" altLang="ko-KR" sz="1200" b="0" i="0" kern="1200" dirty="0" smtClean="0">
                <a:solidFill>
                  <a:schemeClr val="tx1"/>
                </a:solidFill>
                <a:effectLst/>
                <a:latin typeface="+mn-lt"/>
                <a:ea typeface="+mn-ea"/>
                <a:cs typeface="+mn-cs"/>
              </a:rPr>
              <a:t>null</a:t>
            </a:r>
            <a:r>
              <a:rPr lang="ko-KR" altLang="en-US" sz="1200" b="0" i="0" kern="1200" dirty="0" smtClean="0">
                <a:solidFill>
                  <a:schemeClr val="tx1"/>
                </a:solidFill>
                <a:effectLst/>
                <a:latin typeface="+mn-lt"/>
                <a:ea typeface="+mn-ea"/>
                <a:cs typeface="+mn-cs"/>
              </a:rPr>
              <a:t>로 초기화 </a:t>
            </a:r>
            <a:r>
              <a:rPr lang="ko-KR" altLang="en-US" sz="1200" b="0" i="0" kern="1200" dirty="0" err="1" smtClean="0">
                <a:solidFill>
                  <a:schemeClr val="tx1"/>
                </a:solidFill>
                <a:effectLst/>
                <a:latin typeface="+mn-lt"/>
                <a:ea typeface="+mn-ea"/>
                <a:cs typeface="+mn-cs"/>
              </a:rPr>
              <a:t>되서</a:t>
            </a:r>
            <a:r>
              <a:rPr lang="ko-KR" altLang="en-US" sz="1200" b="0" i="0" kern="1200" dirty="0" smtClean="0">
                <a:solidFill>
                  <a:schemeClr val="tx1"/>
                </a:solidFill>
                <a:effectLst/>
                <a:latin typeface="+mn-lt"/>
                <a:ea typeface="+mn-ea"/>
                <a:cs typeface="+mn-cs"/>
              </a:rPr>
              <a:t> </a:t>
            </a:r>
            <a:r>
              <a:rPr lang="ko-KR" altLang="en-US" sz="1200" b="0" i="0" kern="1200" dirty="0" err="1" smtClean="0">
                <a:solidFill>
                  <a:schemeClr val="tx1"/>
                </a:solidFill>
                <a:effectLst/>
                <a:latin typeface="+mn-lt"/>
                <a:ea typeface="+mn-ea"/>
                <a:cs typeface="+mn-cs"/>
              </a:rPr>
              <a:t>재시작</a:t>
            </a:r>
            <a:r>
              <a:rPr lang="ko-KR" altLang="en-US" sz="1200" b="0" i="0" kern="1200" dirty="0" smtClean="0">
                <a:solidFill>
                  <a:schemeClr val="tx1"/>
                </a:solidFill>
                <a:effectLst/>
                <a:latin typeface="+mn-lt"/>
                <a:ea typeface="+mn-ea"/>
                <a:cs typeface="+mn-cs"/>
              </a:rPr>
              <a:t> 됩니다</a:t>
            </a:r>
            <a:r>
              <a:rPr lang="en-US" altLang="ko-KR" sz="1200" b="0" i="0" kern="1200" dirty="0" smtClean="0">
                <a:solidFill>
                  <a:schemeClr val="tx1"/>
                </a:solidFill>
                <a:effectLst/>
                <a:latin typeface="+mn-lt"/>
                <a:ea typeface="+mn-ea"/>
                <a:cs typeface="+mn-cs"/>
              </a:rPr>
              <a:t>. </a:t>
            </a:r>
            <a:r>
              <a:rPr lang="ko-KR" altLang="en-US" dirty="0" smtClean="0"/>
              <a:t/>
            </a:r>
            <a:br>
              <a:rPr lang="ko-KR" altLang="en-US" dirty="0" smtClean="0"/>
            </a:br>
            <a:r>
              <a:rPr lang="ko-KR" altLang="en-US" dirty="0" smtClean="0"/>
              <a:t/>
            </a:r>
            <a:br>
              <a:rPr lang="ko-KR" altLang="en-US" dirty="0" smtClean="0"/>
            </a:br>
            <a:r>
              <a:rPr lang="ko-KR" altLang="en-US" sz="1200" b="0" i="0" kern="1200" dirty="0" smtClean="0">
                <a:solidFill>
                  <a:schemeClr val="tx1"/>
                </a:solidFill>
                <a:effectLst/>
                <a:latin typeface="+mn-lt"/>
                <a:ea typeface="+mn-ea"/>
                <a:cs typeface="+mn-cs"/>
              </a:rPr>
              <a:t> </a:t>
            </a:r>
            <a:r>
              <a:rPr lang="en-US" altLang="ko-KR" sz="1200" b="1" i="0" kern="1200" dirty="0" smtClean="0">
                <a:solidFill>
                  <a:schemeClr val="tx1"/>
                </a:solidFill>
                <a:effectLst/>
                <a:latin typeface="+mn-lt"/>
                <a:ea typeface="+mn-ea"/>
                <a:cs typeface="+mn-cs"/>
              </a:rPr>
              <a:t>START_NOT_STICKY :</a:t>
            </a:r>
            <a:r>
              <a:rPr lang="ko-KR" altLang="en-US" sz="1200" b="0" i="0" kern="1200" dirty="0" smtClean="0">
                <a:solidFill>
                  <a:schemeClr val="tx1"/>
                </a:solidFill>
                <a:effectLst/>
                <a:latin typeface="+mn-lt"/>
                <a:ea typeface="+mn-ea"/>
                <a:cs typeface="+mn-cs"/>
              </a:rPr>
              <a:t> 이 </a:t>
            </a:r>
            <a:r>
              <a:rPr lang="en-US" altLang="ko-KR" sz="1200" b="0" i="0" kern="1200" dirty="0" smtClean="0">
                <a:solidFill>
                  <a:schemeClr val="tx1"/>
                </a:solidFill>
                <a:effectLst/>
                <a:latin typeface="+mn-lt"/>
                <a:ea typeface="+mn-ea"/>
                <a:cs typeface="+mn-cs"/>
              </a:rPr>
              <a:t>Flag</a:t>
            </a:r>
            <a:r>
              <a:rPr lang="ko-KR" altLang="en-US" sz="1200" b="0" i="0" kern="1200" dirty="0" smtClean="0">
                <a:solidFill>
                  <a:schemeClr val="tx1"/>
                </a:solidFill>
                <a:effectLst/>
                <a:latin typeface="+mn-lt"/>
                <a:ea typeface="+mn-ea"/>
                <a:cs typeface="+mn-cs"/>
              </a:rPr>
              <a:t>를 </a:t>
            </a:r>
            <a:r>
              <a:rPr lang="ko-KR" altLang="en-US" sz="1200" b="0" i="0" kern="1200" dirty="0" err="1" smtClean="0">
                <a:solidFill>
                  <a:schemeClr val="tx1"/>
                </a:solidFill>
                <a:effectLst/>
                <a:latin typeface="+mn-lt"/>
                <a:ea typeface="+mn-ea"/>
                <a:cs typeface="+mn-cs"/>
              </a:rPr>
              <a:t>리턴해</a:t>
            </a:r>
            <a:r>
              <a:rPr lang="ko-KR" altLang="en-US" sz="1200" b="0" i="0" kern="1200" dirty="0" smtClean="0">
                <a:solidFill>
                  <a:schemeClr val="tx1"/>
                </a:solidFill>
                <a:effectLst/>
                <a:latin typeface="+mn-lt"/>
                <a:ea typeface="+mn-ea"/>
                <a:cs typeface="+mn-cs"/>
              </a:rPr>
              <a:t> 주시면</a:t>
            </a:r>
            <a:r>
              <a:rPr lang="en-US" altLang="ko-KR" sz="1200" b="0" i="0" kern="1200" dirty="0" smtClean="0">
                <a:solidFill>
                  <a:schemeClr val="tx1"/>
                </a:solidFill>
                <a:effectLst/>
                <a:latin typeface="+mn-lt"/>
                <a:ea typeface="+mn-ea"/>
                <a:cs typeface="+mn-cs"/>
              </a:rPr>
              <a:t>, </a:t>
            </a:r>
            <a:r>
              <a:rPr lang="ko-KR" altLang="en-US" sz="1200" b="0" i="0" kern="1200" dirty="0" smtClean="0">
                <a:solidFill>
                  <a:schemeClr val="tx1"/>
                </a:solidFill>
                <a:effectLst/>
                <a:latin typeface="+mn-lt"/>
                <a:ea typeface="+mn-ea"/>
                <a:cs typeface="+mn-cs"/>
              </a:rPr>
              <a:t>강제로 종료 된 </a:t>
            </a:r>
            <a:r>
              <a:rPr lang="en-US" altLang="ko-KR" sz="1200" b="0" i="0" kern="1200" dirty="0" smtClean="0">
                <a:solidFill>
                  <a:schemeClr val="tx1"/>
                </a:solidFill>
                <a:effectLst/>
                <a:latin typeface="+mn-lt"/>
                <a:ea typeface="+mn-ea"/>
                <a:cs typeface="+mn-cs"/>
              </a:rPr>
              <a:t>Service</a:t>
            </a:r>
            <a:r>
              <a:rPr lang="ko-KR" altLang="en-US" sz="1200" b="0" i="0" kern="1200" dirty="0" smtClean="0">
                <a:solidFill>
                  <a:schemeClr val="tx1"/>
                </a:solidFill>
                <a:effectLst/>
                <a:latin typeface="+mn-lt"/>
                <a:ea typeface="+mn-ea"/>
                <a:cs typeface="+mn-cs"/>
              </a:rPr>
              <a:t>가 </a:t>
            </a:r>
            <a:r>
              <a:rPr lang="ko-KR" altLang="en-US" sz="1200" b="0" i="0" kern="1200" dirty="0" err="1" smtClean="0">
                <a:solidFill>
                  <a:schemeClr val="tx1"/>
                </a:solidFill>
                <a:effectLst/>
                <a:latin typeface="+mn-lt"/>
                <a:ea typeface="+mn-ea"/>
                <a:cs typeface="+mn-cs"/>
              </a:rPr>
              <a:t>재시작</a:t>
            </a:r>
            <a:r>
              <a:rPr lang="ko-KR" altLang="en-US" sz="1200" b="0" i="0" kern="1200" dirty="0" smtClean="0">
                <a:solidFill>
                  <a:schemeClr val="tx1"/>
                </a:solidFill>
                <a:effectLst/>
                <a:latin typeface="+mn-lt"/>
                <a:ea typeface="+mn-ea"/>
                <a:cs typeface="+mn-cs"/>
              </a:rPr>
              <a:t> 하지 않습니다</a:t>
            </a:r>
            <a:r>
              <a:rPr lang="en-US" altLang="ko-KR" sz="1200" b="0" i="0" kern="1200" dirty="0" smtClean="0">
                <a:solidFill>
                  <a:schemeClr val="tx1"/>
                </a:solidFill>
                <a:effectLst/>
                <a:latin typeface="+mn-lt"/>
                <a:ea typeface="+mn-ea"/>
                <a:cs typeface="+mn-cs"/>
              </a:rPr>
              <a:t>. </a:t>
            </a:r>
            <a:r>
              <a:rPr lang="ko-KR" altLang="en-US" sz="1200" b="0" i="0" kern="1200" dirty="0" smtClean="0">
                <a:solidFill>
                  <a:schemeClr val="tx1"/>
                </a:solidFill>
                <a:effectLst/>
                <a:latin typeface="+mn-lt"/>
                <a:ea typeface="+mn-ea"/>
                <a:cs typeface="+mn-cs"/>
              </a:rPr>
              <a:t>시스템에 의해 강제 종료되어도 </a:t>
            </a:r>
            <a:r>
              <a:rPr lang="ko-KR" altLang="en-US" sz="1200" b="0" i="0" kern="1200" dirty="0" smtClean="0">
                <a:solidFill>
                  <a:schemeClr val="tx1"/>
                </a:solidFill>
                <a:effectLst/>
                <a:latin typeface="+mn-lt"/>
                <a:ea typeface="+mn-ea"/>
                <a:cs typeface="+mn-cs"/>
              </a:rPr>
              <a:t>괜찮은 </a:t>
            </a:r>
            <a:r>
              <a:rPr lang="ko-KR" altLang="en-US" sz="1200" b="0" i="0" kern="1200" dirty="0" smtClean="0">
                <a:solidFill>
                  <a:schemeClr val="tx1"/>
                </a:solidFill>
                <a:effectLst/>
                <a:latin typeface="+mn-lt"/>
                <a:ea typeface="+mn-ea"/>
                <a:cs typeface="+mn-cs"/>
              </a:rPr>
              <a:t>작업을 진행 할 때 사용해 주시면 됩니다</a:t>
            </a:r>
            <a:r>
              <a:rPr lang="en-US" altLang="ko-KR" sz="1200" b="0" i="0" kern="1200" dirty="0" smtClean="0">
                <a:solidFill>
                  <a:schemeClr val="tx1"/>
                </a:solidFill>
                <a:effectLst/>
                <a:latin typeface="+mn-lt"/>
                <a:ea typeface="+mn-ea"/>
                <a:cs typeface="+mn-cs"/>
              </a:rPr>
              <a:t>. </a:t>
            </a:r>
            <a:r>
              <a:rPr lang="ko-KR" altLang="en-US" dirty="0" smtClean="0"/>
              <a:t/>
            </a:r>
            <a:br>
              <a:rPr lang="ko-KR" altLang="en-US" dirty="0" smtClean="0"/>
            </a:br>
            <a:r>
              <a:rPr lang="ko-KR" altLang="en-US" dirty="0" smtClean="0"/>
              <a:t/>
            </a:r>
            <a:br>
              <a:rPr lang="ko-KR" altLang="en-US" dirty="0" smtClean="0"/>
            </a:br>
            <a:r>
              <a:rPr lang="ko-KR" altLang="en-US" sz="1200" b="0" i="0" kern="1200" dirty="0" smtClean="0">
                <a:solidFill>
                  <a:schemeClr val="tx1"/>
                </a:solidFill>
                <a:effectLst/>
                <a:latin typeface="+mn-lt"/>
                <a:ea typeface="+mn-ea"/>
                <a:cs typeface="+mn-cs"/>
              </a:rPr>
              <a:t> </a:t>
            </a:r>
            <a:r>
              <a:rPr lang="en-US" altLang="ko-KR" sz="1200" b="1" i="0" kern="1200" dirty="0" smtClean="0">
                <a:solidFill>
                  <a:schemeClr val="tx1"/>
                </a:solidFill>
                <a:effectLst/>
                <a:latin typeface="+mn-lt"/>
                <a:ea typeface="+mn-ea"/>
                <a:cs typeface="+mn-cs"/>
              </a:rPr>
              <a:t>START_REDELIVER_INTENT :</a:t>
            </a:r>
            <a:r>
              <a:rPr lang="ko-KR" altLang="en-US" sz="1200" b="0" i="0" kern="1200" dirty="0" smtClean="0">
                <a:solidFill>
                  <a:schemeClr val="tx1"/>
                </a:solidFill>
                <a:effectLst/>
                <a:latin typeface="+mn-lt"/>
                <a:ea typeface="+mn-ea"/>
                <a:cs typeface="+mn-cs"/>
              </a:rPr>
              <a:t> </a:t>
            </a:r>
            <a:r>
              <a:rPr lang="en-US" altLang="ko-KR" sz="1200" b="0" i="0" kern="1200" dirty="0" smtClean="0">
                <a:solidFill>
                  <a:schemeClr val="tx1"/>
                </a:solidFill>
                <a:effectLst/>
                <a:latin typeface="+mn-lt"/>
                <a:ea typeface="+mn-ea"/>
                <a:cs typeface="+mn-cs"/>
              </a:rPr>
              <a:t>START_STICKY</a:t>
            </a:r>
            <a:r>
              <a:rPr lang="ko-KR" altLang="en-US" sz="1200" b="0" i="0" kern="1200" dirty="0" smtClean="0">
                <a:solidFill>
                  <a:schemeClr val="tx1"/>
                </a:solidFill>
                <a:effectLst/>
                <a:latin typeface="+mn-lt"/>
                <a:ea typeface="+mn-ea"/>
                <a:cs typeface="+mn-cs"/>
              </a:rPr>
              <a:t>와 마찬가지로 </a:t>
            </a:r>
            <a:r>
              <a:rPr lang="en-US" altLang="ko-KR" sz="1200" b="0" i="0" kern="1200" dirty="0" smtClean="0">
                <a:solidFill>
                  <a:schemeClr val="tx1"/>
                </a:solidFill>
                <a:effectLst/>
                <a:latin typeface="+mn-lt"/>
                <a:ea typeface="+mn-ea"/>
                <a:cs typeface="+mn-cs"/>
              </a:rPr>
              <a:t>Service</a:t>
            </a:r>
            <a:r>
              <a:rPr lang="ko-KR" altLang="en-US" sz="1200" b="0" i="0" kern="1200" dirty="0" smtClean="0">
                <a:solidFill>
                  <a:schemeClr val="tx1"/>
                </a:solidFill>
                <a:effectLst/>
                <a:latin typeface="+mn-lt"/>
                <a:ea typeface="+mn-ea"/>
                <a:cs typeface="+mn-cs"/>
              </a:rPr>
              <a:t>가 종료 되었을 경우 시스템이 다시 </a:t>
            </a:r>
            <a:r>
              <a:rPr lang="en-US" altLang="ko-KR" sz="1200" b="0" i="0" kern="1200" dirty="0" smtClean="0">
                <a:solidFill>
                  <a:schemeClr val="tx1"/>
                </a:solidFill>
                <a:effectLst/>
                <a:latin typeface="+mn-lt"/>
                <a:ea typeface="+mn-ea"/>
                <a:cs typeface="+mn-cs"/>
              </a:rPr>
              <a:t>Service</a:t>
            </a:r>
            <a:r>
              <a:rPr lang="ko-KR" altLang="en-US" sz="1200" b="0" i="0" kern="1200" dirty="0" smtClean="0">
                <a:solidFill>
                  <a:schemeClr val="tx1"/>
                </a:solidFill>
                <a:effectLst/>
                <a:latin typeface="+mn-lt"/>
                <a:ea typeface="+mn-ea"/>
                <a:cs typeface="+mn-cs"/>
              </a:rPr>
              <a:t>를 </a:t>
            </a:r>
            <a:r>
              <a:rPr lang="ko-KR" altLang="en-US" sz="1200" b="0" i="0" kern="1200" dirty="0" err="1" smtClean="0">
                <a:solidFill>
                  <a:schemeClr val="tx1"/>
                </a:solidFill>
                <a:effectLst/>
                <a:latin typeface="+mn-lt"/>
                <a:ea typeface="+mn-ea"/>
                <a:cs typeface="+mn-cs"/>
              </a:rPr>
              <a:t>재시작</a:t>
            </a:r>
            <a:r>
              <a:rPr lang="ko-KR" altLang="en-US" sz="1200" b="0" i="0" kern="1200" dirty="0" smtClean="0">
                <a:solidFill>
                  <a:schemeClr val="tx1"/>
                </a:solidFill>
                <a:effectLst/>
                <a:latin typeface="+mn-lt"/>
                <a:ea typeface="+mn-ea"/>
                <a:cs typeface="+mn-cs"/>
              </a:rPr>
              <a:t> 시켜 주지만 </a:t>
            </a:r>
            <a:r>
              <a:rPr lang="en-US" altLang="ko-KR" sz="1200" b="0" i="0" kern="1200" dirty="0" smtClean="0">
                <a:solidFill>
                  <a:schemeClr val="tx1"/>
                </a:solidFill>
                <a:effectLst/>
                <a:latin typeface="+mn-lt"/>
                <a:ea typeface="+mn-ea"/>
                <a:cs typeface="+mn-cs"/>
              </a:rPr>
              <a:t>intent </a:t>
            </a:r>
            <a:r>
              <a:rPr lang="ko-KR" altLang="en-US" sz="1200" b="0" i="0" kern="1200" dirty="0" smtClean="0">
                <a:solidFill>
                  <a:schemeClr val="tx1"/>
                </a:solidFill>
                <a:effectLst/>
                <a:latin typeface="+mn-lt"/>
                <a:ea typeface="+mn-ea"/>
                <a:cs typeface="+mn-cs"/>
              </a:rPr>
              <a:t>값을 그대로 유지 시켜 줍니다</a:t>
            </a:r>
            <a:r>
              <a:rPr lang="en-US" altLang="ko-KR" sz="1200" b="0" i="0" kern="1200" dirty="0" smtClean="0">
                <a:solidFill>
                  <a:schemeClr val="tx1"/>
                </a:solidFill>
                <a:effectLst/>
                <a:latin typeface="+mn-lt"/>
                <a:ea typeface="+mn-ea"/>
                <a:cs typeface="+mn-cs"/>
              </a:rPr>
              <a:t>. </a:t>
            </a:r>
            <a:r>
              <a:rPr lang="en-US" altLang="ko-KR" sz="1200" b="0" i="0" kern="1200" dirty="0" err="1" smtClean="0">
                <a:solidFill>
                  <a:schemeClr val="tx1"/>
                </a:solidFill>
                <a:effectLst/>
                <a:latin typeface="+mn-lt"/>
                <a:ea typeface="+mn-ea"/>
                <a:cs typeface="+mn-cs"/>
              </a:rPr>
              <a:t>startService</a:t>
            </a:r>
            <a:r>
              <a:rPr lang="en-US" altLang="ko-KR" sz="1200" b="0" i="0" kern="1200" dirty="0" smtClean="0">
                <a:solidFill>
                  <a:schemeClr val="tx1"/>
                </a:solidFill>
                <a:effectLst/>
                <a:latin typeface="+mn-lt"/>
                <a:ea typeface="+mn-ea"/>
                <a:cs typeface="+mn-cs"/>
              </a:rPr>
              <a:t>() </a:t>
            </a:r>
            <a:r>
              <a:rPr lang="ko-KR" altLang="en-US" sz="1200" b="0" i="0" kern="1200" dirty="0" err="1" smtClean="0">
                <a:solidFill>
                  <a:schemeClr val="tx1"/>
                </a:solidFill>
                <a:effectLst/>
                <a:latin typeface="+mn-lt"/>
                <a:ea typeface="+mn-ea"/>
                <a:cs typeface="+mn-cs"/>
              </a:rPr>
              <a:t>메서드</a:t>
            </a:r>
            <a:r>
              <a:rPr lang="ko-KR" altLang="en-US" sz="1200" b="0" i="0" kern="1200" dirty="0" smtClean="0">
                <a:solidFill>
                  <a:schemeClr val="tx1"/>
                </a:solidFill>
                <a:effectLst/>
                <a:latin typeface="+mn-lt"/>
                <a:ea typeface="+mn-ea"/>
                <a:cs typeface="+mn-cs"/>
              </a:rPr>
              <a:t> </a:t>
            </a:r>
            <a:r>
              <a:rPr lang="ko-KR" altLang="en-US" sz="1200" b="0" i="0" kern="1200" dirty="0" err="1" smtClean="0">
                <a:solidFill>
                  <a:schemeClr val="tx1"/>
                </a:solidFill>
                <a:effectLst/>
                <a:latin typeface="+mn-lt"/>
                <a:ea typeface="+mn-ea"/>
                <a:cs typeface="+mn-cs"/>
              </a:rPr>
              <a:t>호출시</a:t>
            </a:r>
            <a:r>
              <a:rPr lang="ko-KR" altLang="en-US" sz="1200" b="0" i="0" kern="1200" dirty="0" smtClean="0">
                <a:solidFill>
                  <a:schemeClr val="tx1"/>
                </a:solidFill>
                <a:effectLst/>
                <a:latin typeface="+mn-lt"/>
                <a:ea typeface="+mn-ea"/>
                <a:cs typeface="+mn-cs"/>
              </a:rPr>
              <a:t> </a:t>
            </a:r>
            <a:r>
              <a:rPr lang="en-US" altLang="ko-KR" sz="1200" b="0" i="0" kern="1200" dirty="0" smtClean="0">
                <a:solidFill>
                  <a:schemeClr val="tx1"/>
                </a:solidFill>
                <a:effectLst/>
                <a:latin typeface="+mn-lt"/>
                <a:ea typeface="+mn-ea"/>
                <a:cs typeface="+mn-cs"/>
              </a:rPr>
              <a:t>Intent value</a:t>
            </a:r>
            <a:r>
              <a:rPr lang="ko-KR" altLang="en-US" sz="1200" b="0" i="0" kern="1200" dirty="0" smtClean="0">
                <a:solidFill>
                  <a:schemeClr val="tx1"/>
                </a:solidFill>
                <a:effectLst/>
                <a:latin typeface="+mn-lt"/>
                <a:ea typeface="+mn-ea"/>
                <a:cs typeface="+mn-cs"/>
              </a:rPr>
              <a:t>값을 사용한 경우라면 해당 </a:t>
            </a:r>
            <a:r>
              <a:rPr lang="en-US" altLang="ko-KR" sz="1200" b="0" i="0" kern="1200" dirty="0" smtClean="0">
                <a:solidFill>
                  <a:schemeClr val="tx1"/>
                </a:solidFill>
                <a:effectLst/>
                <a:latin typeface="+mn-lt"/>
                <a:ea typeface="+mn-ea"/>
                <a:cs typeface="+mn-cs"/>
              </a:rPr>
              <a:t>Flag</a:t>
            </a:r>
            <a:r>
              <a:rPr lang="ko-KR" altLang="en-US" sz="1200" b="0" i="0" kern="1200" dirty="0" smtClean="0">
                <a:solidFill>
                  <a:schemeClr val="tx1"/>
                </a:solidFill>
                <a:effectLst/>
                <a:latin typeface="+mn-lt"/>
                <a:ea typeface="+mn-ea"/>
                <a:cs typeface="+mn-cs"/>
              </a:rPr>
              <a:t>를 사용해서 </a:t>
            </a:r>
            <a:r>
              <a:rPr lang="ko-KR" altLang="en-US" sz="1200" b="0" i="0" kern="1200" dirty="0" err="1" smtClean="0">
                <a:solidFill>
                  <a:schemeClr val="tx1"/>
                </a:solidFill>
                <a:effectLst/>
                <a:latin typeface="+mn-lt"/>
                <a:ea typeface="+mn-ea"/>
                <a:cs typeface="+mn-cs"/>
              </a:rPr>
              <a:t>리턴값을</a:t>
            </a:r>
            <a:r>
              <a:rPr lang="ko-KR" altLang="en-US" sz="1200" b="0" i="0" kern="1200" dirty="0" smtClean="0">
                <a:solidFill>
                  <a:schemeClr val="tx1"/>
                </a:solidFill>
                <a:effectLst/>
                <a:latin typeface="+mn-lt"/>
                <a:ea typeface="+mn-ea"/>
                <a:cs typeface="+mn-cs"/>
              </a:rPr>
              <a:t> 설정해 주면 됩니다</a:t>
            </a:r>
            <a:r>
              <a:rPr lang="en-US" altLang="ko-KR" sz="1200" b="0" i="0" kern="1200" dirty="0" smtClean="0">
                <a:solidFill>
                  <a:schemeClr val="tx1"/>
                </a:solidFill>
                <a:effectLst/>
                <a:latin typeface="+mn-lt"/>
                <a:ea typeface="+mn-ea"/>
                <a:cs typeface="+mn-cs"/>
              </a:rPr>
              <a:t>.</a:t>
            </a:r>
            <a:endParaRPr lang="ko-KR" altLang="en-US" dirty="0" smtClean="0"/>
          </a:p>
          <a:p>
            <a:endParaRPr lang="ko-KR" altLang="en-US" dirty="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18</a:t>
            </a:fld>
            <a:endParaRPr lang="ko-KR" altLang="en-US"/>
          </a:p>
        </p:txBody>
      </p:sp>
    </p:spTree>
    <p:extLst>
      <p:ext uri="{BB962C8B-B14F-4D97-AF65-F5344CB8AC3E}">
        <p14:creationId xmlns:p14="http://schemas.microsoft.com/office/powerpoint/2010/main" val="1980821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19</a:t>
            </a:fld>
            <a:endParaRPr lang="ko-KR" altLang="en-US"/>
          </a:p>
        </p:txBody>
      </p:sp>
    </p:spTree>
    <p:extLst>
      <p:ext uri="{BB962C8B-B14F-4D97-AF65-F5344CB8AC3E}">
        <p14:creationId xmlns:p14="http://schemas.microsoft.com/office/powerpoint/2010/main" val="38560283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20</a:t>
            </a:fld>
            <a:endParaRPr lang="ko-KR" altLang="en-US"/>
          </a:p>
        </p:txBody>
      </p:sp>
    </p:spTree>
    <p:extLst>
      <p:ext uri="{BB962C8B-B14F-4D97-AF65-F5344CB8AC3E}">
        <p14:creationId xmlns:p14="http://schemas.microsoft.com/office/powerpoint/2010/main" val="19243579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21</a:t>
            </a:fld>
            <a:endParaRPr lang="ko-KR" altLang="en-US"/>
          </a:p>
        </p:txBody>
      </p:sp>
    </p:spTree>
    <p:extLst>
      <p:ext uri="{BB962C8B-B14F-4D97-AF65-F5344CB8AC3E}">
        <p14:creationId xmlns:p14="http://schemas.microsoft.com/office/powerpoint/2010/main" val="13487370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22</a:t>
            </a:fld>
            <a:endParaRPr lang="ko-KR" altLang="en-US"/>
          </a:p>
        </p:txBody>
      </p:sp>
    </p:spTree>
    <p:extLst>
      <p:ext uri="{BB962C8B-B14F-4D97-AF65-F5344CB8AC3E}">
        <p14:creationId xmlns:p14="http://schemas.microsoft.com/office/powerpoint/2010/main" val="25653976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r>
              <a:rPr lang="ko-KR" altLang="en-US" dirty="0" smtClean="0"/>
              <a:t>뉴스 끝 버튼을 누르기 전까지 </a:t>
            </a:r>
            <a:r>
              <a:rPr lang="en-US" altLang="ko-KR" dirty="0" smtClean="0"/>
              <a:t>3</a:t>
            </a:r>
            <a:r>
              <a:rPr lang="ko-KR" altLang="en-US" dirty="0" smtClean="0"/>
              <a:t>번째 동작이 무한히 수행된다</a:t>
            </a:r>
            <a:r>
              <a:rPr lang="en-US" altLang="ko-KR" dirty="0" smtClean="0"/>
              <a:t>. </a:t>
            </a:r>
            <a:endParaRPr lang="ko-KR" altLang="en-US" dirty="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23</a:t>
            </a:fld>
            <a:endParaRPr lang="ko-KR" altLang="en-US"/>
          </a:p>
        </p:txBody>
      </p:sp>
    </p:spTree>
    <p:extLst>
      <p:ext uri="{BB962C8B-B14F-4D97-AF65-F5344CB8AC3E}">
        <p14:creationId xmlns:p14="http://schemas.microsoft.com/office/powerpoint/2010/main" val="41472678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1" dirty="0" smtClean="0"/>
              <a:t>RemoteTest_1 </a:t>
            </a:r>
            <a:r>
              <a:rPr lang="ko-KR" altLang="en-US" b="1" dirty="0" smtClean="0"/>
              <a:t>프로젝트 생성</a:t>
            </a:r>
            <a:endParaRPr lang="en-US" altLang="ko-KR" b="1" dirty="0" smtClean="0"/>
          </a:p>
          <a:p>
            <a:endParaRPr lang="ko-KR" altLang="en-US" dirty="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24</a:t>
            </a:fld>
            <a:endParaRPr lang="ko-KR" altLang="en-US"/>
          </a:p>
        </p:txBody>
      </p:sp>
    </p:spTree>
    <p:extLst>
      <p:ext uri="{BB962C8B-B14F-4D97-AF65-F5344CB8AC3E}">
        <p14:creationId xmlns:p14="http://schemas.microsoft.com/office/powerpoint/2010/main" val="707306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25</a:t>
            </a:fld>
            <a:endParaRPr lang="ko-KR" altLang="en-US"/>
          </a:p>
        </p:txBody>
      </p:sp>
    </p:spTree>
    <p:extLst>
      <p:ext uri="{BB962C8B-B14F-4D97-AF65-F5344CB8AC3E}">
        <p14:creationId xmlns:p14="http://schemas.microsoft.com/office/powerpoint/2010/main" val="17896410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b="0" dirty="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26</a:t>
            </a:fld>
            <a:endParaRPr lang="ko-KR" altLang="en-US"/>
          </a:p>
        </p:txBody>
      </p:sp>
    </p:spTree>
    <p:extLst>
      <p:ext uri="{BB962C8B-B14F-4D97-AF65-F5344CB8AC3E}">
        <p14:creationId xmlns:p14="http://schemas.microsoft.com/office/powerpoint/2010/main" val="12938594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0" dirty="0" smtClean="0"/>
              <a:t>https://developer.android.com/guide/components/aidl.html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smtClean="0"/>
              <a:t>.</a:t>
            </a:r>
            <a:r>
              <a:rPr lang="en-US" altLang="ko-KR" dirty="0" err="1" smtClean="0"/>
              <a:t>aidl</a:t>
            </a:r>
            <a:r>
              <a:rPr lang="ko-KR" altLang="en-US" sz="1200" b="0" i="0" kern="1200" dirty="0" smtClean="0">
                <a:solidFill>
                  <a:schemeClr val="tx1"/>
                </a:solidFill>
                <a:effectLst/>
                <a:latin typeface="+mn-lt"/>
                <a:ea typeface="+mn-ea"/>
                <a:cs typeface="+mn-cs"/>
              </a:rPr>
              <a:t> 파일을 프로젝트의 </a:t>
            </a:r>
            <a:r>
              <a:rPr lang="en-US" altLang="ko-KR" dirty="0" err="1" smtClean="0"/>
              <a:t>src</a:t>
            </a:r>
            <a:r>
              <a:rPr lang="en-US" altLang="ko-KR" dirty="0" smtClean="0"/>
              <a:t>/</a:t>
            </a:r>
            <a:r>
              <a:rPr lang="ko-KR" altLang="en-US" sz="1200" b="0" i="0" kern="1200" dirty="0" smtClean="0">
                <a:solidFill>
                  <a:schemeClr val="tx1"/>
                </a:solidFill>
                <a:effectLst/>
                <a:latin typeface="+mn-lt"/>
                <a:ea typeface="+mn-ea"/>
                <a:cs typeface="+mn-cs"/>
              </a:rPr>
              <a:t> 디렉터리에 저장하면 </a:t>
            </a:r>
            <a:r>
              <a:rPr lang="ko-KR" altLang="en-US" sz="1200" b="0" i="0" u="sng" kern="1200" dirty="0" smtClean="0">
                <a:solidFill>
                  <a:schemeClr val="tx1"/>
                </a:solidFill>
                <a:effectLst/>
                <a:latin typeface="+mn-lt"/>
                <a:ea typeface="+mn-ea"/>
                <a:cs typeface="+mn-cs"/>
              </a:rPr>
              <a:t>애플리케이션을 </a:t>
            </a:r>
            <a:r>
              <a:rPr lang="ko-KR" altLang="en-US" sz="1200" b="0" i="0" u="sng" kern="1200" dirty="0" err="1" smtClean="0">
                <a:solidFill>
                  <a:schemeClr val="tx1"/>
                </a:solidFill>
                <a:effectLst/>
                <a:latin typeface="+mn-lt"/>
                <a:ea typeface="+mn-ea"/>
                <a:cs typeface="+mn-cs"/>
              </a:rPr>
              <a:t>빌드할</a:t>
            </a:r>
            <a:r>
              <a:rPr lang="ko-KR" altLang="en-US" sz="1200" b="0" i="0" u="sng" kern="1200" dirty="0" smtClean="0">
                <a:solidFill>
                  <a:schemeClr val="tx1"/>
                </a:solidFill>
                <a:effectLst/>
                <a:latin typeface="+mn-lt"/>
                <a:ea typeface="+mn-ea"/>
                <a:cs typeface="+mn-cs"/>
              </a:rPr>
              <a:t> 때 </a:t>
            </a:r>
            <a:r>
              <a:rPr lang="en-US" altLang="ko-KR" sz="1200" b="0" i="0" u="sng" kern="1200" dirty="0" smtClean="0">
                <a:solidFill>
                  <a:schemeClr val="tx1"/>
                </a:solidFill>
                <a:effectLst/>
                <a:latin typeface="+mn-lt"/>
                <a:ea typeface="+mn-ea"/>
                <a:cs typeface="+mn-cs"/>
              </a:rPr>
              <a:t>SDK </a:t>
            </a:r>
            <a:r>
              <a:rPr lang="ko-KR" altLang="en-US" sz="1200" b="0" i="0" u="sng" kern="1200" dirty="0" smtClean="0">
                <a:solidFill>
                  <a:schemeClr val="tx1"/>
                </a:solidFill>
                <a:effectLst/>
                <a:latin typeface="+mn-lt"/>
                <a:ea typeface="+mn-ea"/>
                <a:cs typeface="+mn-cs"/>
              </a:rPr>
              <a:t>도구가 프로젝트의 </a:t>
            </a:r>
            <a:r>
              <a:rPr lang="en-US" altLang="ko-KR" u="sng" dirty="0" smtClean="0"/>
              <a:t>gen/</a:t>
            </a:r>
            <a:r>
              <a:rPr lang="ko-KR" altLang="en-US" sz="1200" b="0" i="0" u="sng" kern="1200" dirty="0" smtClean="0">
                <a:solidFill>
                  <a:schemeClr val="tx1"/>
                </a:solidFill>
                <a:effectLst/>
                <a:latin typeface="+mn-lt"/>
                <a:ea typeface="+mn-ea"/>
                <a:cs typeface="+mn-cs"/>
              </a:rPr>
              <a:t> 디렉터리에 </a:t>
            </a:r>
            <a:r>
              <a:rPr lang="en-US" altLang="ko-KR" sz="1200" u="sng" strike="noStrike" kern="1200" dirty="0" err="1" smtClean="0">
                <a:solidFill>
                  <a:schemeClr val="tx1"/>
                </a:solidFill>
                <a:effectLst/>
                <a:latin typeface="+mn-lt"/>
                <a:ea typeface="+mn-ea"/>
                <a:cs typeface="+mn-cs"/>
                <a:hlinkClick r:id="rId3"/>
              </a:rPr>
              <a:t>IBinder</a:t>
            </a:r>
            <a:r>
              <a:rPr lang="ko-KR" altLang="en-US" sz="1200" b="0" i="0" u="sng" kern="1200" dirty="0" smtClean="0">
                <a:solidFill>
                  <a:schemeClr val="tx1"/>
                </a:solidFill>
                <a:effectLst/>
                <a:latin typeface="+mn-lt"/>
                <a:ea typeface="+mn-ea"/>
                <a:cs typeface="+mn-cs"/>
              </a:rPr>
              <a:t> 인터페이스를 생성</a:t>
            </a:r>
            <a:r>
              <a:rPr lang="ko-KR" altLang="en-US" sz="1200" b="0" i="0" kern="1200" dirty="0" smtClean="0">
                <a:solidFill>
                  <a:schemeClr val="tx1"/>
                </a:solidFill>
                <a:effectLst/>
                <a:latin typeface="+mn-lt"/>
                <a:ea typeface="+mn-ea"/>
                <a:cs typeface="+mn-cs"/>
              </a:rPr>
              <a:t>합니다</a:t>
            </a:r>
            <a:r>
              <a:rPr lang="en-US" altLang="ko-KR" sz="1200" b="0" i="0" kern="1200" dirty="0" smtClean="0">
                <a:solidFill>
                  <a:schemeClr val="tx1"/>
                </a:solidFill>
                <a:effectLst/>
                <a:latin typeface="+mn-lt"/>
                <a:ea typeface="+mn-ea"/>
                <a:cs typeface="+mn-cs"/>
              </a:rPr>
              <a:t>. </a:t>
            </a:r>
            <a:r>
              <a:rPr lang="ko-KR" altLang="en-US" sz="1200" b="0" i="0" kern="1200" dirty="0" smtClean="0">
                <a:solidFill>
                  <a:schemeClr val="tx1"/>
                </a:solidFill>
                <a:effectLst/>
                <a:latin typeface="+mn-lt"/>
                <a:ea typeface="+mn-ea"/>
                <a:cs typeface="+mn-cs"/>
              </a:rPr>
              <a:t>생성되는 파일 이름은 </a:t>
            </a:r>
            <a:r>
              <a:rPr lang="en-US" altLang="ko-KR" dirty="0" smtClean="0"/>
              <a:t>.</a:t>
            </a:r>
            <a:r>
              <a:rPr lang="en-US" altLang="ko-KR" dirty="0" err="1" smtClean="0"/>
              <a:t>aidl</a:t>
            </a:r>
            <a:r>
              <a:rPr lang="ko-KR" altLang="en-US" sz="1200" b="0" i="0" kern="1200" dirty="0" smtClean="0">
                <a:solidFill>
                  <a:schemeClr val="tx1"/>
                </a:solidFill>
                <a:effectLst/>
                <a:latin typeface="+mn-lt"/>
                <a:ea typeface="+mn-ea"/>
                <a:cs typeface="+mn-cs"/>
              </a:rPr>
              <a:t> 파일 이름과 일치하지만 </a:t>
            </a:r>
            <a:r>
              <a:rPr lang="en-US" altLang="ko-KR" dirty="0" smtClean="0"/>
              <a:t>.java</a:t>
            </a:r>
            <a:r>
              <a:rPr lang="ko-KR" altLang="en-US" sz="1200" b="0" i="0" kern="1200" dirty="0" smtClean="0">
                <a:solidFill>
                  <a:schemeClr val="tx1"/>
                </a:solidFill>
                <a:effectLst/>
                <a:latin typeface="+mn-lt"/>
                <a:ea typeface="+mn-ea"/>
                <a:cs typeface="+mn-cs"/>
              </a:rPr>
              <a:t> </a:t>
            </a:r>
            <a:r>
              <a:rPr lang="ko-KR" altLang="en-US" sz="1200" b="0" i="0" kern="1200" dirty="0" err="1" smtClean="0">
                <a:solidFill>
                  <a:schemeClr val="tx1"/>
                </a:solidFill>
                <a:effectLst/>
                <a:latin typeface="+mn-lt"/>
                <a:ea typeface="+mn-ea"/>
                <a:cs typeface="+mn-cs"/>
              </a:rPr>
              <a:t>확장자를</a:t>
            </a:r>
            <a:r>
              <a:rPr lang="ko-KR" altLang="en-US" sz="1200" b="0" i="0" kern="1200" dirty="0" smtClean="0">
                <a:solidFill>
                  <a:schemeClr val="tx1"/>
                </a:solidFill>
                <a:effectLst/>
                <a:latin typeface="+mn-lt"/>
                <a:ea typeface="+mn-ea"/>
                <a:cs typeface="+mn-cs"/>
              </a:rPr>
              <a:t> 가집니다</a:t>
            </a:r>
            <a:r>
              <a:rPr lang="en-US" altLang="ko-KR" sz="1200" b="0" i="0" kern="1200" dirty="0" smtClean="0">
                <a:solidFill>
                  <a:schemeClr val="tx1"/>
                </a:solidFill>
                <a:effectLst/>
                <a:latin typeface="+mn-lt"/>
                <a:ea typeface="+mn-ea"/>
                <a:cs typeface="+mn-cs"/>
              </a:rPr>
              <a:t>(</a:t>
            </a:r>
            <a:r>
              <a:rPr lang="ko-KR" altLang="en-US" sz="1200" b="0" i="0" kern="1200" dirty="0" smtClean="0">
                <a:solidFill>
                  <a:schemeClr val="tx1"/>
                </a:solidFill>
                <a:effectLst/>
                <a:latin typeface="+mn-lt"/>
                <a:ea typeface="+mn-ea"/>
                <a:cs typeface="+mn-cs"/>
              </a:rPr>
              <a:t>예를 들어</a:t>
            </a:r>
            <a:r>
              <a:rPr lang="en-US" altLang="ko-KR" sz="1200" b="0" i="0" kern="1200" dirty="0" smtClean="0">
                <a:solidFill>
                  <a:schemeClr val="tx1"/>
                </a:solidFill>
                <a:effectLst/>
                <a:latin typeface="+mn-lt"/>
                <a:ea typeface="+mn-ea"/>
                <a:cs typeface="+mn-cs"/>
              </a:rPr>
              <a:t>, </a:t>
            </a:r>
            <a:r>
              <a:rPr lang="en-US" altLang="ko-KR" dirty="0" err="1" smtClean="0"/>
              <a:t>IRemoteService.aidl</a:t>
            </a:r>
            <a:r>
              <a:rPr lang="ko-KR" altLang="en-US" sz="1200" b="0" i="0" kern="1200" dirty="0" smtClean="0">
                <a:solidFill>
                  <a:schemeClr val="tx1"/>
                </a:solidFill>
                <a:effectLst/>
                <a:latin typeface="+mn-lt"/>
                <a:ea typeface="+mn-ea"/>
                <a:cs typeface="+mn-cs"/>
              </a:rPr>
              <a:t>은 </a:t>
            </a:r>
            <a:r>
              <a:rPr lang="en-US" altLang="ko-KR" dirty="0" smtClean="0"/>
              <a:t>IRemoteService.java</a:t>
            </a:r>
            <a:r>
              <a:rPr lang="en-US" altLang="ko-KR" sz="1200" b="0" i="0" kern="1200" dirty="0" smtClean="0">
                <a:solidFill>
                  <a:schemeClr val="tx1"/>
                </a:solidFill>
                <a:effectLst/>
                <a:latin typeface="+mn-lt"/>
                <a:ea typeface="+mn-ea"/>
                <a:cs typeface="+mn-cs"/>
              </a:rPr>
              <a:t>.</a:t>
            </a:r>
            <a:endParaRPr lang="en-US" altLang="ko-KR" b="0" dirty="0" smtClean="0"/>
          </a:p>
          <a:p>
            <a:endParaRPr lang="en-US" altLang="ko-KR" b="0" dirty="0" smtClean="0"/>
          </a:p>
          <a:p>
            <a:r>
              <a:rPr lang="en-US" altLang="ko-KR" dirty="0" smtClean="0"/>
              <a:t>https://developer.android.com/reference/android/os/IBinder.html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1" dirty="0" err="1" smtClean="0"/>
              <a:t>IBinder</a:t>
            </a:r>
            <a:r>
              <a:rPr lang="en-US" altLang="ko-KR" b="1" dirty="0" smtClean="0"/>
              <a:t> </a:t>
            </a:r>
            <a:r>
              <a:rPr lang="en-US" altLang="ko-KR" dirty="0" smtClean="0"/>
              <a:t>…</a:t>
            </a:r>
          </a:p>
          <a:p>
            <a:r>
              <a:rPr lang="en-US" altLang="ko-KR" sz="1200" b="0" i="0" u="sng" kern="1200" dirty="0" smtClean="0">
                <a:solidFill>
                  <a:schemeClr val="tx1"/>
                </a:solidFill>
                <a:effectLst/>
                <a:latin typeface="+mn-lt"/>
                <a:ea typeface="+mn-ea"/>
                <a:cs typeface="+mn-cs"/>
              </a:rPr>
              <a:t>Do not implement this interface directly, instead extend from </a:t>
            </a:r>
            <a:r>
              <a:rPr lang="en-US" altLang="ko-KR" sz="1200" u="sng" strike="noStrike" kern="1200" dirty="0" smtClean="0">
                <a:solidFill>
                  <a:schemeClr val="tx1"/>
                </a:solidFill>
                <a:effectLst/>
                <a:latin typeface="+mn-lt"/>
                <a:ea typeface="+mn-ea"/>
                <a:cs typeface="+mn-cs"/>
                <a:hlinkClick r:id="rId4"/>
              </a:rPr>
              <a:t>Binder</a:t>
            </a:r>
            <a:r>
              <a:rPr lang="en-US" altLang="ko-KR" sz="1200" b="0" i="0" u="sng" kern="1200" dirty="0" smtClean="0">
                <a:solidFill>
                  <a:schemeClr val="tx1"/>
                </a:solidFill>
                <a:effectLst/>
                <a:latin typeface="+mn-lt"/>
                <a:ea typeface="+mn-ea"/>
                <a:cs typeface="+mn-cs"/>
              </a:rPr>
              <a:t>.</a:t>
            </a:r>
          </a:p>
          <a:p>
            <a:endParaRPr lang="en-US" altLang="ko-KR" sz="1200" b="0" i="0" kern="1200" dirty="0" smtClean="0">
              <a:solidFill>
                <a:schemeClr val="tx1"/>
              </a:solidFill>
              <a:effectLst/>
              <a:latin typeface="+mn-lt"/>
              <a:ea typeface="+mn-ea"/>
              <a:cs typeface="+mn-cs"/>
            </a:endParaRPr>
          </a:p>
          <a:p>
            <a:r>
              <a:rPr lang="en-US" altLang="ko-KR" sz="1200" b="0" i="0" kern="1200" dirty="0" smtClean="0">
                <a:solidFill>
                  <a:schemeClr val="tx1"/>
                </a:solidFill>
                <a:effectLst/>
                <a:latin typeface="+mn-lt"/>
                <a:ea typeface="+mn-ea"/>
                <a:cs typeface="+mn-cs"/>
              </a:rPr>
              <a:t>https://developer.android.com/reference/android/os/Binder.html</a:t>
            </a:r>
          </a:p>
          <a:p>
            <a:r>
              <a:rPr lang="en-US" altLang="ko-KR" sz="1200" b="1" i="0" kern="1200" dirty="0" smtClean="0">
                <a:solidFill>
                  <a:schemeClr val="tx1"/>
                </a:solidFill>
                <a:effectLst/>
                <a:latin typeface="+mn-lt"/>
                <a:ea typeface="+mn-ea"/>
                <a:cs typeface="+mn-cs"/>
              </a:rPr>
              <a:t>Binder …</a:t>
            </a:r>
            <a:endParaRPr lang="ko-KR" altLang="en-US" b="1" dirty="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27</a:t>
            </a:fld>
            <a:endParaRPr lang="ko-KR" altLang="en-US"/>
          </a:p>
        </p:txBody>
      </p:sp>
    </p:spTree>
    <p:extLst>
      <p:ext uri="{BB962C8B-B14F-4D97-AF65-F5344CB8AC3E}">
        <p14:creationId xmlns:p14="http://schemas.microsoft.com/office/powerpoint/2010/main" val="32845176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28</a:t>
            </a:fld>
            <a:endParaRPr lang="ko-KR" altLang="en-US"/>
          </a:p>
        </p:txBody>
      </p:sp>
    </p:spTree>
    <p:extLst>
      <p:ext uri="{BB962C8B-B14F-4D97-AF65-F5344CB8AC3E}">
        <p14:creationId xmlns:p14="http://schemas.microsoft.com/office/powerpoint/2010/main" val="19788917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r>
              <a:rPr lang="en-US" altLang="ko-KR" dirty="0" smtClean="0"/>
              <a:t>.java</a:t>
            </a:r>
            <a:r>
              <a:rPr lang="en-US" altLang="ko-KR" baseline="0" dirty="0" smtClean="0"/>
              <a:t> </a:t>
            </a:r>
            <a:r>
              <a:rPr lang="ko-KR" altLang="en-US" baseline="0" dirty="0" smtClean="0"/>
              <a:t>클래스 추가하면 된다</a:t>
            </a:r>
            <a:r>
              <a:rPr lang="en-US" altLang="ko-KR" baseline="0" dirty="0" smtClean="0"/>
              <a:t>.</a:t>
            </a:r>
            <a:endParaRPr lang="ko-KR" altLang="en-US" dirty="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29</a:t>
            </a:fld>
            <a:endParaRPr lang="ko-KR" altLang="en-US"/>
          </a:p>
        </p:txBody>
      </p:sp>
    </p:spTree>
    <p:extLst>
      <p:ext uri="{BB962C8B-B14F-4D97-AF65-F5344CB8AC3E}">
        <p14:creationId xmlns:p14="http://schemas.microsoft.com/office/powerpoint/2010/main" val="35096347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30</a:t>
            </a:fld>
            <a:endParaRPr lang="ko-KR" altLang="en-US"/>
          </a:p>
        </p:txBody>
      </p:sp>
    </p:spTree>
    <p:extLst>
      <p:ext uri="{BB962C8B-B14F-4D97-AF65-F5344CB8AC3E}">
        <p14:creationId xmlns:p14="http://schemas.microsoft.com/office/powerpoint/2010/main" val="39841132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31</a:t>
            </a:fld>
            <a:endParaRPr lang="ko-KR" altLang="en-US"/>
          </a:p>
        </p:txBody>
      </p:sp>
    </p:spTree>
    <p:extLst>
      <p:ext uri="{BB962C8B-B14F-4D97-AF65-F5344CB8AC3E}">
        <p14:creationId xmlns:p14="http://schemas.microsoft.com/office/powerpoint/2010/main" val="11061729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i="0" kern="1200" dirty="0" err="1" smtClean="0">
                <a:solidFill>
                  <a:schemeClr val="tx1"/>
                </a:solidFill>
                <a:effectLst/>
                <a:latin typeface="+mn-lt"/>
                <a:ea typeface="+mn-ea"/>
                <a:cs typeface="+mn-cs"/>
              </a:rPr>
              <a:t>ServiceConnection</a:t>
            </a:r>
            <a:endParaRPr lang="en-US" altLang="ko-KR" sz="1200" b="1" i="0" kern="1200" dirty="0" smtClean="0">
              <a:solidFill>
                <a:schemeClr val="tx1"/>
              </a:solidFill>
              <a:effectLst/>
              <a:latin typeface="+mn-lt"/>
              <a:ea typeface="+mn-ea"/>
              <a:cs typeface="+mn-cs"/>
            </a:endParaRPr>
          </a:p>
          <a:p>
            <a:pPr marL="171450" indent="-171450">
              <a:buFontTx/>
              <a:buChar char="-"/>
            </a:pPr>
            <a:r>
              <a:rPr lang="en-US" altLang="ko-KR" sz="1200" b="0" i="0" kern="1200" dirty="0" smtClean="0">
                <a:solidFill>
                  <a:schemeClr val="tx1"/>
                </a:solidFill>
                <a:effectLst/>
                <a:latin typeface="+mn-lt"/>
                <a:ea typeface="+mn-ea"/>
                <a:cs typeface="+mn-cs"/>
              </a:rPr>
              <a:t>Interface for monitoring the state of an application service. </a:t>
            </a:r>
          </a:p>
          <a:p>
            <a:pPr marL="171450" indent="-171450">
              <a:buFontTx/>
              <a:buChar char="-"/>
            </a:pPr>
            <a:endParaRPr lang="en-US" altLang="ko-KR" sz="1200" b="0" i="0" u="none" strike="noStrike" kern="1200" dirty="0" smtClean="0">
              <a:solidFill>
                <a:schemeClr val="tx1"/>
              </a:solidFill>
              <a:effectLst/>
              <a:latin typeface="+mn-lt"/>
              <a:ea typeface="+mn-ea"/>
              <a:cs typeface="+mn-cs"/>
              <a:hlinkClick r:id="rId3"/>
            </a:endParaRPr>
          </a:p>
          <a:p>
            <a:pPr marL="0" indent="0">
              <a:buFontTx/>
              <a:buNone/>
            </a:pPr>
            <a:r>
              <a:rPr lang="en-US" altLang="ko-KR" dirty="0" smtClean="0"/>
              <a:t>public static abstract class </a:t>
            </a:r>
            <a:r>
              <a:rPr lang="en-US" altLang="ko-KR" b="1" dirty="0" err="1" smtClean="0"/>
              <a:t>IInteractionExecutionStatus.Stub</a:t>
            </a:r>
            <a:r>
              <a:rPr lang="en-US" altLang="ko-KR" b="1" dirty="0" smtClean="0"/>
              <a:t> </a:t>
            </a:r>
            <a:r>
              <a:rPr lang="en-US" altLang="ko-KR" dirty="0" smtClean="0"/>
              <a:t/>
            </a:r>
            <a:br>
              <a:rPr lang="en-US" altLang="ko-KR" dirty="0" smtClean="0"/>
            </a:br>
            <a:r>
              <a:rPr lang="en-US" altLang="ko-KR" dirty="0" smtClean="0"/>
              <a:t>extends </a:t>
            </a:r>
            <a:r>
              <a:rPr lang="en-US" altLang="ko-KR" dirty="0" err="1" smtClean="0"/>
              <a:t>BaseStub</a:t>
            </a:r>
            <a:r>
              <a:rPr lang="en-US" altLang="ko-KR" dirty="0" smtClean="0"/>
              <a:t> implements </a:t>
            </a:r>
            <a:r>
              <a:rPr lang="en-US" altLang="ko-KR" sz="1200" u="none" strike="noStrike" kern="1200" dirty="0" err="1" smtClean="0">
                <a:solidFill>
                  <a:schemeClr val="tx1"/>
                </a:solidFill>
                <a:effectLst/>
                <a:latin typeface="+mn-lt"/>
                <a:ea typeface="+mn-ea"/>
                <a:cs typeface="+mn-cs"/>
                <a:hlinkClick r:id="rId3"/>
              </a:rPr>
              <a:t>IInteractionExecutionStatus</a:t>
            </a:r>
            <a:endParaRPr lang="en-US" altLang="ko-KR" sz="1200" u="none" strike="noStrike" kern="1200" dirty="0" smtClean="0">
              <a:solidFill>
                <a:schemeClr val="tx1"/>
              </a:solidFill>
              <a:effectLst/>
              <a:latin typeface="+mn-lt"/>
              <a:ea typeface="+mn-ea"/>
              <a:cs typeface="+mn-cs"/>
            </a:endParaRPr>
          </a:p>
          <a:p>
            <a:pPr marL="0" indent="0">
              <a:buFontTx/>
              <a:buNone/>
            </a:pPr>
            <a:r>
              <a:rPr lang="en-US" altLang="ko-KR" sz="1200" b="0" i="0" kern="1200" dirty="0" smtClean="0">
                <a:solidFill>
                  <a:schemeClr val="tx1"/>
                </a:solidFill>
                <a:effectLst/>
                <a:latin typeface="+mn-lt"/>
                <a:ea typeface="+mn-ea"/>
                <a:cs typeface="+mn-cs"/>
              </a:rPr>
              <a:t>-</a:t>
            </a:r>
            <a:r>
              <a:rPr lang="en-US" altLang="ko-KR" sz="1200" dirty="0" smtClean="0">
                <a:solidFill>
                  <a:srgbClr val="008000"/>
                </a:solidFill>
                <a:latin typeface="Roboto"/>
                <a:ea typeface="휴먼엑스포" panose="02030504000101010101" pitchFamily="18" charset="-127"/>
              </a:rPr>
              <a:t> </a:t>
            </a:r>
            <a:r>
              <a:rPr lang="en-US" altLang="ko-KR" sz="1200" u="none" strike="noStrike" kern="1200" dirty="0" err="1" smtClean="0">
                <a:solidFill>
                  <a:schemeClr val="tx1"/>
                </a:solidFill>
                <a:effectLst/>
                <a:latin typeface="+mn-lt"/>
                <a:ea typeface="+mn-ea"/>
                <a:cs typeface="+mn-cs"/>
                <a:hlinkClick r:id="rId3"/>
              </a:rPr>
              <a:t>IInteractionExecutionStatus</a:t>
            </a:r>
            <a:r>
              <a:rPr lang="en-US" altLang="ko-KR" dirty="0" smtClean="0"/>
              <a:t> </a:t>
            </a:r>
            <a:r>
              <a:rPr lang="en-US" altLang="ko-KR" b="1" dirty="0" err="1" smtClean="0"/>
              <a:t>asInterface</a:t>
            </a:r>
            <a:r>
              <a:rPr lang="en-US" altLang="ko-KR" dirty="0" smtClean="0"/>
              <a:t> (</a:t>
            </a:r>
            <a:r>
              <a:rPr lang="en-US" altLang="ko-KR" sz="1200" u="none" strike="noStrike" kern="1200" dirty="0" err="1" smtClean="0">
                <a:solidFill>
                  <a:schemeClr val="tx1"/>
                </a:solidFill>
                <a:effectLst/>
                <a:latin typeface="+mn-lt"/>
                <a:ea typeface="+mn-ea"/>
                <a:cs typeface="+mn-cs"/>
                <a:hlinkClick r:id="rId4"/>
              </a:rPr>
              <a:t>IBinder</a:t>
            </a:r>
            <a:r>
              <a:rPr lang="en-US" altLang="ko-KR" dirty="0" smtClean="0"/>
              <a:t> </a:t>
            </a:r>
            <a:r>
              <a:rPr lang="en-US" altLang="ko-KR" dirty="0" err="1" smtClean="0"/>
              <a:t>obj</a:t>
            </a:r>
            <a:r>
              <a:rPr lang="en-US" altLang="ko-KR" dirty="0" smtClean="0"/>
              <a:t>)</a:t>
            </a:r>
          </a:p>
          <a:p>
            <a:pPr marL="171450" indent="-171450">
              <a:buFontTx/>
              <a:buChar char="-"/>
            </a:pPr>
            <a:endParaRPr lang="en-US" altLang="ko-KR" sz="1200" b="0" i="0" kern="1200" dirty="0" smtClean="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smtClean="0"/>
              <a:t>public interface </a:t>
            </a:r>
            <a:r>
              <a:rPr lang="en-US" altLang="ko-KR" b="1" dirty="0" err="1" smtClean="0"/>
              <a:t>IInteractionExecutionStatus</a:t>
            </a:r>
            <a:r>
              <a:rPr lang="en-US" altLang="ko-KR" b="1" dirty="0" smtClean="0"/>
              <a:t> </a:t>
            </a:r>
            <a:r>
              <a:rPr lang="en-US" altLang="ko-KR" dirty="0" smtClean="0"/>
              <a:t>implements </a:t>
            </a:r>
            <a:r>
              <a:rPr lang="en-US" altLang="ko-KR" sz="1200" u="none" strike="noStrike" kern="1200" dirty="0" err="1" smtClean="0">
                <a:solidFill>
                  <a:schemeClr val="tx1"/>
                </a:solidFill>
                <a:effectLst/>
                <a:latin typeface="+mn-lt"/>
                <a:ea typeface="+mn-ea"/>
                <a:cs typeface="+mn-cs"/>
                <a:hlinkClick r:id="rId5"/>
              </a:rPr>
              <a:t>IInterface</a:t>
            </a:r>
            <a:endParaRPr lang="en-US" altLang="ko-KR" sz="1200" b="0" i="0" kern="1200" dirty="0" smtClean="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0" i="0" kern="1200" dirty="0" smtClean="0">
                <a:solidFill>
                  <a:schemeClr val="tx1"/>
                </a:solidFill>
                <a:effectLst/>
                <a:latin typeface="+mn-lt"/>
                <a:ea typeface="+mn-ea"/>
                <a:cs typeface="+mn-cs"/>
              </a:rPr>
              <a:t>-</a:t>
            </a:r>
            <a:r>
              <a:rPr lang="en-US" altLang="ko-KR" sz="1200" dirty="0" smtClean="0">
                <a:solidFill>
                  <a:srgbClr val="008000"/>
                </a:solidFill>
                <a:latin typeface="Roboto"/>
                <a:ea typeface="휴먼엑스포" panose="02030504000101010101" pitchFamily="18" charset="-127"/>
              </a:rPr>
              <a:t> </a:t>
            </a:r>
            <a:r>
              <a:rPr lang="en-US" altLang="ko-KR" sz="1200" dirty="0" smtClean="0">
                <a:solidFill>
                  <a:srgbClr val="008000"/>
                </a:solidFill>
                <a:latin typeface="Roboto"/>
              </a:rPr>
              <a:t>Enables the ability to share interaction execution status cross process</a:t>
            </a:r>
            <a:endParaRPr lang="ko-KR" altLang="en-US" sz="1200" dirty="0" smtClean="0">
              <a:solidFill>
                <a:srgbClr val="008000"/>
              </a:solidFill>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b="0" i="0" kern="1200" dirty="0" smtClean="0">
              <a:solidFill>
                <a:schemeClr val="tx1"/>
              </a:solidFill>
              <a:effectLst/>
              <a:latin typeface="+mn-lt"/>
              <a:ea typeface="+mn-ea"/>
              <a:cs typeface="+mn-cs"/>
            </a:endParaRPr>
          </a:p>
          <a:p>
            <a:pPr marL="171450" indent="-171450">
              <a:buFontTx/>
              <a:buChar char="-"/>
            </a:pPr>
            <a:endParaRPr lang="ko-KR" altLang="en-US" dirty="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32</a:t>
            </a:fld>
            <a:endParaRPr lang="ko-KR" altLang="en-US"/>
          </a:p>
        </p:txBody>
      </p:sp>
    </p:spTree>
    <p:extLst>
      <p:ext uri="{BB962C8B-B14F-4D97-AF65-F5344CB8AC3E}">
        <p14:creationId xmlns:p14="http://schemas.microsoft.com/office/powerpoint/2010/main" val="30386445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33</a:t>
            </a:fld>
            <a:endParaRPr lang="ko-KR" altLang="en-US"/>
          </a:p>
        </p:txBody>
      </p:sp>
    </p:spTree>
    <p:extLst>
      <p:ext uri="{BB962C8B-B14F-4D97-AF65-F5344CB8AC3E}">
        <p14:creationId xmlns:p14="http://schemas.microsoft.com/office/powerpoint/2010/main" val="16871303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34</a:t>
            </a:fld>
            <a:endParaRPr lang="ko-KR" altLang="en-US"/>
          </a:p>
        </p:txBody>
      </p:sp>
    </p:spTree>
    <p:extLst>
      <p:ext uri="{BB962C8B-B14F-4D97-AF65-F5344CB8AC3E}">
        <p14:creationId xmlns:p14="http://schemas.microsoft.com/office/powerpoint/2010/main" val="22853725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56445C23-547F-4807-82A2-44CB51651154}" type="slidenum">
              <a:rPr lang="ko-KR" altLang="en-US" smtClean="0"/>
              <a:pPr/>
              <a:t>35</a:t>
            </a:fld>
            <a:endParaRPr lang="ko-KR" altLang="en-US"/>
          </a:p>
        </p:txBody>
      </p:sp>
    </p:spTree>
    <p:extLst>
      <p:ext uri="{BB962C8B-B14F-4D97-AF65-F5344CB8AC3E}">
        <p14:creationId xmlns:p14="http://schemas.microsoft.com/office/powerpoint/2010/main" val="683090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atin typeface="Calibri" pitchFamily="34" charset="0"/>
                <a:cs typeface="Calibri" pitchFamily="34" charset="0"/>
              </a:defRPr>
            </a:lvl1pPr>
          </a:lstStyle>
          <a:p>
            <a:r>
              <a:rPr lang="en-US" altLang="ko-KR"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solidFill>
                <a:latin typeface="Calibri" pitchFamily="34" charset="0"/>
                <a:cs typeface="Calibr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ko-KR" dirty="0" smtClean="0"/>
              <a:t>Click to edit Master subtitle style</a:t>
            </a:r>
            <a:endParaRPr lang="en-US" dirty="0"/>
          </a:p>
        </p:txBody>
      </p:sp>
      <p:sp>
        <p:nvSpPr>
          <p:cNvPr id="7" name="Date Placeholder 6"/>
          <p:cNvSpPr>
            <a:spLocks noGrp="1"/>
          </p:cNvSpPr>
          <p:nvPr>
            <p:ph type="dt" sz="half" idx="10"/>
          </p:nvPr>
        </p:nvSpPr>
        <p:spPr/>
        <p:txBody>
          <a:bodyPr/>
          <a:lstStyle/>
          <a:p>
            <a:fld id="{D5BB1D5F-33CD-4488-976B-F9464FD91753}" type="datetime1">
              <a:rPr lang="ko-KR" altLang="en-US" smtClean="0"/>
              <a:pPr/>
              <a:t>2017-11-27</a:t>
            </a:fld>
            <a:endParaRPr lang="ko-KR" altLang="en-US"/>
          </a:p>
        </p:txBody>
      </p:sp>
      <p:sp>
        <p:nvSpPr>
          <p:cNvPr id="8" name="Slide Number Placeholder 7"/>
          <p:cNvSpPr>
            <a:spLocks noGrp="1"/>
          </p:cNvSpPr>
          <p:nvPr>
            <p:ph type="sldNum" sz="quarter" idx="11"/>
          </p:nvPr>
        </p:nvSpPr>
        <p:spPr/>
        <p:txBody>
          <a:bodyPr/>
          <a:lstStyle/>
          <a:p>
            <a:fld id="{68FAA61E-CA35-46E7-954C-43D901BBD1EB}" type="slidenum">
              <a:rPr lang="ko-KR" altLang="en-US" smtClean="0"/>
              <a:pPr/>
              <a:t>‹#›</a:t>
            </a:fld>
            <a:endParaRPr lang="ko-KR" altLang="en-US"/>
          </a:p>
        </p:txBody>
      </p:sp>
      <p:sp>
        <p:nvSpPr>
          <p:cNvPr id="9" name="Footer Placeholder 8"/>
          <p:cNvSpPr>
            <a:spLocks noGrp="1"/>
          </p:cNvSpPr>
          <p:nvPr>
            <p:ph type="ftr" sz="quarter" idx="12"/>
          </p:nvPr>
        </p:nvSpPr>
        <p:spPr/>
        <p:txBody>
          <a:bodyPr/>
          <a:lstStyle/>
          <a:p>
            <a:endParaRPr lang="ko-KR"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dirty="0" smtClean="0"/>
          </a:p>
        </p:txBody>
      </p:sp>
      <p:sp>
        <p:nvSpPr>
          <p:cNvPr id="4" name="Date Placeholder 3"/>
          <p:cNvSpPr>
            <a:spLocks noGrp="1"/>
          </p:cNvSpPr>
          <p:nvPr>
            <p:ph type="dt" sz="half" idx="10"/>
          </p:nvPr>
        </p:nvSpPr>
        <p:spPr/>
        <p:txBody>
          <a:bodyPr/>
          <a:lstStyle/>
          <a:p>
            <a:fld id="{CB2A0C15-7F47-4547-995A-E06B8BD978BD}" type="datetime1">
              <a:rPr lang="ko-KR" altLang="en-US" smtClean="0"/>
              <a:pPr/>
              <a:t>2017-11-27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8FAA61E-CA35-46E7-954C-43D901BBD1EB}" type="slidenum">
              <a:rPr lang="ko-KR" altLang="en-US" smtClean="0"/>
              <a:pPr/>
              <a:t>‹#›</a:t>
            </a:fld>
            <a:endParaRPr lang="ko-KR"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altLang="ko-KR"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ko-KR" smtClean="0"/>
              <a:t>Click to edit Master text styles</a:t>
            </a:r>
          </a:p>
        </p:txBody>
      </p:sp>
      <p:sp>
        <p:nvSpPr>
          <p:cNvPr id="4" name="Date Placeholder 3"/>
          <p:cNvSpPr>
            <a:spLocks noGrp="1"/>
          </p:cNvSpPr>
          <p:nvPr>
            <p:ph type="dt" sz="half" idx="10"/>
          </p:nvPr>
        </p:nvSpPr>
        <p:spPr/>
        <p:txBody>
          <a:bodyPr/>
          <a:lstStyle/>
          <a:p>
            <a:fld id="{BF5276DC-5F53-4EC5-9E0B-7C43E8461919}" type="datetime1">
              <a:rPr lang="ko-KR" altLang="en-US" smtClean="0"/>
              <a:pPr/>
              <a:t>2017-11-27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8FAA61E-CA35-46E7-954C-43D901BBD1EB}" type="slidenum">
              <a:rPr lang="ko-KR" altLang="en-US" smtClean="0"/>
              <a:pPr/>
              <a:t>‹#›</a:t>
            </a:fld>
            <a:endParaRPr lang="ko-KR" altLang="en-US"/>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dirty="0" smtClean="0"/>
          </a:p>
        </p:txBody>
      </p:sp>
      <p:sp>
        <p:nvSpPr>
          <p:cNvPr id="5" name="Date Placeholder 4"/>
          <p:cNvSpPr>
            <a:spLocks noGrp="1"/>
          </p:cNvSpPr>
          <p:nvPr>
            <p:ph type="dt" sz="half" idx="10"/>
          </p:nvPr>
        </p:nvSpPr>
        <p:spPr/>
        <p:txBody>
          <a:bodyPr/>
          <a:lstStyle/>
          <a:p>
            <a:fld id="{06080812-1F40-45FD-82CF-F544E5564805}" type="datetime1">
              <a:rPr lang="ko-KR" altLang="en-US" smtClean="0"/>
              <a:pPr/>
              <a:t>2017-11-27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8FAA61E-CA35-46E7-954C-43D901BBD1EB}" type="slidenum">
              <a:rPr lang="ko-KR" altLang="en-US" smtClean="0"/>
              <a:pPr/>
              <a:t>‹#›</a:t>
            </a:fld>
            <a:endParaRPr lang="ko-KR" altLang="en-US"/>
          </a:p>
        </p:txBody>
      </p:sp>
      <p:sp>
        <p:nvSpPr>
          <p:cNvPr id="9" name="Content Placeholder 8"/>
          <p:cNvSpPr>
            <a:spLocks noGrp="1"/>
          </p:cNvSpPr>
          <p:nvPr>
            <p:ph sz="quarter" idx="13"/>
          </p:nvPr>
        </p:nvSpPr>
        <p:spPr>
          <a:xfrm>
            <a:off x="365760" y="1600200"/>
            <a:ext cx="4041648" cy="4526280"/>
          </a:xfrm>
        </p:spPr>
        <p:txBody>
          <a:body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ko-KR"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smtClean="0"/>
              <a:t>Click to edit Master text styles</a:t>
            </a:r>
          </a:p>
        </p:txBody>
      </p:sp>
      <p:sp>
        <p:nvSpPr>
          <p:cNvPr id="7" name="Date Placeholder 6"/>
          <p:cNvSpPr>
            <a:spLocks noGrp="1"/>
          </p:cNvSpPr>
          <p:nvPr>
            <p:ph type="dt" sz="half" idx="10"/>
          </p:nvPr>
        </p:nvSpPr>
        <p:spPr/>
        <p:txBody>
          <a:bodyPr/>
          <a:lstStyle/>
          <a:p>
            <a:fld id="{544F5704-1777-4A4F-9646-122E7F100DB5}" type="datetime1">
              <a:rPr lang="ko-KR" altLang="en-US" smtClean="0"/>
              <a:pPr/>
              <a:t>2017-11-27</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68FAA61E-CA35-46E7-954C-43D901BBD1EB}" type="slidenum">
              <a:rPr lang="ko-KR" altLang="en-US" smtClean="0"/>
              <a:pPr/>
              <a:t>‹#›</a:t>
            </a:fld>
            <a:endParaRPr lang="ko-KR" altLang="en-US"/>
          </a:p>
        </p:txBody>
      </p:sp>
      <p:sp>
        <p:nvSpPr>
          <p:cNvPr id="11" name="Content Placeholder 10"/>
          <p:cNvSpPr>
            <a:spLocks noGrp="1"/>
          </p:cNvSpPr>
          <p:nvPr>
            <p:ph sz="quarter" idx="13"/>
          </p:nvPr>
        </p:nvSpPr>
        <p:spPr>
          <a:xfrm>
            <a:off x="457200" y="2212848"/>
            <a:ext cx="4041648" cy="3913632"/>
          </a:xfrm>
        </p:spPr>
        <p:txBody>
          <a:body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C6A8956-45F5-40BA-9EC4-3972E0A2B8E3}" type="datetime1">
              <a:rPr lang="ko-KR" altLang="en-US" smtClean="0"/>
              <a:pPr/>
              <a:t>2017-11-27</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68FAA61E-CA35-46E7-954C-43D901BBD1EB}" type="slidenum">
              <a:rPr lang="ko-KR" altLang="en-US" smtClean="0"/>
              <a:pPr/>
              <a:t>‹#›</a:t>
            </a:fld>
            <a:endParaRPr lang="ko-KR" altLang="en-US"/>
          </a:p>
        </p:txBody>
      </p:sp>
      <p:sp>
        <p:nvSpPr>
          <p:cNvPr id="6" name="Title 1"/>
          <p:cNvSpPr>
            <a:spLocks noGrp="1"/>
          </p:cNvSpPr>
          <p:nvPr>
            <p:ph type="title"/>
          </p:nvPr>
        </p:nvSpPr>
        <p:spPr>
          <a:xfrm>
            <a:off x="457200" y="265470"/>
            <a:ext cx="8229600" cy="1042219"/>
          </a:xfrm>
        </p:spPr>
        <p:txBody>
          <a:bodyPr/>
          <a:lstStyle>
            <a:lvl1pPr>
              <a:defRPr/>
            </a:lvl1pPr>
          </a:lstStyle>
          <a:p>
            <a:r>
              <a:rPr lang="en-US" altLang="ko-KR" smtClean="0"/>
              <a:t>Click to edit Master title style</a:t>
            </a:r>
            <a:endParaRPr 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56DBBE-459F-47F7-AC25-C1520DCBA826}" type="datetime1">
              <a:rPr lang="ko-KR" altLang="en-US" smtClean="0"/>
              <a:pPr/>
              <a:t>2017-11-27</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68FAA61E-CA35-46E7-954C-43D901BBD1EB}" type="slidenum">
              <a:rPr lang="ko-KR" altLang="en-US" smtClean="0"/>
              <a:pPr/>
              <a:t>‹#›</a:t>
            </a:fld>
            <a:endParaRPr lang="ko-KR"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altLang="ko-KR"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smtClean="0"/>
              <a:t>Click to edit Master text styles</a:t>
            </a:r>
          </a:p>
        </p:txBody>
      </p:sp>
      <p:sp>
        <p:nvSpPr>
          <p:cNvPr id="5" name="Date Placeholder 4"/>
          <p:cNvSpPr>
            <a:spLocks noGrp="1"/>
          </p:cNvSpPr>
          <p:nvPr>
            <p:ph type="dt" sz="half" idx="10"/>
          </p:nvPr>
        </p:nvSpPr>
        <p:spPr/>
        <p:txBody>
          <a:bodyPr/>
          <a:lstStyle/>
          <a:p>
            <a:fld id="{D8AD703F-420F-4C6E-A47B-DAAC0702168C}" type="datetime1">
              <a:rPr lang="ko-KR" altLang="en-US" smtClean="0"/>
              <a:pPr/>
              <a:t>2017-11-27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8FAA61E-CA35-46E7-954C-43D901BBD1EB}" type="slidenum">
              <a:rPr lang="ko-KR" altLang="en-US" smtClean="0"/>
              <a:pPr/>
              <a:t>‹#›</a:t>
            </a:fld>
            <a:endParaRPr lang="ko-KR"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altLang="ko-KR"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smtClean="0"/>
              <a:t>Click icon to add picture</a:t>
            </a:r>
            <a:endParaRPr lang="en-US"/>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smtClean="0"/>
              <a:t>Click to edit Master text styles</a:t>
            </a:r>
          </a:p>
        </p:txBody>
      </p:sp>
      <p:sp>
        <p:nvSpPr>
          <p:cNvPr id="5" name="Date Placeholder 4"/>
          <p:cNvSpPr>
            <a:spLocks noGrp="1"/>
          </p:cNvSpPr>
          <p:nvPr>
            <p:ph type="dt" sz="half" idx="10"/>
          </p:nvPr>
        </p:nvSpPr>
        <p:spPr/>
        <p:txBody>
          <a:bodyPr/>
          <a:lstStyle/>
          <a:p>
            <a:fld id="{444317E0-6ED8-49AC-8F3C-035789E329D3}" type="datetime1">
              <a:rPr lang="ko-KR" altLang="en-US" smtClean="0"/>
              <a:pPr/>
              <a:t>2017-11-27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8FAA61E-CA35-46E7-954C-43D901BBD1EB}" type="slidenum">
              <a:rPr lang="ko-KR" altLang="en-US" smtClean="0"/>
              <a:pPr/>
              <a:t>‹#›</a:t>
            </a:fld>
            <a:endParaRPr lang="ko-KR"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a:p>
        </p:txBody>
      </p:sp>
      <p:sp>
        <p:nvSpPr>
          <p:cNvPr id="4" name="Date Placeholder 3"/>
          <p:cNvSpPr>
            <a:spLocks noGrp="1"/>
          </p:cNvSpPr>
          <p:nvPr>
            <p:ph type="dt" sz="half" idx="10"/>
          </p:nvPr>
        </p:nvSpPr>
        <p:spPr/>
        <p:txBody>
          <a:bodyPr/>
          <a:lstStyle/>
          <a:p>
            <a:fld id="{D776A579-5918-4B54-82E8-D4CEFF471756}" type="datetime1">
              <a:rPr lang="ko-KR" altLang="en-US" smtClean="0"/>
              <a:pPr/>
              <a:t>2017-11-27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8FAA61E-CA35-46E7-954C-43D901BBD1EB}" type="slidenum">
              <a:rPr lang="ko-KR" altLang="en-US" smtClean="0"/>
              <a:pPr/>
              <a:t>‹#›</a:t>
            </a:fld>
            <a:endParaRPr lang="ko-KR"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ltLang="ko-KR"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a:p>
        </p:txBody>
      </p:sp>
      <p:sp>
        <p:nvSpPr>
          <p:cNvPr id="4" name="Date Placeholder 3"/>
          <p:cNvSpPr>
            <a:spLocks noGrp="1"/>
          </p:cNvSpPr>
          <p:nvPr>
            <p:ph type="dt" sz="half" idx="10"/>
          </p:nvPr>
        </p:nvSpPr>
        <p:spPr/>
        <p:txBody>
          <a:bodyPr/>
          <a:lstStyle/>
          <a:p>
            <a:fld id="{E2C19546-0714-4120-89FC-4148593C534F}" type="datetime1">
              <a:rPr lang="ko-KR" altLang="en-US" smtClean="0"/>
              <a:pPr/>
              <a:t>2017-11-27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8FAA61E-CA35-46E7-954C-43D901BBD1EB}" type="slidenum">
              <a:rPr lang="ko-KR" altLang="en-US" smtClean="0"/>
              <a:pPr/>
              <a:t>‹#›</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65470"/>
            <a:ext cx="8229600" cy="1042219"/>
          </a:xfrm>
          <a:prstGeom prst="rect">
            <a:avLst/>
          </a:prstGeom>
        </p:spPr>
        <p:txBody>
          <a:bodyPr vert="horz" lIns="91440" tIns="45720" rIns="91440" bIns="45720" rtlCol="0" anchor="b">
            <a:noAutofit/>
          </a:bodyPr>
          <a:lstStyle/>
          <a:p>
            <a:r>
              <a:rPr lang="en-US" altLang="ko-KR" dirty="0" smtClean="0"/>
              <a:t>Click to edit Master title</a:t>
            </a:r>
            <a:endParaRPr lang="en-US" dirty="0"/>
          </a:p>
        </p:txBody>
      </p:sp>
      <p:sp>
        <p:nvSpPr>
          <p:cNvPr id="3" name="Text Placeholder 2"/>
          <p:cNvSpPr>
            <a:spLocks noGrp="1"/>
          </p:cNvSpPr>
          <p:nvPr>
            <p:ph type="body" idx="1"/>
          </p:nvPr>
        </p:nvSpPr>
        <p:spPr>
          <a:xfrm>
            <a:off x="457200" y="1484672"/>
            <a:ext cx="8229600" cy="4641492"/>
          </a:xfrm>
          <a:prstGeom prst="rect">
            <a:avLst/>
          </a:prstGeom>
        </p:spPr>
        <p:txBody>
          <a:bodyPr vert="horz" lIns="91440" tIns="45720" rIns="91440" bIns="45720" rtlCol="0">
            <a:normAutofit/>
          </a:body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3B9C821C-F261-4C36-858D-913B97B2EFDC}" type="datetime1">
              <a:rPr lang="ko-KR" altLang="en-US" smtClean="0"/>
              <a:pPr/>
              <a:t>2017-11-27</a:t>
            </a:fld>
            <a:endParaRPr lang="ko-KR" altLang="en-US"/>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ko-KR" altLang="en-US"/>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68FAA61E-CA35-46E7-954C-43D901BBD1EB}" type="slidenum">
              <a:rPr lang="ko-KR" altLang="en-US" smtClean="0"/>
              <a:pPr/>
              <a:t>‹#›</a:t>
            </a:fld>
            <a:endParaRPr lang="ko-KR" altLang="en-US"/>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3"/>
          <p:cNvPicPr>
            <a:picLocks noChangeAspect="1" noChangeArrowheads="1"/>
          </p:cNvPicPr>
          <p:nvPr userDrawn="1"/>
        </p:nvPicPr>
        <p:blipFill>
          <a:blip r:embed="rId13" cstate="print">
            <a:clrChange>
              <a:clrFrom>
                <a:srgbClr val="FFFFFF"/>
              </a:clrFrom>
              <a:clrTo>
                <a:srgbClr val="FFFFFF">
                  <a:alpha val="0"/>
                </a:srgbClr>
              </a:clrTo>
            </a:clrChange>
          </a:blip>
          <a:srcRect/>
          <a:stretch>
            <a:fillRect/>
          </a:stretch>
        </p:blipFill>
        <p:spPr bwMode="auto">
          <a:xfrm>
            <a:off x="6827345" y="110416"/>
            <a:ext cx="2137143" cy="278095"/>
          </a:xfrm>
          <a:prstGeom prst="rect">
            <a:avLst/>
          </a:prstGeom>
          <a:noFill/>
          <a:ln>
            <a:noFill/>
          </a:ln>
          <a:effectLst/>
        </p:spPr>
      </p:pic>
      <p:sp>
        <p:nvSpPr>
          <p:cNvPr id="11" name="TextBox 10"/>
          <p:cNvSpPr txBox="1"/>
          <p:nvPr userDrawn="1"/>
        </p:nvSpPr>
        <p:spPr>
          <a:xfrm>
            <a:off x="-3205" y="171313"/>
            <a:ext cx="1125180" cy="278281"/>
          </a:xfrm>
          <a:prstGeom prst="rect">
            <a:avLst/>
          </a:prstGeom>
          <a:noFill/>
        </p:spPr>
        <p:txBody>
          <a:bodyPr wrap="none" rtlCol="0">
            <a:spAutoFit/>
          </a:bodyPr>
          <a:lstStyle/>
          <a:p>
            <a:pPr algn="ctr">
              <a:lnSpc>
                <a:spcPts val="1300"/>
              </a:lnSpc>
            </a:pPr>
            <a:r>
              <a:rPr lang="en-US" altLang="ko-KR" sz="1800" kern="1200" spc="0" dirty="0" smtClean="0">
                <a:solidFill>
                  <a:schemeClr val="tx1"/>
                </a:solidFill>
                <a:latin typeface="Calibri" pitchFamily="34" charset="0"/>
                <a:ea typeface="+mn-ea"/>
                <a:cs typeface="Calibri" pitchFamily="34" charset="0"/>
              </a:rPr>
              <a:t>COMP</a:t>
            </a:r>
            <a:r>
              <a:rPr lang="en-US" altLang="ko-KR" sz="1800" kern="1200" spc="0" dirty="0" smtClean="0">
                <a:solidFill>
                  <a:srgbClr val="FF0000"/>
                </a:solidFill>
                <a:latin typeface="Calibri" pitchFamily="34" charset="0"/>
                <a:ea typeface="+mn-ea"/>
                <a:cs typeface="Calibri" pitchFamily="34" charset="0"/>
              </a:rPr>
              <a:t>3</a:t>
            </a:r>
            <a:r>
              <a:rPr lang="en-US" altLang="ko-KR" sz="1800" kern="1200" spc="0" dirty="0" smtClean="0">
                <a:solidFill>
                  <a:schemeClr val="accent5"/>
                </a:solidFill>
                <a:latin typeface="Calibri" pitchFamily="34" charset="0"/>
                <a:ea typeface="+mn-ea"/>
                <a:cs typeface="Calibri" pitchFamily="34" charset="0"/>
              </a:rPr>
              <a:t>2</a:t>
            </a:r>
            <a:r>
              <a:rPr lang="en-US" altLang="ko-KR" sz="1800" kern="1200" spc="0" dirty="0" smtClean="0">
                <a:solidFill>
                  <a:srgbClr val="0066FF"/>
                </a:solidFill>
                <a:latin typeface="Calibri" pitchFamily="34" charset="0"/>
                <a:ea typeface="+mn-ea"/>
                <a:cs typeface="Calibri" pitchFamily="34" charset="0"/>
              </a:rPr>
              <a:t>8</a:t>
            </a:r>
            <a:endParaRPr lang="ko-KR" altLang="en-US" sz="1800" kern="1200" spc="0" dirty="0" smtClean="0">
              <a:solidFill>
                <a:schemeClr val="tx1">
                  <a:lumMod val="50000"/>
                  <a:lumOff val="50000"/>
                </a:schemeClr>
              </a:solidFill>
              <a:latin typeface="Calibri" pitchFamily="34" charset="0"/>
              <a:ea typeface="+mn-ea"/>
              <a:cs typeface="Calibri" pitchFamily="34" charset="0"/>
            </a:endParaRPr>
          </a:p>
        </p:txBody>
      </p:sp>
      <p:grpSp>
        <p:nvGrpSpPr>
          <p:cNvPr id="13" name="그룹 12"/>
          <p:cNvGrpSpPr/>
          <p:nvPr userDrawn="1"/>
        </p:nvGrpSpPr>
        <p:grpSpPr>
          <a:xfrm>
            <a:off x="949172" y="101474"/>
            <a:ext cx="1474704" cy="391812"/>
            <a:chOff x="983729" y="101774"/>
            <a:chExt cx="1474704" cy="391812"/>
          </a:xfrm>
        </p:grpSpPr>
        <p:sp>
          <p:nvSpPr>
            <p:cNvPr id="10" name="TextBox 9"/>
            <p:cNvSpPr txBox="1"/>
            <p:nvPr userDrawn="1"/>
          </p:nvSpPr>
          <p:spPr>
            <a:xfrm>
              <a:off x="983729" y="101774"/>
              <a:ext cx="1151277" cy="271485"/>
            </a:xfrm>
            <a:prstGeom prst="rect">
              <a:avLst/>
            </a:prstGeom>
            <a:noFill/>
          </p:spPr>
          <p:txBody>
            <a:bodyPr wrap="none" rtlCol="0">
              <a:spAutoFit/>
            </a:bodyPr>
            <a:lstStyle/>
            <a:p>
              <a:pPr marL="0" marR="0" indent="0" algn="l" defTabSz="914400" rtl="0" eaLnBrk="1" fontAlgn="auto" latinLnBrk="1" hangingPunct="1">
                <a:lnSpc>
                  <a:spcPts val="1300"/>
                </a:lnSpc>
                <a:spcBef>
                  <a:spcPts val="0"/>
                </a:spcBef>
                <a:spcAft>
                  <a:spcPts val="0"/>
                </a:spcAft>
                <a:buClrTx/>
                <a:buSzTx/>
                <a:buFontTx/>
                <a:buNone/>
                <a:tabLst/>
                <a:defRPr/>
              </a:pPr>
              <a:r>
                <a:rPr lang="en-US" altLang="ko-KR" sz="1600" b="0" kern="1200" dirty="0" smtClean="0">
                  <a:solidFill>
                    <a:schemeClr val="tx1"/>
                  </a:solidFill>
                  <a:effectLst>
                    <a:outerShdw blurRad="38100" dist="38100" dir="2700000" algn="tl">
                      <a:srgbClr val="000000">
                        <a:alpha val="43137"/>
                      </a:srgbClr>
                    </a:outerShdw>
                  </a:effectLst>
                  <a:latin typeface="Calibri" pitchFamily="34" charset="0"/>
                  <a:ea typeface="+mn-ea"/>
                  <a:cs typeface="Calibri" pitchFamily="34" charset="0"/>
                </a:rPr>
                <a:t>M</a:t>
              </a:r>
              <a:r>
                <a:rPr lang="en-US" altLang="ko-KR" sz="1600" kern="1200" dirty="0" smtClean="0">
                  <a:solidFill>
                    <a:schemeClr val="tx1">
                      <a:lumMod val="50000"/>
                      <a:lumOff val="50000"/>
                    </a:schemeClr>
                  </a:solidFill>
                  <a:latin typeface="Calibri" pitchFamily="34" charset="0"/>
                  <a:ea typeface="+mn-ea"/>
                  <a:cs typeface="Calibri" pitchFamily="34" charset="0"/>
                </a:rPr>
                <a:t>obile </a:t>
              </a:r>
              <a:r>
                <a:rPr lang="en-US" altLang="ko-KR" sz="1600" b="0" kern="1200" dirty="0" smtClean="0">
                  <a:solidFill>
                    <a:schemeClr val="tx1"/>
                  </a:solidFill>
                  <a:effectLst>
                    <a:outerShdw blurRad="38100" dist="38100" dir="2700000" algn="tl">
                      <a:srgbClr val="000000">
                        <a:alpha val="43137"/>
                      </a:srgbClr>
                    </a:outerShdw>
                  </a:effectLst>
                  <a:latin typeface="Calibri" pitchFamily="34" charset="0"/>
                  <a:ea typeface="+mn-ea"/>
                  <a:cs typeface="Calibri" pitchFamily="34" charset="0"/>
                </a:rPr>
                <a:t>A</a:t>
              </a:r>
              <a:r>
                <a:rPr lang="en-US" altLang="ko-KR" sz="1600" kern="1200" dirty="0" smtClean="0">
                  <a:solidFill>
                    <a:schemeClr val="tx1">
                      <a:lumMod val="50000"/>
                      <a:lumOff val="50000"/>
                    </a:schemeClr>
                  </a:solidFill>
                  <a:latin typeface="Calibri" pitchFamily="34" charset="0"/>
                  <a:ea typeface="+mn-ea"/>
                  <a:cs typeface="Calibri" pitchFamily="34" charset="0"/>
                </a:rPr>
                <a:t>pp</a:t>
              </a:r>
              <a:endParaRPr lang="ko-KR" altLang="en-US" sz="1600" kern="1200" dirty="0" smtClean="0">
                <a:solidFill>
                  <a:schemeClr val="tx1">
                    <a:lumMod val="50000"/>
                    <a:lumOff val="50000"/>
                  </a:schemeClr>
                </a:solidFill>
                <a:latin typeface="Calibri" pitchFamily="34" charset="0"/>
                <a:ea typeface="+mn-ea"/>
                <a:cs typeface="Calibri" pitchFamily="34" charset="0"/>
              </a:endParaRPr>
            </a:p>
          </p:txBody>
        </p:sp>
        <p:sp>
          <p:nvSpPr>
            <p:cNvPr id="12" name="직사각형 11"/>
            <p:cNvSpPr/>
            <p:nvPr userDrawn="1"/>
          </p:nvSpPr>
          <p:spPr>
            <a:xfrm>
              <a:off x="1053433" y="155032"/>
              <a:ext cx="1405000" cy="338554"/>
            </a:xfrm>
            <a:prstGeom prst="rect">
              <a:avLst/>
            </a:prstGeom>
          </p:spPr>
          <p:txBody>
            <a:bodyPr wrap="none">
              <a:spAutoFit/>
            </a:bodyPr>
            <a:lstStyle/>
            <a:p>
              <a:pPr marL="0" marR="0" indent="0" algn="l" defTabSz="914400" rtl="0" eaLnBrk="1" fontAlgn="auto" latinLnBrk="1"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smtClean="0">
                  <a:ln>
                    <a:noFill/>
                  </a:ln>
                  <a:solidFill>
                    <a:prstClr val="black"/>
                  </a:solidFill>
                  <a:effectLst>
                    <a:outerShdw blurRad="38100" dist="38100" dir="2700000" algn="tl">
                      <a:srgbClr val="000000">
                        <a:alpha val="43137"/>
                      </a:srgbClr>
                    </a:outerShdw>
                  </a:effectLst>
                  <a:uLnTx/>
                  <a:uFillTx/>
                  <a:latin typeface="Calibri" pitchFamily="34" charset="0"/>
                  <a:ea typeface="+mn-ea"/>
                  <a:cs typeface="Calibri" pitchFamily="34" charset="0"/>
                </a:rPr>
                <a:t>P</a:t>
              </a:r>
              <a:r>
                <a:rPr kumimoji="0" lang="en-US" altLang="ko-KR" sz="1600" b="0" i="0" u="none" strike="noStrike" kern="1200" cap="none" spc="0" normalizeH="0" baseline="0" noProof="0" dirty="0" smtClean="0">
                  <a:ln>
                    <a:noFill/>
                  </a:ln>
                  <a:solidFill>
                    <a:prstClr val="black">
                      <a:lumMod val="50000"/>
                      <a:lumOff val="50000"/>
                    </a:prstClr>
                  </a:solidFill>
                  <a:effectLst/>
                  <a:uLnTx/>
                  <a:uFillTx/>
                  <a:latin typeface="Calibri" pitchFamily="34" charset="0"/>
                  <a:ea typeface="+mn-ea"/>
                  <a:cs typeface="Calibri" pitchFamily="34" charset="0"/>
                </a:rPr>
                <a:t>rogramming I</a:t>
              </a:r>
              <a:endParaRPr lang="ko-KR" altLang="en-US" sz="1600" dirty="0" smtClean="0"/>
            </a:p>
          </p:txBody>
        </p:sp>
      </p:gr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iming>
    <p:tnLst>
      <p:par>
        <p:cTn id="1" dur="indefinite" restart="never" nodeType="tmRoot"/>
      </p:par>
    </p:tnLst>
  </p:timing>
  <p:hf hdr="0" ftr="0" dt="0"/>
  <p:txStyles>
    <p:titleStyle>
      <a:lvl1pPr algn="ctr" defTabSz="914400" rtl="0" eaLnBrk="1" latinLnBrk="1"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Calibri" pitchFamily="34" charset="0"/>
          <a:ea typeface="+mj-ea"/>
          <a:cs typeface="Calibri" pitchFamily="34" charset="0"/>
        </a:defRPr>
      </a:lvl1pPr>
    </p:titleStyle>
    <p:bodyStyle>
      <a:lvl1pPr marL="342900" indent="-342900" algn="l" defTabSz="914400" rtl="0" eaLnBrk="1" latinLnBrk="1" hangingPunct="1">
        <a:spcBef>
          <a:spcPct val="20000"/>
        </a:spcBef>
        <a:buFont typeface="Arial" pitchFamily="34" charset="0"/>
        <a:buChar char="•"/>
        <a:defRPr sz="2400" kern="1200">
          <a:solidFill>
            <a:schemeClr val="tx1"/>
          </a:solidFill>
          <a:latin typeface="Calibri" pitchFamily="34" charset="0"/>
          <a:ea typeface="+mn-ea"/>
          <a:cs typeface="Calibri" pitchFamily="34" charset="0"/>
        </a:defRPr>
      </a:lvl1pPr>
      <a:lvl2pPr marL="742950" indent="-285750" algn="l" defTabSz="914400" rtl="0" eaLnBrk="1" latinLnBrk="1" hangingPunct="1">
        <a:spcBef>
          <a:spcPct val="20000"/>
        </a:spcBef>
        <a:buFont typeface="Courier New" pitchFamily="49" charset="0"/>
        <a:buChar char="o"/>
        <a:defRPr sz="1600" kern="1200">
          <a:solidFill>
            <a:schemeClr val="tx1"/>
          </a:solidFill>
          <a:latin typeface="Calibri" pitchFamily="34" charset="0"/>
          <a:ea typeface="+mn-ea"/>
          <a:cs typeface="Calibri" pitchFamily="34" charset="0"/>
        </a:defRPr>
      </a:lvl2pPr>
      <a:lvl3pPr marL="1143000" indent="-228600" algn="l" defTabSz="914400" rtl="0" eaLnBrk="1" latinLnBrk="1" hangingPunct="1">
        <a:spcBef>
          <a:spcPct val="20000"/>
        </a:spcBef>
        <a:buFont typeface="Arial" pitchFamily="34" charset="0"/>
        <a:buChar char="•"/>
        <a:defRPr sz="1600" kern="1200">
          <a:solidFill>
            <a:schemeClr val="tx1"/>
          </a:solidFill>
          <a:latin typeface="Calibri" pitchFamily="34" charset="0"/>
          <a:ea typeface="+mn-ea"/>
          <a:cs typeface="Calibri" pitchFamily="34" charset="0"/>
        </a:defRPr>
      </a:lvl3pPr>
      <a:lvl4pPr marL="1600200" indent="-228600" algn="l" defTabSz="914400" rtl="0" eaLnBrk="1" latinLnBrk="1" hangingPunct="1">
        <a:spcBef>
          <a:spcPct val="20000"/>
        </a:spcBef>
        <a:buFont typeface="Courier New" pitchFamily="49" charset="0"/>
        <a:buChar char="o"/>
        <a:defRPr sz="1600" kern="1200">
          <a:solidFill>
            <a:schemeClr val="tx1"/>
          </a:solidFill>
          <a:latin typeface="Calibri" pitchFamily="34" charset="0"/>
          <a:ea typeface="+mn-ea"/>
          <a:cs typeface="Calibri" pitchFamily="34" charset="0"/>
        </a:defRPr>
      </a:lvl4pPr>
      <a:lvl5pPr marL="2057400" indent="-228600" algn="l" defTabSz="914400" rtl="0" eaLnBrk="1" latinLnBrk="1" hangingPunct="1">
        <a:spcBef>
          <a:spcPct val="20000"/>
        </a:spcBef>
        <a:buFont typeface="Arial" pitchFamily="34" charset="0"/>
        <a:buChar char="•"/>
        <a:defRPr sz="1600" kern="1200">
          <a:solidFill>
            <a:schemeClr val="tx1"/>
          </a:solidFill>
          <a:latin typeface="Calibri" pitchFamily="34" charset="0"/>
          <a:ea typeface="+mn-ea"/>
          <a:cs typeface="Calibri" pitchFamily="34" charset="0"/>
        </a:defRPr>
      </a:lvl5pPr>
      <a:lvl6pPr marL="2514600" indent="-228600" algn="l" defTabSz="914400" rtl="0" eaLnBrk="1" latinLnBrk="1"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1"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1"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1"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hyperlink" Target="http://www.naver.com/" TargetMode="Externa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88840"/>
            <a:ext cx="7772400" cy="864096"/>
          </a:xfrm>
          <a:solidFill>
            <a:srgbClr val="004CBC"/>
          </a:solidFill>
        </p:spPr>
        <p:txBody>
          <a:bodyPr>
            <a:normAutofit/>
          </a:bodyPr>
          <a:lstStyle/>
          <a:p>
            <a:r>
              <a:rPr lang="ko-KR" altLang="en-US" sz="4800" b="1" dirty="0" smtClean="0">
                <a:solidFill>
                  <a:schemeClr val="bg1"/>
                </a:solidFill>
                <a:effectLst/>
                <a:latin typeface="Arial" pitchFamily="34" charset="0"/>
                <a:cs typeface="Arial" pitchFamily="34" charset="0"/>
              </a:rPr>
              <a:t>백그라운드 </a:t>
            </a:r>
            <a:r>
              <a:rPr lang="en-US" altLang="ko-KR" sz="4800" b="1" dirty="0" smtClean="0">
                <a:solidFill>
                  <a:schemeClr val="bg1"/>
                </a:solidFill>
                <a:effectLst/>
                <a:latin typeface="Arial" pitchFamily="34" charset="0"/>
                <a:cs typeface="Arial" pitchFamily="34" charset="0"/>
              </a:rPr>
              <a:t>- 2</a:t>
            </a:r>
            <a:endParaRPr lang="ko-KR" altLang="en-US" sz="4800" b="1" dirty="0">
              <a:solidFill>
                <a:schemeClr val="bg1"/>
              </a:solidFill>
              <a:effectLst/>
              <a:latin typeface="Arial" pitchFamily="34" charset="0"/>
              <a:cs typeface="Arial" pitchFamily="34" charset="0"/>
            </a:endParaRPr>
          </a:p>
        </p:txBody>
      </p:sp>
      <p:pic>
        <p:nvPicPr>
          <p:cNvPr id="5122" name="Picture 2" descr="http://www.ddaily.co.kr/DATA/news/20110210/20110210140451__I6720.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027" b="22179"/>
          <a:stretch/>
        </p:blipFill>
        <p:spPr bwMode="auto">
          <a:xfrm>
            <a:off x="2208089" y="3084845"/>
            <a:ext cx="4762500" cy="1778558"/>
          </a:xfrm>
          <a:prstGeom prst="rect">
            <a:avLst/>
          </a:prstGeom>
          <a:noFill/>
          <a:extLst>
            <a:ext uri="{909E8E84-426E-40DD-AFC4-6F175D3DCCD1}">
              <a14:hiddenFill xmlns:a14="http://schemas.microsoft.com/office/drawing/2010/main">
                <a:solidFill>
                  <a:srgbClr val="FFFFFF"/>
                </a:solidFill>
              </a14:hiddenFill>
            </a:ext>
          </a:extLst>
        </p:spPr>
      </p:pic>
      <p:sp>
        <p:nvSpPr>
          <p:cNvPr id="6" name="부제목 4"/>
          <p:cNvSpPr>
            <a:spLocks noGrp="1"/>
          </p:cNvSpPr>
          <p:nvPr>
            <p:ph type="subTitle" idx="1"/>
          </p:nvPr>
        </p:nvSpPr>
        <p:spPr/>
        <p:txBody>
          <a:bodyPr>
            <a:normAutofit fontScale="92500" lnSpcReduction="10000"/>
          </a:bodyPr>
          <a:lstStyle/>
          <a:p>
            <a:r>
              <a:rPr lang="en-US" altLang="ko-KR" dirty="0" err="1" smtClean="0"/>
              <a:t>Gi</a:t>
            </a:r>
            <a:r>
              <a:rPr lang="en-US" altLang="ko-KR" dirty="0" smtClean="0"/>
              <a:t> Sook Jung, </a:t>
            </a:r>
            <a:r>
              <a:rPr lang="en-US" altLang="ko-KR" dirty="0" err="1" smtClean="0"/>
              <a:t>Ph.D</a:t>
            </a:r>
            <a:endParaRPr lang="en-US" altLang="ko-KR" dirty="0" smtClean="0"/>
          </a:p>
          <a:p>
            <a:r>
              <a:rPr lang="en-US" altLang="ko-KR" dirty="0" smtClean="0"/>
              <a:t>School of Computer Science and Engineering</a:t>
            </a:r>
          </a:p>
          <a:p>
            <a:r>
              <a:rPr lang="en-US" altLang="ko-KR" dirty="0" smtClean="0"/>
              <a:t>College of IT Engineering, KNU</a:t>
            </a:r>
            <a:endParaRPr lang="ko-KR" altLang="en-US" dirty="0"/>
          </a:p>
        </p:txBody>
      </p:sp>
    </p:spTree>
    <p:extLst>
      <p:ext uri="{BB962C8B-B14F-4D97-AF65-F5344CB8AC3E}">
        <p14:creationId xmlns:p14="http://schemas.microsoft.com/office/powerpoint/2010/main" val="25573088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Broadcast Receiver</a:t>
            </a:r>
            <a:endParaRPr lang="ko-KR" altLang="en-US" dirty="0"/>
          </a:p>
        </p:txBody>
      </p:sp>
      <p:sp>
        <p:nvSpPr>
          <p:cNvPr id="3" name="내용 개체 틀 2"/>
          <p:cNvSpPr>
            <a:spLocks noGrp="1"/>
          </p:cNvSpPr>
          <p:nvPr>
            <p:ph idx="1"/>
          </p:nvPr>
        </p:nvSpPr>
        <p:spPr/>
        <p:txBody>
          <a:bodyPr/>
          <a:lstStyle/>
          <a:p>
            <a:r>
              <a:rPr lang="ko-KR" altLang="en-US" dirty="0" smtClean="0"/>
              <a:t>시스템의 변화</a:t>
            </a:r>
            <a:endParaRPr lang="en-US" altLang="ko-KR" dirty="0" smtClean="0"/>
          </a:p>
          <a:p>
            <a:pPr lvl="1"/>
            <a:r>
              <a:rPr lang="ko-KR" altLang="en-US" dirty="0" err="1" smtClean="0"/>
              <a:t>모바일</a:t>
            </a:r>
            <a:r>
              <a:rPr lang="ko-KR" altLang="en-US" dirty="0" smtClean="0"/>
              <a:t> 장비는 이동 중에 사용</a:t>
            </a:r>
            <a:endParaRPr lang="en-US" altLang="ko-KR" dirty="0"/>
          </a:p>
          <a:p>
            <a:pPr lvl="2"/>
            <a:r>
              <a:rPr lang="ko-KR" altLang="en-US" dirty="0" smtClean="0"/>
              <a:t>고정적 전원 없음</a:t>
            </a:r>
            <a:endParaRPr lang="en-US" altLang="ko-KR" dirty="0" smtClean="0"/>
          </a:p>
          <a:p>
            <a:pPr lvl="2"/>
            <a:r>
              <a:rPr lang="ko-KR" altLang="en-US" dirty="0" smtClean="0"/>
              <a:t>장비의 </a:t>
            </a:r>
            <a:r>
              <a:rPr lang="ko-KR" altLang="en-US" dirty="0" err="1" smtClean="0"/>
              <a:t>탈부착이</a:t>
            </a:r>
            <a:r>
              <a:rPr lang="ko-KR" altLang="en-US" dirty="0" smtClean="0"/>
              <a:t> 잦음</a:t>
            </a:r>
            <a:endParaRPr lang="en-US" altLang="ko-KR" dirty="0" smtClean="0"/>
          </a:p>
          <a:p>
            <a:pPr lvl="2"/>
            <a:r>
              <a:rPr lang="ko-KR" altLang="en-US" dirty="0" smtClean="0"/>
              <a:t>여러 가지 상태 변화 발생</a:t>
            </a:r>
            <a:endParaRPr lang="en-US" altLang="ko-KR" dirty="0" smtClean="0"/>
          </a:p>
          <a:p>
            <a:pPr lvl="1"/>
            <a:r>
              <a:rPr lang="ko-KR" altLang="en-US" dirty="0" smtClean="0">
                <a:solidFill>
                  <a:srgbClr val="00B0F0"/>
                </a:solidFill>
              </a:rPr>
              <a:t>변화가 있을 때마다 시스템이 신호를 방송</a:t>
            </a:r>
            <a:endParaRPr lang="en-US" altLang="ko-KR" dirty="0" smtClean="0">
              <a:solidFill>
                <a:srgbClr val="00B0F0"/>
              </a:solidFill>
            </a:endParaRPr>
          </a:p>
          <a:p>
            <a:pPr lvl="1"/>
            <a:r>
              <a:rPr lang="ko-KR" altLang="en-US" dirty="0" smtClean="0"/>
              <a:t>어플리케이션에서 </a:t>
            </a:r>
            <a:r>
              <a:rPr lang="en-US" altLang="ko-KR" dirty="0" err="1" smtClean="0">
                <a:solidFill>
                  <a:srgbClr val="00B0F0"/>
                </a:solidFill>
              </a:rPr>
              <a:t>sendBroadcast</a:t>
            </a:r>
            <a:r>
              <a:rPr lang="en-US" altLang="ko-KR" dirty="0" smtClean="0"/>
              <a:t> </a:t>
            </a:r>
            <a:r>
              <a:rPr lang="ko-KR" altLang="en-US" dirty="0" err="1" smtClean="0"/>
              <a:t>메서드를</a:t>
            </a:r>
            <a:r>
              <a:rPr lang="ko-KR" altLang="en-US" dirty="0" smtClean="0"/>
              <a:t> 이용해 방송 송신도 가능</a:t>
            </a:r>
            <a:endParaRPr lang="en-US" altLang="ko-KR" dirty="0" smtClean="0"/>
          </a:p>
          <a:p>
            <a:pPr lvl="2"/>
            <a:r>
              <a:rPr lang="ko-KR" altLang="en-US" dirty="0" smtClean="0"/>
              <a:t>호출 즉시 리턴</a:t>
            </a:r>
            <a:r>
              <a:rPr lang="en-US" altLang="ko-KR" dirty="0" smtClean="0"/>
              <a:t>, </a:t>
            </a:r>
            <a:r>
              <a:rPr lang="ko-KR" altLang="en-US" dirty="0" smtClean="0"/>
              <a:t>방송을 정상 수신했는지 알 방법이 없음</a:t>
            </a:r>
            <a:endParaRPr lang="en-US" altLang="ko-KR" dirty="0" smtClean="0"/>
          </a:p>
          <a:p>
            <a:pPr lvl="1"/>
            <a:endParaRPr lang="en-US" altLang="ko-KR" dirty="0"/>
          </a:p>
          <a:p>
            <a:r>
              <a:rPr lang="en-US" altLang="ko-KR" dirty="0" err="1" smtClean="0">
                <a:solidFill>
                  <a:srgbClr val="FF0000"/>
                </a:solidFill>
              </a:rPr>
              <a:t>BroadcastReceiver</a:t>
            </a:r>
            <a:r>
              <a:rPr lang="en-US" altLang="ko-KR" dirty="0" smtClean="0">
                <a:solidFill>
                  <a:srgbClr val="FF0000"/>
                </a:solidFill>
              </a:rPr>
              <a:t> </a:t>
            </a:r>
            <a:r>
              <a:rPr lang="ko-KR" altLang="en-US" dirty="0" smtClean="0"/>
              <a:t>클래스를 상속하여 </a:t>
            </a:r>
            <a:r>
              <a:rPr lang="ko-KR" altLang="en-US" dirty="0" err="1" smtClean="0"/>
              <a:t>메서드를</a:t>
            </a:r>
            <a:r>
              <a:rPr lang="ko-KR" altLang="en-US" dirty="0" smtClean="0"/>
              <a:t> 구현</a:t>
            </a:r>
            <a:endParaRPr lang="en-US" altLang="ko-KR" dirty="0" smtClean="0"/>
          </a:p>
          <a:p>
            <a:pPr lvl="1"/>
            <a:r>
              <a:rPr lang="ko-KR" altLang="en-US" dirty="0" smtClean="0"/>
              <a:t>오직 방송 수신 대기만 수행</a:t>
            </a:r>
            <a:endParaRPr lang="en-US" altLang="ko-KR" dirty="0" smtClean="0"/>
          </a:p>
          <a:p>
            <a:pPr lvl="1"/>
            <a:r>
              <a:rPr lang="en-US" altLang="ko-KR" dirty="0" smtClean="0">
                <a:solidFill>
                  <a:srgbClr val="00B0F0"/>
                </a:solidFill>
              </a:rPr>
              <a:t>void </a:t>
            </a:r>
            <a:r>
              <a:rPr lang="en-US" altLang="ko-KR" dirty="0" err="1" smtClean="0">
                <a:solidFill>
                  <a:srgbClr val="00B0F0"/>
                </a:solidFill>
              </a:rPr>
              <a:t>onReceiver</a:t>
            </a:r>
            <a:r>
              <a:rPr lang="en-US" altLang="ko-KR" dirty="0" smtClean="0">
                <a:solidFill>
                  <a:srgbClr val="00B0F0"/>
                </a:solidFill>
              </a:rPr>
              <a:t>(Context c, Intent i)</a:t>
            </a:r>
          </a:p>
          <a:p>
            <a:pPr lvl="2"/>
            <a:r>
              <a:rPr lang="ko-KR" altLang="en-US" dirty="0" smtClean="0"/>
              <a:t>반드시</a:t>
            </a:r>
            <a:r>
              <a:rPr lang="en-US" altLang="ko-KR" dirty="0" smtClean="0"/>
              <a:t> 10</a:t>
            </a:r>
            <a:r>
              <a:rPr lang="ko-KR" altLang="en-US" dirty="0" smtClean="0"/>
              <a:t>초 내로 </a:t>
            </a:r>
            <a:r>
              <a:rPr lang="ko-KR" altLang="en-US" dirty="0" err="1" smtClean="0"/>
              <a:t>리턴해야</a:t>
            </a:r>
            <a:r>
              <a:rPr lang="ko-KR" altLang="en-US" dirty="0" smtClean="0"/>
              <a:t> 함</a:t>
            </a:r>
            <a:endParaRPr lang="en-US" altLang="ko-KR" dirty="0" smtClean="0"/>
          </a:p>
          <a:p>
            <a:pPr lvl="2"/>
            <a:r>
              <a:rPr lang="ko-KR" altLang="en-US" dirty="0" err="1" smtClean="0"/>
              <a:t>스레드</a:t>
            </a:r>
            <a:r>
              <a:rPr lang="ko-KR" altLang="en-US" dirty="0" smtClean="0"/>
              <a:t> 생성 불가 </a:t>
            </a:r>
            <a:r>
              <a:rPr lang="en-US" altLang="ko-KR" dirty="0" smtClean="0"/>
              <a:t>(</a:t>
            </a:r>
            <a:r>
              <a:rPr lang="ko-KR" altLang="en-US" dirty="0" err="1" smtClean="0"/>
              <a:t>리턴하는</a:t>
            </a:r>
            <a:r>
              <a:rPr lang="ko-KR" altLang="en-US" dirty="0" smtClean="0"/>
              <a:t> 순간 </a:t>
            </a:r>
            <a:r>
              <a:rPr lang="en-US" altLang="ko-KR" dirty="0" smtClean="0"/>
              <a:t>BR</a:t>
            </a:r>
            <a:r>
              <a:rPr lang="ko-KR" altLang="en-US" dirty="0" smtClean="0"/>
              <a:t>은 해제되기 때문</a:t>
            </a:r>
            <a:r>
              <a:rPr lang="en-US" altLang="ko-KR" dirty="0" smtClean="0"/>
              <a:t>)</a:t>
            </a:r>
            <a:endParaRPr lang="ko-KR" altLang="en-US" dirty="0"/>
          </a:p>
        </p:txBody>
      </p:sp>
      <p:sp>
        <p:nvSpPr>
          <p:cNvPr id="4" name="슬라이드 번호 개체 틀 3"/>
          <p:cNvSpPr>
            <a:spLocks noGrp="1"/>
          </p:cNvSpPr>
          <p:nvPr>
            <p:ph type="sldNum" sz="quarter" idx="12"/>
          </p:nvPr>
        </p:nvSpPr>
        <p:spPr/>
        <p:txBody>
          <a:bodyPr/>
          <a:lstStyle/>
          <a:p>
            <a:fld id="{68FAA61E-CA35-46E7-954C-43D901BBD1EB}" type="slidenum">
              <a:rPr lang="ko-KR" altLang="en-US" smtClean="0"/>
              <a:pPr/>
              <a:t>2</a:t>
            </a:fld>
            <a:endParaRPr lang="ko-KR" altLang="en-US"/>
          </a:p>
        </p:txBody>
      </p:sp>
    </p:spTree>
    <p:extLst>
      <p:ext uri="{BB962C8B-B14F-4D97-AF65-F5344CB8AC3E}">
        <p14:creationId xmlns:p14="http://schemas.microsoft.com/office/powerpoint/2010/main" val="37301198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Service</a:t>
            </a:r>
            <a:endParaRPr lang="ko-KR" altLang="en-US" dirty="0"/>
          </a:p>
        </p:txBody>
      </p:sp>
      <p:sp>
        <p:nvSpPr>
          <p:cNvPr id="3" name="내용 개체 틀 2"/>
          <p:cNvSpPr>
            <a:spLocks noGrp="1"/>
          </p:cNvSpPr>
          <p:nvPr>
            <p:ph idx="1"/>
          </p:nvPr>
        </p:nvSpPr>
        <p:spPr/>
        <p:txBody>
          <a:bodyPr/>
          <a:lstStyle/>
          <a:p>
            <a:r>
              <a:rPr lang="en-US" altLang="ko-KR" dirty="0" smtClean="0"/>
              <a:t>Background Service</a:t>
            </a:r>
          </a:p>
          <a:p>
            <a:pPr lvl="1"/>
            <a:r>
              <a:rPr lang="en-US" altLang="ko-KR" dirty="0" smtClean="0"/>
              <a:t>UI </a:t>
            </a:r>
            <a:r>
              <a:rPr lang="ko-KR" altLang="en-US" dirty="0" smtClean="0"/>
              <a:t>없이 백그라운드로 동작하는 연산이나 작업을 제공</a:t>
            </a:r>
            <a:endParaRPr lang="en-US" altLang="ko-KR" dirty="0" smtClean="0"/>
          </a:p>
          <a:p>
            <a:pPr lvl="1"/>
            <a:r>
              <a:rPr lang="en-US" altLang="ko-KR" b="1" dirty="0" smtClean="0">
                <a:solidFill>
                  <a:srgbClr val="FF0000"/>
                </a:solidFill>
              </a:rPr>
              <a:t>Service</a:t>
            </a:r>
            <a:r>
              <a:rPr lang="en-US" altLang="ko-KR" dirty="0" smtClean="0"/>
              <a:t> </a:t>
            </a:r>
            <a:r>
              <a:rPr lang="ko-KR" altLang="en-US" dirty="0" smtClean="0"/>
              <a:t>클래스를 상속하여 구현</a:t>
            </a:r>
            <a:endParaRPr lang="en-US" altLang="ko-KR" dirty="0" smtClean="0"/>
          </a:p>
          <a:p>
            <a:pPr lvl="1"/>
            <a:endParaRPr lang="en-US" altLang="ko-KR" dirty="0" smtClean="0"/>
          </a:p>
          <a:p>
            <a:r>
              <a:rPr lang="ko-KR" altLang="en-US" dirty="0" smtClean="0"/>
              <a:t>호출하는 방식에 따라 </a:t>
            </a:r>
            <a:r>
              <a:rPr lang="en-US" altLang="ko-KR" dirty="0" smtClean="0"/>
              <a:t>2</a:t>
            </a:r>
            <a:r>
              <a:rPr lang="ko-KR" altLang="en-US" dirty="0" smtClean="0"/>
              <a:t>가지로 구분</a:t>
            </a:r>
            <a:endParaRPr lang="en-US" altLang="ko-KR" dirty="0" smtClean="0"/>
          </a:p>
          <a:p>
            <a:pPr lvl="1"/>
            <a:r>
              <a:rPr lang="en-US" altLang="ko-KR" dirty="0" smtClean="0">
                <a:solidFill>
                  <a:srgbClr val="00B0F0"/>
                </a:solidFill>
              </a:rPr>
              <a:t>Background Daemon</a:t>
            </a:r>
          </a:p>
          <a:p>
            <a:pPr lvl="2"/>
            <a:r>
              <a:rPr lang="ko-KR" altLang="en-US" dirty="0" smtClean="0"/>
              <a:t>배경에서 계속 실행되는 프로세스</a:t>
            </a:r>
            <a:endParaRPr lang="en-US" altLang="ko-KR" dirty="0" smtClean="0"/>
          </a:p>
          <a:p>
            <a:pPr lvl="1"/>
            <a:r>
              <a:rPr lang="en-US" altLang="ko-KR" dirty="0" err="1" smtClean="0">
                <a:solidFill>
                  <a:srgbClr val="00B0F0"/>
                </a:solidFill>
              </a:rPr>
              <a:t>Remotable</a:t>
            </a:r>
            <a:r>
              <a:rPr lang="en-US" altLang="ko-KR" dirty="0" smtClean="0">
                <a:solidFill>
                  <a:srgbClr val="00B0F0"/>
                </a:solidFill>
              </a:rPr>
              <a:t> Interface</a:t>
            </a:r>
          </a:p>
          <a:p>
            <a:pPr lvl="2"/>
            <a:r>
              <a:rPr lang="ko-KR" altLang="en-US" dirty="0" smtClean="0"/>
              <a:t>자신의 기능을 노출</a:t>
            </a:r>
            <a:endParaRPr lang="en-US" altLang="ko-KR" dirty="0" smtClean="0"/>
          </a:p>
          <a:p>
            <a:pPr lvl="2"/>
            <a:r>
              <a:rPr lang="ko-KR" altLang="en-US" dirty="0" smtClean="0"/>
              <a:t>외부의 어플리케이션이 원격으로 호출하여 사용</a:t>
            </a:r>
            <a:endParaRPr lang="en-US" altLang="ko-KR" dirty="0" smtClean="0"/>
          </a:p>
          <a:p>
            <a:pPr lvl="2"/>
            <a:r>
              <a:rPr lang="ko-KR" altLang="en-US" dirty="0" err="1" smtClean="0"/>
              <a:t>안드로이드에서</a:t>
            </a:r>
            <a:r>
              <a:rPr lang="ko-KR" altLang="en-US" dirty="0" smtClean="0"/>
              <a:t> 따로 제공하는 </a:t>
            </a:r>
            <a:r>
              <a:rPr lang="en-US" altLang="ko-KR" dirty="0" smtClean="0">
                <a:solidFill>
                  <a:srgbClr val="00B0F0"/>
                </a:solidFill>
              </a:rPr>
              <a:t>AIDL </a:t>
            </a:r>
            <a:r>
              <a:rPr lang="ko-KR" altLang="en-US" dirty="0" smtClean="0"/>
              <a:t>기술을 사용</a:t>
            </a:r>
            <a:endParaRPr lang="en-US" altLang="ko-KR" dirty="0" smtClean="0"/>
          </a:p>
          <a:p>
            <a:pPr lvl="2"/>
            <a:endParaRPr lang="en-US" altLang="ko-KR" dirty="0"/>
          </a:p>
          <a:p>
            <a:r>
              <a:rPr lang="en-US" altLang="ko-KR" dirty="0"/>
              <a:t>Android Interface Definition Language (AIDL</a:t>
            </a:r>
            <a:r>
              <a:rPr lang="en-US" altLang="ko-KR" dirty="0" smtClean="0"/>
              <a:t>)</a:t>
            </a:r>
          </a:p>
          <a:p>
            <a:pPr lvl="1"/>
            <a:r>
              <a:rPr lang="en-US" altLang="ko-KR" dirty="0" smtClean="0"/>
              <a:t>COM</a:t>
            </a:r>
            <a:r>
              <a:rPr lang="ko-KR" altLang="en-US" dirty="0" smtClean="0"/>
              <a:t>과 </a:t>
            </a:r>
            <a:r>
              <a:rPr lang="en-US" altLang="ko-KR" dirty="0" smtClean="0"/>
              <a:t>CORBA</a:t>
            </a:r>
            <a:r>
              <a:rPr lang="ko-KR" altLang="en-US" dirty="0" smtClean="0"/>
              <a:t>같은 </a:t>
            </a:r>
            <a:r>
              <a:rPr lang="ko-KR" altLang="en-US" dirty="0" smtClean="0">
                <a:solidFill>
                  <a:srgbClr val="00B0F0"/>
                </a:solidFill>
              </a:rPr>
              <a:t>정해져 있지 않은 원격 클래스를 호출</a:t>
            </a:r>
            <a:r>
              <a:rPr lang="ko-KR" altLang="en-US" dirty="0" smtClean="0"/>
              <a:t>하는 기술</a:t>
            </a:r>
            <a:endParaRPr lang="en-US" altLang="ko-KR" dirty="0" smtClean="0"/>
          </a:p>
          <a:p>
            <a:pPr lvl="1"/>
            <a:endParaRPr lang="ko-KR" altLang="en-US" dirty="0"/>
          </a:p>
        </p:txBody>
      </p:sp>
      <p:sp>
        <p:nvSpPr>
          <p:cNvPr id="4" name="슬라이드 번호 개체 틀 3"/>
          <p:cNvSpPr>
            <a:spLocks noGrp="1"/>
          </p:cNvSpPr>
          <p:nvPr>
            <p:ph type="sldNum" sz="quarter" idx="12"/>
          </p:nvPr>
        </p:nvSpPr>
        <p:spPr/>
        <p:txBody>
          <a:bodyPr/>
          <a:lstStyle/>
          <a:p>
            <a:fld id="{68FAA61E-CA35-46E7-954C-43D901BBD1EB}" type="slidenum">
              <a:rPr lang="ko-KR" altLang="en-US" smtClean="0"/>
              <a:pPr/>
              <a:t>3</a:t>
            </a:fld>
            <a:endParaRPr lang="ko-KR" altLang="en-US"/>
          </a:p>
        </p:txBody>
      </p:sp>
    </p:spTree>
    <p:extLst>
      <p:ext uri="{BB962C8B-B14F-4D97-AF65-F5344CB8AC3E}">
        <p14:creationId xmlns:p14="http://schemas.microsoft.com/office/powerpoint/2010/main" val="28284896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sz="quarter" idx="12"/>
          </p:nvPr>
        </p:nvSpPr>
        <p:spPr/>
        <p:txBody>
          <a:bodyPr/>
          <a:lstStyle/>
          <a:p>
            <a:fld id="{68FAA61E-CA35-46E7-954C-43D901BBD1EB}" type="slidenum">
              <a:rPr lang="ko-KR" altLang="en-US" smtClean="0"/>
              <a:pPr/>
              <a:t>4</a:t>
            </a:fld>
            <a:endParaRPr lang="ko-KR" altLang="en-US"/>
          </a:p>
        </p:txBody>
      </p:sp>
      <p:sp>
        <p:nvSpPr>
          <p:cNvPr id="2" name="제목 1"/>
          <p:cNvSpPr>
            <a:spLocks noGrp="1"/>
          </p:cNvSpPr>
          <p:nvPr>
            <p:ph type="title"/>
          </p:nvPr>
        </p:nvSpPr>
        <p:spPr/>
        <p:txBody>
          <a:bodyPr/>
          <a:lstStyle/>
          <a:p>
            <a:r>
              <a:rPr lang="en-US" altLang="ko-KR" dirty="0" smtClean="0"/>
              <a:t>Service</a:t>
            </a:r>
            <a:endParaRPr lang="ko-KR" altLang="en-US" dirty="0"/>
          </a:p>
        </p:txBody>
      </p:sp>
      <p:sp>
        <p:nvSpPr>
          <p:cNvPr id="5" name="TextBox 4"/>
          <p:cNvSpPr txBox="1"/>
          <p:nvPr/>
        </p:nvSpPr>
        <p:spPr>
          <a:xfrm>
            <a:off x="342900" y="2186464"/>
            <a:ext cx="2323072" cy="369332"/>
          </a:xfrm>
          <a:prstGeom prst="rect">
            <a:avLst/>
          </a:prstGeom>
          <a:noFill/>
        </p:spPr>
        <p:txBody>
          <a:bodyPr wrap="none" rtlCol="0">
            <a:spAutoFit/>
          </a:bodyPr>
          <a:lstStyle/>
          <a:p>
            <a:r>
              <a:rPr lang="en-US" altLang="ko-KR" dirty="0" smtClean="0"/>
              <a:t>Background daemon</a:t>
            </a:r>
            <a:endParaRPr lang="ko-KR" altLang="en-US" dirty="0"/>
          </a:p>
        </p:txBody>
      </p:sp>
      <p:sp>
        <p:nvSpPr>
          <p:cNvPr id="6" name="직사각형 5"/>
          <p:cNvSpPr/>
          <p:nvPr/>
        </p:nvSpPr>
        <p:spPr>
          <a:xfrm>
            <a:off x="2063116" y="2756059"/>
            <a:ext cx="2243062" cy="44577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ko-KR" dirty="0" err="1" smtClean="0"/>
              <a:t>onCreate</a:t>
            </a:r>
            <a:endParaRPr lang="ko-KR" altLang="en-US" dirty="0"/>
          </a:p>
        </p:txBody>
      </p:sp>
      <p:sp>
        <p:nvSpPr>
          <p:cNvPr id="7" name="직사각형 6"/>
          <p:cNvSpPr/>
          <p:nvPr/>
        </p:nvSpPr>
        <p:spPr>
          <a:xfrm>
            <a:off x="2063116" y="3577114"/>
            <a:ext cx="2243062" cy="44577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ko-KR" dirty="0" err="1" smtClean="0"/>
              <a:t>onStartCommand</a:t>
            </a:r>
            <a:endParaRPr lang="ko-KR" altLang="en-US" dirty="0"/>
          </a:p>
        </p:txBody>
      </p:sp>
      <p:sp>
        <p:nvSpPr>
          <p:cNvPr id="8" name="직사각형 7"/>
          <p:cNvSpPr/>
          <p:nvPr/>
        </p:nvSpPr>
        <p:spPr>
          <a:xfrm>
            <a:off x="2063116" y="5101114"/>
            <a:ext cx="2243062" cy="44577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ko-KR" dirty="0" err="1" smtClean="0"/>
              <a:t>onDestroy</a:t>
            </a:r>
            <a:endParaRPr lang="ko-KR" altLang="en-US" dirty="0"/>
          </a:p>
        </p:txBody>
      </p:sp>
      <p:cxnSp>
        <p:nvCxnSpPr>
          <p:cNvPr id="10" name="직선 화살표 연결선 9"/>
          <p:cNvCxnSpPr>
            <a:stCxn id="6" idx="2"/>
            <a:endCxn id="7" idx="0"/>
          </p:cNvCxnSpPr>
          <p:nvPr/>
        </p:nvCxnSpPr>
        <p:spPr>
          <a:xfrm>
            <a:off x="3184647" y="3201829"/>
            <a:ext cx="0" cy="37528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직선 화살표 연결선 11"/>
          <p:cNvCxnSpPr>
            <a:stCxn id="7" idx="2"/>
            <a:endCxn id="8" idx="0"/>
          </p:cNvCxnSpPr>
          <p:nvPr/>
        </p:nvCxnSpPr>
        <p:spPr>
          <a:xfrm>
            <a:off x="3184647" y="4022884"/>
            <a:ext cx="0" cy="107823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604635" y="2189679"/>
            <a:ext cx="2230098" cy="369332"/>
          </a:xfrm>
          <a:prstGeom prst="rect">
            <a:avLst/>
          </a:prstGeom>
          <a:noFill/>
        </p:spPr>
        <p:txBody>
          <a:bodyPr wrap="none" rtlCol="0">
            <a:spAutoFit/>
          </a:bodyPr>
          <a:lstStyle/>
          <a:p>
            <a:r>
              <a:rPr lang="en-US" altLang="ko-KR" dirty="0" err="1" smtClean="0"/>
              <a:t>Remotable</a:t>
            </a:r>
            <a:r>
              <a:rPr lang="en-US" altLang="ko-KR" dirty="0" smtClean="0"/>
              <a:t> </a:t>
            </a:r>
            <a:r>
              <a:rPr lang="en-US" altLang="ko-KR" dirty="0"/>
              <a:t>Interface</a:t>
            </a:r>
            <a:endParaRPr lang="ko-KR" altLang="en-US" dirty="0"/>
          </a:p>
        </p:txBody>
      </p:sp>
      <p:sp>
        <p:nvSpPr>
          <p:cNvPr id="14" name="직사각형 13"/>
          <p:cNvSpPr/>
          <p:nvPr/>
        </p:nvSpPr>
        <p:spPr>
          <a:xfrm>
            <a:off x="4941571" y="2756059"/>
            <a:ext cx="2243062" cy="44577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ko-KR" dirty="0" err="1" smtClean="0"/>
              <a:t>onCreate</a:t>
            </a:r>
            <a:endParaRPr lang="ko-KR" altLang="en-US" dirty="0"/>
          </a:p>
        </p:txBody>
      </p:sp>
      <p:sp>
        <p:nvSpPr>
          <p:cNvPr id="15" name="직사각형 14"/>
          <p:cNvSpPr/>
          <p:nvPr/>
        </p:nvSpPr>
        <p:spPr>
          <a:xfrm>
            <a:off x="4941571" y="3577114"/>
            <a:ext cx="2243062" cy="44577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ko-KR" dirty="0" err="1" smtClean="0"/>
              <a:t>onBind</a:t>
            </a:r>
            <a:endParaRPr lang="ko-KR" altLang="en-US" dirty="0"/>
          </a:p>
        </p:txBody>
      </p:sp>
      <p:sp>
        <p:nvSpPr>
          <p:cNvPr id="16" name="직사각형 15"/>
          <p:cNvSpPr/>
          <p:nvPr/>
        </p:nvSpPr>
        <p:spPr>
          <a:xfrm>
            <a:off x="4941571" y="5101114"/>
            <a:ext cx="2243062" cy="44577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ko-KR" dirty="0" err="1" smtClean="0"/>
              <a:t>onDestroy</a:t>
            </a:r>
            <a:endParaRPr lang="ko-KR" altLang="en-US" dirty="0"/>
          </a:p>
        </p:txBody>
      </p:sp>
      <p:cxnSp>
        <p:nvCxnSpPr>
          <p:cNvPr id="17" name="직선 화살표 연결선 16"/>
          <p:cNvCxnSpPr>
            <a:stCxn id="14" idx="2"/>
            <a:endCxn id="15" idx="0"/>
          </p:cNvCxnSpPr>
          <p:nvPr/>
        </p:nvCxnSpPr>
        <p:spPr>
          <a:xfrm>
            <a:off x="6063102" y="3201829"/>
            <a:ext cx="0" cy="37528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직선 화살표 연결선 17"/>
          <p:cNvCxnSpPr>
            <a:stCxn id="15" idx="2"/>
            <a:endCxn id="16" idx="0"/>
          </p:cNvCxnSpPr>
          <p:nvPr/>
        </p:nvCxnSpPr>
        <p:spPr>
          <a:xfrm>
            <a:off x="6063102" y="4022884"/>
            <a:ext cx="0" cy="107823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모서리가 둥근 직사각형 18"/>
          <p:cNvSpPr/>
          <p:nvPr/>
        </p:nvSpPr>
        <p:spPr>
          <a:xfrm>
            <a:off x="657225" y="4230529"/>
            <a:ext cx="2040255" cy="662940"/>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altLang="ko-KR" dirty="0" smtClean="0"/>
              <a:t>Working thread</a:t>
            </a:r>
            <a:endParaRPr lang="ko-KR" altLang="en-US" dirty="0"/>
          </a:p>
        </p:txBody>
      </p:sp>
      <p:cxnSp>
        <p:nvCxnSpPr>
          <p:cNvPr id="21" name="꺾인 연결선 20"/>
          <p:cNvCxnSpPr>
            <a:stCxn id="7" idx="1"/>
            <a:endCxn id="19" idx="0"/>
          </p:cNvCxnSpPr>
          <p:nvPr/>
        </p:nvCxnSpPr>
        <p:spPr>
          <a:xfrm rot="10800000" flipV="1">
            <a:off x="1677354" y="3799999"/>
            <a:ext cx="385763" cy="430530"/>
          </a:xfrm>
          <a:prstGeom prst="bentConnector2">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2" name="모서리가 둥근 직사각형 41"/>
          <p:cNvSpPr/>
          <p:nvPr/>
        </p:nvSpPr>
        <p:spPr>
          <a:xfrm>
            <a:off x="6604635" y="4230529"/>
            <a:ext cx="2040255" cy="662940"/>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altLang="ko-KR" dirty="0" smtClean="0"/>
              <a:t>Stub binder</a:t>
            </a:r>
            <a:endParaRPr lang="ko-KR" altLang="en-US" dirty="0"/>
          </a:p>
        </p:txBody>
      </p:sp>
      <p:cxnSp>
        <p:nvCxnSpPr>
          <p:cNvPr id="43" name="꺾인 연결선 42"/>
          <p:cNvCxnSpPr>
            <a:stCxn id="15" idx="3"/>
            <a:endCxn id="42" idx="0"/>
          </p:cNvCxnSpPr>
          <p:nvPr/>
        </p:nvCxnSpPr>
        <p:spPr>
          <a:xfrm>
            <a:off x="7184633" y="3799999"/>
            <a:ext cx="440130" cy="430530"/>
          </a:xfrm>
          <a:prstGeom prst="bentConnector2">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직사각형 8"/>
          <p:cNvSpPr/>
          <p:nvPr/>
        </p:nvSpPr>
        <p:spPr>
          <a:xfrm>
            <a:off x="342900" y="2186464"/>
            <a:ext cx="4149090" cy="3657600"/>
          </a:xfrm>
          <a:prstGeom prst="rect">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a:endParaRPr lang="ko-KR" altLang="en-US"/>
          </a:p>
        </p:txBody>
      </p:sp>
      <p:sp>
        <p:nvSpPr>
          <p:cNvPr id="22" name="직사각형 21"/>
          <p:cNvSpPr/>
          <p:nvPr/>
        </p:nvSpPr>
        <p:spPr>
          <a:xfrm>
            <a:off x="4792980" y="2186464"/>
            <a:ext cx="4149090" cy="3657600"/>
          </a:xfrm>
          <a:prstGeom prst="rect">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a:endParaRPr lang="ko-KR" altLang="en-US"/>
          </a:p>
        </p:txBody>
      </p:sp>
      <p:sp>
        <p:nvSpPr>
          <p:cNvPr id="11" name="순서도: 수행의 시작/종료 10"/>
          <p:cNvSpPr/>
          <p:nvPr/>
        </p:nvSpPr>
        <p:spPr>
          <a:xfrm>
            <a:off x="2193809" y="1337310"/>
            <a:ext cx="1981675" cy="571500"/>
          </a:xfrm>
          <a:prstGeom prst="flowChartTerminator">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ko-KR" dirty="0" err="1" smtClean="0"/>
              <a:t>startService</a:t>
            </a:r>
            <a:endParaRPr lang="ko-KR" altLang="en-US" dirty="0"/>
          </a:p>
        </p:txBody>
      </p:sp>
      <p:sp>
        <p:nvSpPr>
          <p:cNvPr id="24" name="순서도: 수행의 시작/종료 23"/>
          <p:cNvSpPr/>
          <p:nvPr/>
        </p:nvSpPr>
        <p:spPr>
          <a:xfrm>
            <a:off x="2193809" y="6073140"/>
            <a:ext cx="1981675" cy="571500"/>
          </a:xfrm>
          <a:prstGeom prst="flowChartTerminator">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ko-KR" dirty="0" err="1" smtClean="0"/>
              <a:t>stopService</a:t>
            </a:r>
            <a:endParaRPr lang="ko-KR" altLang="en-US" dirty="0"/>
          </a:p>
        </p:txBody>
      </p:sp>
      <p:sp>
        <p:nvSpPr>
          <p:cNvPr id="31" name="자유형 30"/>
          <p:cNvSpPr/>
          <p:nvPr/>
        </p:nvSpPr>
        <p:spPr>
          <a:xfrm>
            <a:off x="2957934" y="1946315"/>
            <a:ext cx="453425" cy="662940"/>
          </a:xfrm>
          <a:custGeom>
            <a:avLst/>
            <a:gdLst>
              <a:gd name="connsiteX0" fmla="*/ 164683 w 453425"/>
              <a:gd name="connsiteY0" fmla="*/ 0 h 662940"/>
              <a:gd name="connsiteX1" fmla="*/ 450433 w 453425"/>
              <a:gd name="connsiteY1" fmla="*/ 194310 h 662940"/>
              <a:gd name="connsiteX2" fmla="*/ 4663 w 453425"/>
              <a:gd name="connsiteY2" fmla="*/ 400050 h 662940"/>
              <a:gd name="connsiteX3" fmla="*/ 256123 w 453425"/>
              <a:gd name="connsiteY3" fmla="*/ 662940 h 662940"/>
            </a:gdLst>
            <a:ahLst/>
            <a:cxnLst>
              <a:cxn ang="0">
                <a:pos x="connsiteX0" y="connsiteY0"/>
              </a:cxn>
              <a:cxn ang="0">
                <a:pos x="connsiteX1" y="connsiteY1"/>
              </a:cxn>
              <a:cxn ang="0">
                <a:pos x="connsiteX2" y="connsiteY2"/>
              </a:cxn>
              <a:cxn ang="0">
                <a:pos x="connsiteX3" y="connsiteY3"/>
              </a:cxn>
            </a:cxnLst>
            <a:rect l="l" t="t" r="r" b="b"/>
            <a:pathLst>
              <a:path w="453425" h="662940">
                <a:moveTo>
                  <a:pt x="164683" y="0"/>
                </a:moveTo>
                <a:cubicBezTo>
                  <a:pt x="320893" y="63817"/>
                  <a:pt x="477103" y="127635"/>
                  <a:pt x="450433" y="194310"/>
                </a:cubicBezTo>
                <a:cubicBezTo>
                  <a:pt x="423763" y="260985"/>
                  <a:pt x="37048" y="321945"/>
                  <a:pt x="4663" y="400050"/>
                </a:cubicBezTo>
                <a:cubicBezTo>
                  <a:pt x="-27722" y="478155"/>
                  <a:pt x="114200" y="570547"/>
                  <a:pt x="256123" y="662940"/>
                </a:cubicBezTo>
              </a:path>
            </a:pathLst>
          </a:custGeom>
          <a:ln w="38100">
            <a:solidFill>
              <a:srgbClr val="C00000"/>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34" name="자유형 33"/>
          <p:cNvSpPr/>
          <p:nvPr/>
        </p:nvSpPr>
        <p:spPr>
          <a:xfrm>
            <a:off x="2957933" y="5646420"/>
            <a:ext cx="453425" cy="426720"/>
          </a:xfrm>
          <a:custGeom>
            <a:avLst/>
            <a:gdLst>
              <a:gd name="connsiteX0" fmla="*/ 164683 w 453425"/>
              <a:gd name="connsiteY0" fmla="*/ 0 h 662940"/>
              <a:gd name="connsiteX1" fmla="*/ 450433 w 453425"/>
              <a:gd name="connsiteY1" fmla="*/ 194310 h 662940"/>
              <a:gd name="connsiteX2" fmla="*/ 4663 w 453425"/>
              <a:gd name="connsiteY2" fmla="*/ 400050 h 662940"/>
              <a:gd name="connsiteX3" fmla="*/ 256123 w 453425"/>
              <a:gd name="connsiteY3" fmla="*/ 662940 h 662940"/>
            </a:gdLst>
            <a:ahLst/>
            <a:cxnLst>
              <a:cxn ang="0">
                <a:pos x="connsiteX0" y="connsiteY0"/>
              </a:cxn>
              <a:cxn ang="0">
                <a:pos x="connsiteX1" y="connsiteY1"/>
              </a:cxn>
              <a:cxn ang="0">
                <a:pos x="connsiteX2" y="connsiteY2"/>
              </a:cxn>
              <a:cxn ang="0">
                <a:pos x="connsiteX3" y="connsiteY3"/>
              </a:cxn>
            </a:cxnLst>
            <a:rect l="l" t="t" r="r" b="b"/>
            <a:pathLst>
              <a:path w="453425" h="662940">
                <a:moveTo>
                  <a:pt x="164683" y="0"/>
                </a:moveTo>
                <a:cubicBezTo>
                  <a:pt x="320893" y="63817"/>
                  <a:pt x="477103" y="127635"/>
                  <a:pt x="450433" y="194310"/>
                </a:cubicBezTo>
                <a:cubicBezTo>
                  <a:pt x="423763" y="260985"/>
                  <a:pt x="37048" y="321945"/>
                  <a:pt x="4663" y="400050"/>
                </a:cubicBezTo>
                <a:cubicBezTo>
                  <a:pt x="-27722" y="478155"/>
                  <a:pt x="114200" y="570547"/>
                  <a:pt x="256123" y="662940"/>
                </a:cubicBezTo>
              </a:path>
            </a:pathLst>
          </a:custGeom>
          <a:ln w="38100">
            <a:solidFill>
              <a:srgbClr val="C00000"/>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35" name="순서도: 수행의 시작/종료 34"/>
          <p:cNvSpPr/>
          <p:nvPr/>
        </p:nvSpPr>
        <p:spPr>
          <a:xfrm>
            <a:off x="5072263" y="1337310"/>
            <a:ext cx="1981675" cy="571500"/>
          </a:xfrm>
          <a:prstGeom prst="flowChartTerminator">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ko-KR" dirty="0" err="1" smtClean="0"/>
              <a:t>bindService</a:t>
            </a:r>
            <a:endParaRPr lang="ko-KR" altLang="en-US" dirty="0"/>
          </a:p>
        </p:txBody>
      </p:sp>
      <p:sp>
        <p:nvSpPr>
          <p:cNvPr id="36" name="자유형 35"/>
          <p:cNvSpPr/>
          <p:nvPr/>
        </p:nvSpPr>
        <p:spPr>
          <a:xfrm>
            <a:off x="5836388" y="1946315"/>
            <a:ext cx="453425" cy="662940"/>
          </a:xfrm>
          <a:custGeom>
            <a:avLst/>
            <a:gdLst>
              <a:gd name="connsiteX0" fmla="*/ 164683 w 453425"/>
              <a:gd name="connsiteY0" fmla="*/ 0 h 662940"/>
              <a:gd name="connsiteX1" fmla="*/ 450433 w 453425"/>
              <a:gd name="connsiteY1" fmla="*/ 194310 h 662940"/>
              <a:gd name="connsiteX2" fmla="*/ 4663 w 453425"/>
              <a:gd name="connsiteY2" fmla="*/ 400050 h 662940"/>
              <a:gd name="connsiteX3" fmla="*/ 256123 w 453425"/>
              <a:gd name="connsiteY3" fmla="*/ 662940 h 662940"/>
            </a:gdLst>
            <a:ahLst/>
            <a:cxnLst>
              <a:cxn ang="0">
                <a:pos x="connsiteX0" y="connsiteY0"/>
              </a:cxn>
              <a:cxn ang="0">
                <a:pos x="connsiteX1" y="connsiteY1"/>
              </a:cxn>
              <a:cxn ang="0">
                <a:pos x="connsiteX2" y="connsiteY2"/>
              </a:cxn>
              <a:cxn ang="0">
                <a:pos x="connsiteX3" y="connsiteY3"/>
              </a:cxn>
            </a:cxnLst>
            <a:rect l="l" t="t" r="r" b="b"/>
            <a:pathLst>
              <a:path w="453425" h="662940">
                <a:moveTo>
                  <a:pt x="164683" y="0"/>
                </a:moveTo>
                <a:cubicBezTo>
                  <a:pt x="320893" y="63817"/>
                  <a:pt x="477103" y="127635"/>
                  <a:pt x="450433" y="194310"/>
                </a:cubicBezTo>
                <a:cubicBezTo>
                  <a:pt x="423763" y="260985"/>
                  <a:pt x="37048" y="321945"/>
                  <a:pt x="4663" y="400050"/>
                </a:cubicBezTo>
                <a:cubicBezTo>
                  <a:pt x="-27722" y="478155"/>
                  <a:pt x="114200" y="570547"/>
                  <a:pt x="256123" y="662940"/>
                </a:cubicBezTo>
              </a:path>
            </a:pathLst>
          </a:custGeom>
          <a:ln w="38100">
            <a:solidFill>
              <a:srgbClr val="C00000"/>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37" name="순서도: 수행의 시작/종료 36"/>
          <p:cNvSpPr/>
          <p:nvPr/>
        </p:nvSpPr>
        <p:spPr>
          <a:xfrm>
            <a:off x="5072262" y="6073140"/>
            <a:ext cx="1981675" cy="571500"/>
          </a:xfrm>
          <a:prstGeom prst="flowChartTerminator">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ko-KR" dirty="0" err="1" smtClean="0"/>
              <a:t>unbindService</a:t>
            </a:r>
            <a:endParaRPr lang="ko-KR" altLang="en-US" dirty="0"/>
          </a:p>
        </p:txBody>
      </p:sp>
      <p:sp>
        <p:nvSpPr>
          <p:cNvPr id="38" name="자유형 37"/>
          <p:cNvSpPr/>
          <p:nvPr/>
        </p:nvSpPr>
        <p:spPr>
          <a:xfrm>
            <a:off x="5836386" y="5646420"/>
            <a:ext cx="453425" cy="426720"/>
          </a:xfrm>
          <a:custGeom>
            <a:avLst/>
            <a:gdLst>
              <a:gd name="connsiteX0" fmla="*/ 164683 w 453425"/>
              <a:gd name="connsiteY0" fmla="*/ 0 h 662940"/>
              <a:gd name="connsiteX1" fmla="*/ 450433 w 453425"/>
              <a:gd name="connsiteY1" fmla="*/ 194310 h 662940"/>
              <a:gd name="connsiteX2" fmla="*/ 4663 w 453425"/>
              <a:gd name="connsiteY2" fmla="*/ 400050 h 662940"/>
              <a:gd name="connsiteX3" fmla="*/ 256123 w 453425"/>
              <a:gd name="connsiteY3" fmla="*/ 662940 h 662940"/>
            </a:gdLst>
            <a:ahLst/>
            <a:cxnLst>
              <a:cxn ang="0">
                <a:pos x="connsiteX0" y="connsiteY0"/>
              </a:cxn>
              <a:cxn ang="0">
                <a:pos x="connsiteX1" y="connsiteY1"/>
              </a:cxn>
              <a:cxn ang="0">
                <a:pos x="connsiteX2" y="connsiteY2"/>
              </a:cxn>
              <a:cxn ang="0">
                <a:pos x="connsiteX3" y="connsiteY3"/>
              </a:cxn>
            </a:cxnLst>
            <a:rect l="l" t="t" r="r" b="b"/>
            <a:pathLst>
              <a:path w="453425" h="662940">
                <a:moveTo>
                  <a:pt x="164683" y="0"/>
                </a:moveTo>
                <a:cubicBezTo>
                  <a:pt x="320893" y="63817"/>
                  <a:pt x="477103" y="127635"/>
                  <a:pt x="450433" y="194310"/>
                </a:cubicBezTo>
                <a:cubicBezTo>
                  <a:pt x="423763" y="260985"/>
                  <a:pt x="37048" y="321945"/>
                  <a:pt x="4663" y="400050"/>
                </a:cubicBezTo>
                <a:cubicBezTo>
                  <a:pt x="-27722" y="478155"/>
                  <a:pt x="114200" y="570547"/>
                  <a:pt x="256123" y="662940"/>
                </a:cubicBezTo>
              </a:path>
            </a:pathLst>
          </a:custGeom>
          <a:ln w="38100">
            <a:solidFill>
              <a:srgbClr val="C00000"/>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Tree>
    <p:extLst>
      <p:ext uri="{BB962C8B-B14F-4D97-AF65-F5344CB8AC3E}">
        <p14:creationId xmlns:p14="http://schemas.microsoft.com/office/powerpoint/2010/main" val="10006324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503677" y="2013552"/>
            <a:ext cx="4545802" cy="3293209"/>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smtClean="0">
                <a:ln>
                  <a:noFill/>
                </a:ln>
                <a:solidFill>
                  <a:srgbClr val="000000"/>
                </a:solidFill>
                <a:effectLst/>
                <a:latin typeface="+mn-ea"/>
              </a:rPr>
              <a:t>&lt;</a:t>
            </a:r>
            <a:r>
              <a:rPr kumimoji="0" lang="ko-KR" altLang="ko-KR" sz="1600" b="1" i="0" u="none" strike="noStrike" cap="none" normalizeH="0" baseline="0" dirty="0" smtClean="0">
                <a:ln>
                  <a:noFill/>
                </a:ln>
                <a:solidFill>
                  <a:srgbClr val="000080"/>
                </a:solidFill>
                <a:effectLst/>
                <a:latin typeface="+mn-ea"/>
              </a:rPr>
              <a:t>TextView</a:t>
            </a:r>
            <a:br>
              <a:rPr kumimoji="0" lang="ko-KR" altLang="ko-KR" sz="1600" b="1" i="0" u="none" strike="noStrike" cap="none" normalizeH="0" baseline="0" dirty="0" smtClean="0">
                <a:ln>
                  <a:noFill/>
                </a:ln>
                <a:solidFill>
                  <a:srgbClr val="000080"/>
                </a:solidFill>
                <a:effectLst/>
                <a:latin typeface="+mn-ea"/>
              </a:rPr>
            </a:br>
            <a:r>
              <a:rPr kumimoji="0" lang="ko-KR" altLang="ko-KR" sz="1600" b="1" i="0" u="none" strike="noStrike" cap="none" normalizeH="0" baseline="0" dirty="0" smtClean="0">
                <a:ln>
                  <a:noFill/>
                </a:ln>
                <a:solidFill>
                  <a:srgbClr val="00008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:text=</a:t>
            </a:r>
            <a:r>
              <a:rPr kumimoji="0" lang="ko-KR" altLang="ko-KR" sz="1600" b="1" i="0" u="none" strike="noStrike" cap="none" normalizeH="0" baseline="0" dirty="0" smtClean="0">
                <a:ln>
                  <a:noFill/>
                </a:ln>
                <a:solidFill>
                  <a:srgbClr val="008000"/>
                </a:solidFill>
                <a:effectLst/>
                <a:latin typeface="+mn-ea"/>
              </a:rPr>
              <a:t>"임의의 내용을 방송합니다."</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:layout_width=</a:t>
            </a:r>
            <a:r>
              <a:rPr kumimoji="0" lang="ko-KR" altLang="ko-KR" sz="1600" b="1" i="0" u="none" strike="noStrike" cap="none" normalizeH="0" baseline="0" dirty="0" smtClean="0">
                <a:ln>
                  <a:noFill/>
                </a:ln>
                <a:solidFill>
                  <a:srgbClr val="008000"/>
                </a:solidFill>
                <a:effectLst/>
                <a:latin typeface="+mn-ea"/>
              </a:rPr>
              <a:t>"match_parent"</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:layout_height=</a:t>
            </a:r>
            <a:r>
              <a:rPr kumimoji="0" lang="ko-KR" altLang="ko-KR" sz="1600" b="1" i="0" u="none" strike="noStrike" cap="none" normalizeH="0" baseline="0" dirty="0" smtClean="0">
                <a:ln>
                  <a:noFill/>
                </a:ln>
                <a:solidFill>
                  <a:srgbClr val="008000"/>
                </a:solidFill>
                <a:effectLst/>
                <a:latin typeface="+mn-ea"/>
              </a:rPr>
              <a:t>"wrap_content"</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0" i="0" u="none" strike="noStrike" cap="none" normalizeH="0" baseline="0" dirty="0" smtClean="0">
                <a:ln>
                  <a:noFill/>
                </a:ln>
                <a:solidFill>
                  <a:srgbClr val="000000"/>
                </a:solidFill>
                <a:effectLst/>
                <a:latin typeface="+mn-ea"/>
              </a:rPr>
              <a:t>/&gt;</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&lt;</a:t>
            </a:r>
            <a:r>
              <a:rPr kumimoji="0" lang="ko-KR" altLang="ko-KR" sz="1600" b="1" i="0" u="none" strike="noStrike" cap="none" normalizeH="0" baseline="0" dirty="0" smtClean="0">
                <a:ln>
                  <a:noFill/>
                </a:ln>
                <a:solidFill>
                  <a:srgbClr val="000080"/>
                </a:solidFill>
                <a:effectLst/>
                <a:latin typeface="+mn-ea"/>
              </a:rPr>
              <a:t>Button</a:t>
            </a:r>
            <a:br>
              <a:rPr kumimoji="0" lang="ko-KR" altLang="ko-KR" sz="1600" b="1" i="0" u="none" strike="noStrike" cap="none" normalizeH="0" baseline="0" dirty="0" smtClean="0">
                <a:ln>
                  <a:noFill/>
                </a:ln>
                <a:solidFill>
                  <a:srgbClr val="000080"/>
                </a:solidFill>
                <a:effectLst/>
                <a:latin typeface="+mn-ea"/>
              </a:rPr>
            </a:br>
            <a:r>
              <a:rPr kumimoji="0" lang="ko-KR" altLang="ko-KR" sz="1600" b="1" i="0" u="none" strike="noStrike" cap="none" normalizeH="0" baseline="0" dirty="0" smtClean="0">
                <a:ln>
                  <a:noFill/>
                </a:ln>
                <a:solidFill>
                  <a:srgbClr val="00008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:id=</a:t>
            </a:r>
            <a:r>
              <a:rPr kumimoji="0" lang="ko-KR" altLang="ko-KR" sz="1600" b="1" i="0" u="none" strike="noStrike" cap="none" normalizeH="0" baseline="0" dirty="0" smtClean="0">
                <a:ln>
                  <a:noFill/>
                </a:ln>
                <a:solidFill>
                  <a:srgbClr val="008000"/>
                </a:solidFill>
                <a:effectLst/>
                <a:latin typeface="+mn-ea"/>
              </a:rPr>
              <a:t>"@+id/button1"</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:text=</a:t>
            </a:r>
            <a:r>
              <a:rPr kumimoji="0" lang="ko-KR" altLang="ko-KR" sz="1600" b="1" i="0" u="none" strike="noStrike" cap="none" normalizeH="0" baseline="0" dirty="0" smtClean="0">
                <a:ln>
                  <a:noFill/>
                </a:ln>
                <a:solidFill>
                  <a:srgbClr val="008000"/>
                </a:solidFill>
                <a:effectLst/>
                <a:latin typeface="+mn-ea"/>
              </a:rPr>
              <a:t>"</a:t>
            </a:r>
            <a:r>
              <a:rPr kumimoji="0" lang="ko-KR" altLang="ko-KR" sz="1600" b="1" i="0" u="none" strike="noStrike" cap="none" normalizeH="0" baseline="0" dirty="0" err="1" smtClean="0">
                <a:ln>
                  <a:noFill/>
                </a:ln>
                <a:solidFill>
                  <a:srgbClr val="008000"/>
                </a:solidFill>
                <a:effectLst/>
                <a:latin typeface="+mn-ea"/>
              </a:rPr>
              <a:t>안드로이드</a:t>
            </a:r>
            <a:r>
              <a:rPr kumimoji="0" lang="ko-KR" altLang="ko-KR" sz="1600" b="1" i="0" u="none" strike="noStrike" cap="none" normalizeH="0" baseline="0" dirty="0" smtClean="0">
                <a:ln>
                  <a:noFill/>
                </a:ln>
                <a:solidFill>
                  <a:srgbClr val="008000"/>
                </a:solidFill>
                <a:effectLst/>
                <a:latin typeface="+mn-ea"/>
              </a:rPr>
              <a:t> 뉴스 보기"</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:layout_width=</a:t>
            </a:r>
            <a:r>
              <a:rPr kumimoji="0" lang="ko-KR" altLang="ko-KR" sz="1600" b="1" i="0" u="none" strike="noStrike" cap="none" normalizeH="0" baseline="0" dirty="0" smtClean="0">
                <a:ln>
                  <a:noFill/>
                </a:ln>
                <a:solidFill>
                  <a:srgbClr val="008000"/>
                </a:solidFill>
                <a:effectLst/>
                <a:latin typeface="+mn-ea"/>
              </a:rPr>
              <a:t>"match_parent"</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:layout_height=</a:t>
            </a:r>
            <a:r>
              <a:rPr kumimoji="0" lang="ko-KR" altLang="ko-KR" sz="1600" b="1" i="0" u="none" strike="noStrike" cap="none" normalizeH="0" baseline="0" dirty="0" smtClean="0">
                <a:ln>
                  <a:noFill/>
                </a:ln>
                <a:solidFill>
                  <a:srgbClr val="008000"/>
                </a:solidFill>
                <a:effectLst/>
                <a:latin typeface="+mn-ea"/>
              </a:rPr>
              <a:t>"wrap_content"</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:onClick=</a:t>
            </a:r>
            <a:r>
              <a:rPr kumimoji="0" lang="ko-KR" altLang="ko-KR" sz="1600" b="1" i="0" u="none" strike="noStrike" cap="none" normalizeH="0" baseline="0" dirty="0" smtClean="0">
                <a:ln>
                  <a:noFill/>
                </a:ln>
                <a:solidFill>
                  <a:srgbClr val="008000"/>
                </a:solidFill>
                <a:effectLst/>
                <a:latin typeface="+mn-ea"/>
              </a:rPr>
              <a:t>"onClickSend"</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0" i="0" u="none" strike="noStrike" cap="none" normalizeH="0" baseline="0" dirty="0" smtClean="0">
                <a:ln>
                  <a:noFill/>
                </a:ln>
                <a:solidFill>
                  <a:srgbClr val="000000"/>
                </a:solidFill>
                <a:effectLst/>
                <a:latin typeface="+mn-ea"/>
              </a:rPr>
              <a:t>/&gt;</a:t>
            </a:r>
            <a:endParaRPr kumimoji="0" lang="ko-KR" altLang="ko-KR" sz="4000" b="0" i="0" u="none" strike="noStrike" cap="none" normalizeH="0" baseline="0" dirty="0" smtClean="0">
              <a:ln>
                <a:noFill/>
              </a:ln>
              <a:solidFill>
                <a:schemeClr val="tx1"/>
              </a:solidFill>
              <a:effectLst/>
              <a:latin typeface="+mn-ea"/>
            </a:endParaRPr>
          </a:p>
        </p:txBody>
      </p:sp>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5</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smtClean="0"/>
              <a:t>Send Broadcast</a:t>
            </a:r>
            <a:endParaRPr lang="ko-KR" altLang="en-US" dirty="0"/>
          </a:p>
        </p:txBody>
      </p:sp>
      <p:sp>
        <p:nvSpPr>
          <p:cNvPr id="5" name="TextBox 4"/>
          <p:cNvSpPr txBox="1"/>
          <p:nvPr/>
        </p:nvSpPr>
        <p:spPr>
          <a:xfrm>
            <a:off x="697230" y="1280160"/>
            <a:ext cx="3199146" cy="646331"/>
          </a:xfrm>
          <a:prstGeom prst="rect">
            <a:avLst/>
          </a:prstGeom>
          <a:noFill/>
        </p:spPr>
        <p:txBody>
          <a:bodyPr wrap="none" rtlCol="0">
            <a:spAutoFit/>
          </a:bodyPr>
          <a:lstStyle/>
          <a:p>
            <a:r>
              <a:rPr lang="en-US" altLang="ko-KR" b="1" dirty="0" smtClean="0">
                <a:solidFill>
                  <a:prstClr val="black"/>
                </a:solidFill>
              </a:rPr>
              <a:t>BCTest_1</a:t>
            </a:r>
          </a:p>
          <a:p>
            <a:r>
              <a:rPr lang="en-US" altLang="ko-KR" dirty="0" smtClean="0">
                <a:solidFill>
                  <a:prstClr val="black"/>
                </a:solidFill>
              </a:rPr>
              <a:t>/res/layout/activity_main.xml</a:t>
            </a:r>
            <a:endParaRPr lang="ko-KR" altLang="en-US" dirty="0">
              <a:solidFill>
                <a:prstClr val="black"/>
              </a:solidFill>
            </a:endParaRPr>
          </a:p>
        </p:txBody>
      </p:sp>
      <p:pic>
        <p:nvPicPr>
          <p:cNvPr id="8" name="그림 7"/>
          <p:cNvPicPr>
            <a:picLocks noChangeAspect="1"/>
          </p:cNvPicPr>
          <p:nvPr/>
        </p:nvPicPr>
        <p:blipFill>
          <a:blip r:embed="rId3"/>
          <a:stretch>
            <a:fillRect/>
          </a:stretch>
        </p:blipFill>
        <p:spPr>
          <a:xfrm>
            <a:off x="5289509" y="1280160"/>
            <a:ext cx="2856163" cy="5231223"/>
          </a:xfrm>
          <a:prstGeom prst="rect">
            <a:avLst/>
          </a:prstGeom>
        </p:spPr>
      </p:pic>
    </p:spTree>
    <p:extLst>
      <p:ext uri="{BB962C8B-B14F-4D97-AF65-F5344CB8AC3E}">
        <p14:creationId xmlns:p14="http://schemas.microsoft.com/office/powerpoint/2010/main" val="32666873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158280" y="1974622"/>
            <a:ext cx="7168302" cy="3354765"/>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lvl="0" eaLnBrk="0" fontAlgn="base" latinLnBrk="0" hangingPunct="0">
              <a:spcBef>
                <a:spcPct val="0"/>
              </a:spcBef>
              <a:spcAft>
                <a:spcPct val="0"/>
              </a:spcAft>
            </a:pPr>
            <a:r>
              <a:rPr kumimoji="0" lang="ko-KR" altLang="ko-KR" sz="1600" b="1" i="0" u="none" strike="noStrike" cap="none" normalizeH="0" baseline="0" dirty="0" smtClean="0">
                <a:ln>
                  <a:noFill/>
                </a:ln>
                <a:solidFill>
                  <a:srgbClr val="000080"/>
                </a:solidFill>
                <a:effectLst/>
                <a:latin typeface="+mn-ea"/>
              </a:rPr>
              <a:t>public class </a:t>
            </a:r>
            <a:r>
              <a:rPr kumimoji="0" lang="ko-KR" altLang="ko-KR" sz="1600" b="0" i="0" u="none" strike="noStrike" cap="none" normalizeH="0" baseline="0" dirty="0" smtClean="0">
                <a:ln>
                  <a:noFill/>
                </a:ln>
                <a:solidFill>
                  <a:srgbClr val="000000"/>
                </a:solidFill>
                <a:effectLst/>
                <a:latin typeface="+mn-ea"/>
              </a:rPr>
              <a:t>MainActivity </a:t>
            </a:r>
            <a:r>
              <a:rPr kumimoji="0" lang="ko-KR" altLang="ko-KR" sz="1600" b="1" i="0" u="none" strike="noStrike" cap="none" normalizeH="0" baseline="0" dirty="0" smtClean="0">
                <a:ln>
                  <a:noFill/>
                </a:ln>
                <a:solidFill>
                  <a:srgbClr val="000080"/>
                </a:solidFill>
                <a:effectLst/>
                <a:latin typeface="+mn-ea"/>
              </a:rPr>
              <a:t>extends </a:t>
            </a:r>
            <a:r>
              <a:rPr kumimoji="0" lang="ko-KR" altLang="ko-KR" sz="1600" b="0" i="0" u="none" strike="noStrike" cap="none" normalizeH="0" baseline="0" dirty="0" smtClean="0">
                <a:ln>
                  <a:noFill/>
                </a:ln>
                <a:solidFill>
                  <a:srgbClr val="000000"/>
                </a:solidFill>
                <a:effectLst/>
                <a:latin typeface="+mn-ea"/>
              </a:rPr>
              <a:t>AppCompatActivity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r>
              <a:rPr kumimoji="0" lang="ko-KR" altLang="ko-KR" sz="1600" b="0" i="0" u="none" strike="noStrike" cap="none" normalizeH="0" baseline="0" dirty="0" smtClean="0">
                <a:ln>
                  <a:noFill/>
                </a:ln>
                <a:solidFill>
                  <a:srgbClr val="808000"/>
                </a:solidFill>
                <a:effectLst/>
                <a:latin typeface="+mn-ea"/>
              </a:rPr>
              <a:t>@Override</a:t>
            </a:r>
            <a:br>
              <a:rPr kumimoji="0" lang="ko-KR" altLang="ko-KR" sz="1600" b="0" i="0" u="none" strike="noStrike" cap="none" normalizeH="0" baseline="0" dirty="0" smtClean="0">
                <a:ln>
                  <a:noFill/>
                </a:ln>
                <a:solidFill>
                  <a:srgbClr val="808000"/>
                </a:solidFill>
                <a:effectLst/>
                <a:latin typeface="+mn-ea"/>
              </a:rPr>
            </a:br>
            <a:r>
              <a:rPr kumimoji="0" lang="ko-KR" altLang="ko-KR" sz="1600" b="0" i="0" u="none" strike="noStrike" cap="none" normalizeH="0" baseline="0" dirty="0" smtClean="0">
                <a:ln>
                  <a:noFill/>
                </a:ln>
                <a:solidFill>
                  <a:srgbClr val="808000"/>
                </a:solidFill>
                <a:effectLst/>
                <a:latin typeface="+mn-ea"/>
              </a:rPr>
              <a:t>    </a:t>
            </a:r>
            <a:r>
              <a:rPr kumimoji="0" lang="ko-KR" altLang="ko-KR" sz="1600" b="1" i="0" u="none" strike="noStrike" cap="none" normalizeH="0" baseline="0" dirty="0" smtClean="0">
                <a:ln>
                  <a:noFill/>
                </a:ln>
                <a:solidFill>
                  <a:srgbClr val="000080"/>
                </a:solidFill>
                <a:effectLst/>
                <a:latin typeface="+mn-ea"/>
              </a:rPr>
              <a:t>protected void </a:t>
            </a:r>
            <a:r>
              <a:rPr kumimoji="0" lang="ko-KR" altLang="ko-KR" sz="1600" b="0" i="0" u="none" strike="noStrike" cap="none" normalizeH="0" baseline="0" dirty="0" smtClean="0">
                <a:ln>
                  <a:noFill/>
                </a:ln>
                <a:solidFill>
                  <a:srgbClr val="000000"/>
                </a:solidFill>
                <a:effectLst/>
                <a:latin typeface="+mn-ea"/>
              </a:rPr>
              <a:t>onCreate(Bundle savedInstanceState)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r>
              <a:rPr kumimoji="0" lang="ko-KR" altLang="ko-KR" sz="1600" b="1" i="0" u="none" strike="noStrike" cap="none" normalizeH="0" baseline="0" dirty="0" smtClean="0">
                <a:ln>
                  <a:noFill/>
                </a:ln>
                <a:solidFill>
                  <a:srgbClr val="000080"/>
                </a:solidFill>
                <a:effectLst/>
                <a:latin typeface="+mn-ea"/>
              </a:rPr>
              <a:t>super</a:t>
            </a:r>
            <a:r>
              <a:rPr kumimoji="0" lang="ko-KR" altLang="ko-KR" sz="1600" b="0" i="0" u="none" strike="noStrike" cap="none" normalizeH="0" baseline="0" dirty="0" smtClean="0">
                <a:ln>
                  <a:noFill/>
                </a:ln>
                <a:solidFill>
                  <a:srgbClr val="000000"/>
                </a:solidFill>
                <a:effectLst/>
                <a:latin typeface="+mn-ea"/>
              </a:rPr>
              <a:t>.onCreate(savedInstanceState);</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setContentView(R.layout.</a:t>
            </a:r>
            <a:r>
              <a:rPr kumimoji="0" lang="ko-KR" altLang="ko-KR" sz="1600" b="1" i="1" u="none" strike="noStrike" cap="none" normalizeH="0" baseline="0" dirty="0" smtClean="0">
                <a:ln>
                  <a:noFill/>
                </a:ln>
                <a:solidFill>
                  <a:srgbClr val="660E7A"/>
                </a:solidFill>
                <a:effectLst/>
                <a:latin typeface="+mn-ea"/>
              </a:rPr>
              <a:t>activity_main</a:t>
            </a:r>
            <a:r>
              <a:rPr kumimoji="0" lang="ko-KR" altLang="ko-KR" sz="1600" b="0" i="0" u="none" strike="noStrike" cap="none" normalizeH="0" baseline="0" dirty="0" smtClean="0">
                <a:ln>
                  <a:noFill/>
                </a:ln>
                <a:solidFill>
                  <a:srgbClr val="000000"/>
                </a:solidFill>
                <a:effectLst/>
                <a:latin typeface="+mn-ea"/>
              </a:rPr>
              <a:t>);</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r>
              <a:rPr kumimoji="0" lang="ko-KR" altLang="ko-KR" sz="1600" b="1" i="0" u="none" strike="noStrike" cap="none" normalizeH="0" baseline="0" dirty="0" smtClean="0">
                <a:ln>
                  <a:noFill/>
                </a:ln>
                <a:solidFill>
                  <a:srgbClr val="000080"/>
                </a:solidFill>
                <a:effectLst/>
                <a:latin typeface="+mn-ea"/>
              </a:rPr>
              <a:t>public void </a:t>
            </a:r>
            <a:r>
              <a:rPr kumimoji="0" lang="ko-KR" altLang="ko-KR" sz="1600" b="0" i="0" u="none" strike="noStrike" cap="none" normalizeH="0" baseline="0" dirty="0" smtClean="0">
                <a:ln>
                  <a:noFill/>
                </a:ln>
                <a:solidFill>
                  <a:srgbClr val="000000"/>
                </a:solidFill>
                <a:effectLst/>
                <a:latin typeface="+mn-ea"/>
              </a:rPr>
              <a:t>onClickSend(View v)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Intent i = </a:t>
            </a:r>
            <a:r>
              <a:rPr kumimoji="0" lang="ko-KR" altLang="ko-KR" sz="1600" b="1" i="0" u="none" strike="noStrike" cap="none" normalizeH="0" baseline="0" dirty="0" smtClean="0">
                <a:ln>
                  <a:noFill/>
                </a:ln>
                <a:solidFill>
                  <a:srgbClr val="000080"/>
                </a:solidFill>
                <a:effectLst/>
                <a:latin typeface="+mn-ea"/>
              </a:rPr>
              <a:t>new </a:t>
            </a:r>
            <a:r>
              <a:rPr kumimoji="0" lang="ko-KR" altLang="ko-KR" sz="1600" b="0" i="0" u="none" strike="noStrike" cap="none" normalizeH="0" baseline="0" dirty="0" smtClean="0">
                <a:ln>
                  <a:noFill/>
                </a:ln>
                <a:solidFill>
                  <a:srgbClr val="000000"/>
                </a:solidFill>
                <a:effectLst/>
                <a:latin typeface="+mn-ea"/>
              </a:rPr>
              <a:t>Intent();</a:t>
            </a:r>
            <a:r>
              <a:rPr kumimoji="0" lang="en-US" altLang="ko-KR" sz="1600" b="0" i="0" u="none" strike="noStrike" cap="none" normalizeH="0" baseline="0" dirty="0" smtClean="0">
                <a:ln>
                  <a:noFill/>
                </a:ln>
                <a:solidFill>
                  <a:srgbClr val="000000"/>
                </a:solidFill>
                <a:effectLst/>
                <a:latin typeface="+mn-ea"/>
              </a:rPr>
              <a:t>  		</a:t>
            </a:r>
            <a:r>
              <a:rPr kumimoji="0" lang="en-US" altLang="ko-KR" sz="1600" b="0" i="0" u="none" strike="noStrike" cap="none" normalizeH="0" baseline="0" dirty="0" smtClean="0">
                <a:ln>
                  <a:noFill/>
                </a:ln>
                <a:solidFill>
                  <a:srgbClr val="008000"/>
                </a:solidFill>
                <a:effectLst/>
                <a:latin typeface="+mn-ea"/>
              </a:rPr>
              <a:t>//empty Intent</a:t>
            </a:r>
            <a:r>
              <a:rPr kumimoji="0" lang="ko-KR" altLang="ko-KR" sz="1600" b="0" i="0" u="none" strike="noStrike" cap="none" normalizeH="0" baseline="0" dirty="0" smtClean="0">
                <a:ln>
                  <a:noFill/>
                </a:ln>
                <a:solidFill>
                  <a:srgbClr val="000000"/>
                </a:solidFill>
                <a:effectLst/>
                <a:latin typeface="+mn-ea"/>
              </a:rPr>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i.setAction(</a:t>
            </a:r>
            <a:r>
              <a:rPr kumimoji="0" lang="ko-KR" altLang="ko-KR" sz="1600" b="1" i="0" u="none" strike="noStrike" cap="none" normalizeH="0" baseline="0" dirty="0" smtClean="0">
                <a:ln>
                  <a:noFill/>
                </a:ln>
                <a:solidFill>
                  <a:srgbClr val="008000"/>
                </a:solidFill>
                <a:effectLst/>
                <a:latin typeface="+mn-ea"/>
              </a:rPr>
              <a:t>"com.broadcast.ANDROID"</a:t>
            </a:r>
            <a:r>
              <a:rPr kumimoji="0" lang="ko-KR" altLang="ko-KR" sz="1600" b="0" i="0" u="none" strike="noStrike" cap="none" normalizeH="0" baseline="0" dirty="0" smtClean="0">
                <a:ln>
                  <a:noFill/>
                </a:ln>
                <a:solidFill>
                  <a:srgbClr val="000000"/>
                </a:solidFill>
                <a:effectLst/>
                <a:latin typeface="+mn-ea"/>
              </a:rPr>
              <a:t>);</a:t>
            </a:r>
            <a:r>
              <a:rPr kumimoji="0" lang="en-US" altLang="ko-KR" sz="1600" b="0" i="0" u="none" strike="noStrike" cap="none" normalizeH="0" baseline="0" dirty="0" smtClean="0">
                <a:ln>
                  <a:noFill/>
                </a:ln>
                <a:solidFill>
                  <a:srgbClr val="000000"/>
                </a:solidFill>
                <a:effectLst/>
                <a:latin typeface="+mn-ea"/>
              </a:rPr>
              <a:t> 	</a:t>
            </a:r>
            <a:r>
              <a:rPr kumimoji="0" lang="en-US" altLang="ko-KR" sz="1600" b="0" i="0" u="none" strike="noStrike" cap="none" normalizeH="0" baseline="0" dirty="0" smtClean="0">
                <a:ln>
                  <a:noFill/>
                </a:ln>
                <a:solidFill>
                  <a:srgbClr val="008000"/>
                </a:solidFill>
                <a:effectLst/>
                <a:latin typeface="+mn-ea"/>
              </a:rPr>
              <a:t>// action</a:t>
            </a:r>
            <a:r>
              <a:rPr kumimoji="0" lang="en-US" altLang="ko-KR" sz="1600" b="0" i="0" u="none" strike="noStrike" cap="none" normalizeH="0" dirty="0" smtClean="0">
                <a:ln>
                  <a:noFill/>
                </a:ln>
                <a:solidFill>
                  <a:srgbClr val="008000"/>
                </a:solidFill>
                <a:effectLst/>
                <a:latin typeface="+mn-ea"/>
              </a:rPr>
              <a:t> name</a:t>
            </a:r>
            <a:r>
              <a:rPr kumimoji="0" lang="ko-KR" altLang="ko-KR" sz="1600" b="0" i="0" u="none" strike="noStrike" cap="none" normalizeH="0" baseline="0" dirty="0" smtClean="0">
                <a:ln>
                  <a:noFill/>
                </a:ln>
                <a:solidFill>
                  <a:srgbClr val="000000"/>
                </a:solidFill>
                <a:effectLst/>
                <a:latin typeface="+mn-ea"/>
              </a:rPr>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FF0000"/>
                </a:solidFill>
                <a:effectLst/>
                <a:latin typeface="+mn-ea"/>
              </a:rPr>
              <a:t>        </a:t>
            </a:r>
            <a:r>
              <a:rPr kumimoji="0" lang="ko-KR" altLang="ko-KR" sz="1600" b="1" i="0" u="none" strike="noStrike" cap="none" normalizeH="0" baseline="0" dirty="0" smtClean="0">
                <a:ln>
                  <a:noFill/>
                </a:ln>
                <a:solidFill>
                  <a:srgbClr val="FF0000"/>
                </a:solidFill>
                <a:effectLst/>
                <a:latin typeface="+mn-ea"/>
              </a:rPr>
              <a:t>sendBroadcast(i);</a:t>
            </a:r>
            <a:r>
              <a:rPr kumimoji="0" lang="en-US" altLang="ko-KR" sz="1600" b="1" i="0" u="none" strike="noStrike" cap="none" normalizeH="0" baseline="0" dirty="0" smtClean="0">
                <a:ln>
                  <a:noFill/>
                </a:ln>
                <a:solidFill>
                  <a:srgbClr val="FF0000"/>
                </a:solidFill>
                <a:effectLst/>
                <a:latin typeface="+mn-ea"/>
              </a:rPr>
              <a:t> </a:t>
            </a:r>
            <a:r>
              <a:rPr kumimoji="0" lang="en-US" altLang="ko-KR" sz="1600" b="0" i="0" u="none" strike="noStrike" cap="none" normalizeH="0" baseline="0" dirty="0" smtClean="0">
                <a:ln>
                  <a:noFill/>
                </a:ln>
                <a:solidFill>
                  <a:srgbClr val="000000"/>
                </a:solidFill>
                <a:effectLst/>
                <a:latin typeface="+mn-ea"/>
              </a:rPr>
              <a:t>	</a:t>
            </a:r>
            <a:r>
              <a:rPr kumimoji="0" lang="en-US" altLang="ko-KR" sz="1600" b="0" i="0" strike="noStrike" cap="none" normalizeH="0" baseline="0" dirty="0" smtClean="0">
                <a:ln>
                  <a:noFill/>
                </a:ln>
                <a:solidFill>
                  <a:srgbClr val="008000"/>
                </a:solidFill>
                <a:effectLst/>
                <a:latin typeface="+mn-ea"/>
              </a:rPr>
              <a:t>//</a:t>
            </a:r>
            <a:r>
              <a:rPr lang="en-US" altLang="ko-KR" sz="1600" dirty="0">
                <a:solidFill>
                  <a:srgbClr val="008000"/>
                </a:solidFill>
              </a:rPr>
              <a:t>Broadcast the given intent to all interested </a:t>
            </a:r>
            <a:endParaRPr lang="en-US" altLang="ko-KR" sz="1600" dirty="0" smtClean="0">
              <a:solidFill>
                <a:srgbClr val="008000"/>
              </a:solidFill>
            </a:endParaRPr>
          </a:p>
          <a:p>
            <a:pPr lvl="0" eaLnBrk="0" fontAlgn="base" latinLnBrk="0" hangingPunct="0">
              <a:spcBef>
                <a:spcPct val="0"/>
              </a:spcBef>
              <a:spcAft>
                <a:spcPct val="0"/>
              </a:spcAft>
            </a:pPr>
            <a:r>
              <a:rPr lang="en-US" altLang="ko-KR" sz="1600" dirty="0">
                <a:solidFill>
                  <a:srgbClr val="008000"/>
                </a:solidFill>
              </a:rPr>
              <a:t>	</a:t>
            </a:r>
            <a:r>
              <a:rPr lang="en-US" altLang="ko-KR" sz="1600" dirty="0" smtClean="0">
                <a:solidFill>
                  <a:srgbClr val="008000"/>
                </a:solidFill>
              </a:rPr>
              <a:t>		// </a:t>
            </a:r>
            <a:r>
              <a:rPr lang="en-US" altLang="ko-KR" sz="1600" dirty="0" err="1" smtClean="0">
                <a:solidFill>
                  <a:srgbClr val="008000"/>
                </a:solidFill>
              </a:rPr>
              <a:t>BroadcastReceivers</a:t>
            </a:r>
            <a:r>
              <a:rPr kumimoji="0" lang="ko-KR" altLang="ko-KR" sz="1600" b="0" i="0" u="none" strike="noStrike" cap="none" normalizeH="0" baseline="0" dirty="0" smtClean="0">
                <a:ln>
                  <a:noFill/>
                </a:ln>
                <a:solidFill>
                  <a:srgbClr val="000000"/>
                </a:solidFill>
                <a:effectLst/>
                <a:latin typeface="+mn-ea"/>
              </a:rPr>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endParaRPr kumimoji="0" lang="ko-KR" altLang="ko-KR" sz="4000" b="0" i="0" u="none" strike="noStrike" cap="none" normalizeH="0" baseline="0" dirty="0" smtClean="0">
              <a:ln>
                <a:noFill/>
              </a:ln>
              <a:solidFill>
                <a:schemeClr val="tx1"/>
              </a:solidFill>
              <a:effectLst/>
              <a:latin typeface="+mn-ea"/>
            </a:endParaRPr>
          </a:p>
        </p:txBody>
      </p:sp>
      <p:sp>
        <p:nvSpPr>
          <p:cNvPr id="2" name="슬라이드 번호 개체 틀 1"/>
          <p:cNvSpPr>
            <a:spLocks noGrp="1"/>
          </p:cNvSpPr>
          <p:nvPr>
            <p:ph type="sldNum" sz="quarter" idx="12"/>
          </p:nvPr>
        </p:nvSpPr>
        <p:spPr/>
        <p:txBody>
          <a:bodyPr/>
          <a:lstStyle/>
          <a:p>
            <a:fld id="{68FAA61E-CA35-46E7-954C-43D901BBD1EB}" type="slidenum">
              <a:rPr lang="ko-KR" altLang="en-US" smtClean="0"/>
              <a:pPr/>
              <a:t>6</a:t>
            </a:fld>
            <a:endParaRPr lang="ko-KR" altLang="en-US"/>
          </a:p>
        </p:txBody>
      </p:sp>
      <p:sp>
        <p:nvSpPr>
          <p:cNvPr id="3" name="제목 2"/>
          <p:cNvSpPr>
            <a:spLocks noGrp="1"/>
          </p:cNvSpPr>
          <p:nvPr>
            <p:ph type="title"/>
          </p:nvPr>
        </p:nvSpPr>
        <p:spPr/>
        <p:txBody>
          <a:bodyPr/>
          <a:lstStyle/>
          <a:p>
            <a:r>
              <a:rPr lang="en-US" altLang="ko-KR" dirty="0"/>
              <a:t>Send Broadcast</a:t>
            </a:r>
            <a:endParaRPr lang="ko-KR" altLang="en-US" dirty="0"/>
          </a:p>
        </p:txBody>
      </p:sp>
      <p:sp>
        <p:nvSpPr>
          <p:cNvPr id="5" name="TextBox 4"/>
          <p:cNvSpPr txBox="1"/>
          <p:nvPr/>
        </p:nvSpPr>
        <p:spPr>
          <a:xfrm>
            <a:off x="697230" y="1280160"/>
            <a:ext cx="1986891" cy="646331"/>
          </a:xfrm>
          <a:prstGeom prst="rect">
            <a:avLst/>
          </a:prstGeom>
          <a:noFill/>
        </p:spPr>
        <p:txBody>
          <a:bodyPr wrap="none" rtlCol="0">
            <a:spAutoFit/>
          </a:bodyPr>
          <a:lstStyle/>
          <a:p>
            <a:r>
              <a:rPr lang="en-US" altLang="ko-KR" b="1" dirty="0" smtClean="0">
                <a:solidFill>
                  <a:prstClr val="black"/>
                </a:solidFill>
              </a:rPr>
              <a:t>BCTest_1</a:t>
            </a:r>
          </a:p>
          <a:p>
            <a:r>
              <a:rPr lang="en-US" altLang="ko-KR" dirty="0" smtClean="0">
                <a:solidFill>
                  <a:prstClr val="black"/>
                </a:solidFill>
              </a:rPr>
              <a:t>MainActivity.java</a:t>
            </a:r>
            <a:endParaRPr lang="ko-KR" altLang="en-US" dirty="0">
              <a:solidFill>
                <a:prstClr val="black"/>
              </a:solidFill>
            </a:endParaRPr>
          </a:p>
        </p:txBody>
      </p:sp>
    </p:spTree>
    <p:extLst>
      <p:ext uri="{BB962C8B-B14F-4D97-AF65-F5344CB8AC3E}">
        <p14:creationId xmlns:p14="http://schemas.microsoft.com/office/powerpoint/2010/main" val="10736827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그림 14"/>
          <p:cNvPicPr>
            <a:picLocks noChangeAspect="1"/>
          </p:cNvPicPr>
          <p:nvPr/>
        </p:nvPicPr>
        <p:blipFill>
          <a:blip r:embed="rId3"/>
          <a:stretch>
            <a:fillRect/>
          </a:stretch>
        </p:blipFill>
        <p:spPr>
          <a:xfrm>
            <a:off x="5294450" y="1307689"/>
            <a:ext cx="2771517" cy="5076190"/>
          </a:xfrm>
          <a:prstGeom prst="rect">
            <a:avLst/>
          </a:prstGeom>
        </p:spPr>
      </p:pic>
      <p:pic>
        <p:nvPicPr>
          <p:cNvPr id="7" name="그림 6"/>
          <p:cNvPicPr>
            <a:picLocks noChangeAspect="1"/>
          </p:cNvPicPr>
          <p:nvPr/>
        </p:nvPicPr>
        <p:blipFill>
          <a:blip r:embed="rId4"/>
          <a:stretch>
            <a:fillRect/>
          </a:stretch>
        </p:blipFill>
        <p:spPr>
          <a:xfrm>
            <a:off x="646037" y="3635627"/>
            <a:ext cx="2645854" cy="2880000"/>
          </a:xfrm>
          <a:prstGeom prst="rect">
            <a:avLst/>
          </a:prstGeom>
        </p:spPr>
      </p:pic>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7</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smtClean="0"/>
              <a:t>Receive Broadcast</a:t>
            </a:r>
            <a:endParaRPr lang="ko-KR" altLang="en-US" dirty="0"/>
          </a:p>
        </p:txBody>
      </p:sp>
      <p:sp>
        <p:nvSpPr>
          <p:cNvPr id="5" name="TextBox 4"/>
          <p:cNvSpPr txBox="1"/>
          <p:nvPr/>
        </p:nvSpPr>
        <p:spPr>
          <a:xfrm>
            <a:off x="697230" y="1280160"/>
            <a:ext cx="3199146" cy="646331"/>
          </a:xfrm>
          <a:prstGeom prst="rect">
            <a:avLst/>
          </a:prstGeom>
          <a:noFill/>
        </p:spPr>
        <p:txBody>
          <a:bodyPr wrap="none" rtlCol="0">
            <a:spAutoFit/>
          </a:bodyPr>
          <a:lstStyle/>
          <a:p>
            <a:r>
              <a:rPr lang="en-US" altLang="ko-KR" b="1" dirty="0" smtClean="0">
                <a:solidFill>
                  <a:prstClr val="black"/>
                </a:solidFill>
              </a:rPr>
              <a:t>BroadcastReceiverTest_1</a:t>
            </a:r>
          </a:p>
          <a:p>
            <a:r>
              <a:rPr lang="en-US" altLang="ko-KR" dirty="0" smtClean="0">
                <a:solidFill>
                  <a:prstClr val="black"/>
                </a:solidFill>
              </a:rPr>
              <a:t>/res/layout/activity_main.xml</a:t>
            </a:r>
            <a:endParaRPr lang="ko-KR" altLang="en-US" dirty="0">
              <a:solidFill>
                <a:prstClr val="black"/>
              </a:solidFill>
            </a:endParaRPr>
          </a:p>
        </p:txBody>
      </p:sp>
      <p:sp>
        <p:nvSpPr>
          <p:cNvPr id="4" name="Rectangle 1"/>
          <p:cNvSpPr>
            <a:spLocks noChangeArrowheads="1"/>
          </p:cNvSpPr>
          <p:nvPr/>
        </p:nvSpPr>
        <p:spPr bwMode="auto">
          <a:xfrm>
            <a:off x="619749" y="2041270"/>
            <a:ext cx="3828030" cy="1384995"/>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smtClean="0">
                <a:ln>
                  <a:noFill/>
                </a:ln>
                <a:solidFill>
                  <a:srgbClr val="000000"/>
                </a:solidFill>
                <a:effectLst/>
                <a:latin typeface="+mn-ea"/>
              </a:rPr>
              <a:t>&lt;</a:t>
            </a:r>
            <a:r>
              <a:rPr kumimoji="0" lang="ko-KR" altLang="ko-KR" sz="1400" b="1" i="0" u="none" strike="noStrike" cap="none" normalizeH="0" baseline="0" dirty="0" smtClean="0">
                <a:ln>
                  <a:noFill/>
                </a:ln>
                <a:solidFill>
                  <a:srgbClr val="000080"/>
                </a:solidFill>
                <a:effectLst/>
                <a:latin typeface="+mn-ea"/>
              </a:rPr>
              <a:t>ImageView</a:t>
            </a:r>
            <a:br>
              <a:rPr kumimoji="0" lang="ko-KR" altLang="ko-KR" sz="1400" b="1" i="0" u="none" strike="noStrike" cap="none" normalizeH="0" baseline="0" dirty="0" smtClean="0">
                <a:ln>
                  <a:noFill/>
                </a:ln>
                <a:solidFill>
                  <a:srgbClr val="000080"/>
                </a:solidFill>
                <a:effectLst/>
                <a:latin typeface="+mn-ea"/>
              </a:rPr>
            </a:br>
            <a:r>
              <a:rPr kumimoji="0" lang="ko-KR" altLang="ko-KR" sz="1400" b="1" i="0" u="none" strike="noStrike" cap="none" normalizeH="0" baseline="0" dirty="0" smtClean="0">
                <a:ln>
                  <a:noFill/>
                </a:ln>
                <a:solidFill>
                  <a:srgbClr val="000080"/>
                </a:solidFill>
                <a:effectLst/>
                <a:latin typeface="+mn-ea"/>
              </a:rPr>
              <a:t>    </a:t>
            </a:r>
            <a:r>
              <a:rPr kumimoji="0" lang="ko-KR" altLang="ko-KR" sz="1400" b="1" i="0" u="none" strike="noStrike" cap="none" normalizeH="0" baseline="0" dirty="0" smtClean="0">
                <a:ln>
                  <a:noFill/>
                </a:ln>
                <a:solidFill>
                  <a:srgbClr val="660E7A"/>
                </a:solidFill>
                <a:effectLst/>
                <a:latin typeface="+mn-ea"/>
              </a:rPr>
              <a:t>android</a:t>
            </a:r>
            <a:r>
              <a:rPr kumimoji="0" lang="ko-KR" altLang="ko-KR" sz="1400" b="1" i="0" u="none" strike="noStrike" cap="none" normalizeH="0" baseline="0" dirty="0" smtClean="0">
                <a:ln>
                  <a:noFill/>
                </a:ln>
                <a:solidFill>
                  <a:srgbClr val="0000FF"/>
                </a:solidFill>
                <a:effectLst/>
                <a:latin typeface="+mn-ea"/>
              </a:rPr>
              <a:t>:id=</a:t>
            </a:r>
            <a:r>
              <a:rPr kumimoji="0" lang="ko-KR" altLang="ko-KR" sz="1400" b="1" i="0" u="none" strike="noStrike" cap="none" normalizeH="0" baseline="0" dirty="0" smtClean="0">
                <a:ln>
                  <a:noFill/>
                </a:ln>
                <a:solidFill>
                  <a:srgbClr val="008000"/>
                </a:solidFill>
                <a:effectLst/>
                <a:latin typeface="+mn-ea"/>
              </a:rPr>
              <a:t>"@+id/imageView1"</a:t>
            </a:r>
            <a:br>
              <a:rPr kumimoji="0" lang="ko-KR" altLang="ko-KR" sz="1400" b="1" i="0" u="none" strike="noStrike" cap="none" normalizeH="0" baseline="0" dirty="0" smtClean="0">
                <a:ln>
                  <a:noFill/>
                </a:ln>
                <a:solidFill>
                  <a:srgbClr val="008000"/>
                </a:solidFill>
                <a:effectLst/>
                <a:latin typeface="+mn-ea"/>
              </a:rPr>
            </a:br>
            <a:r>
              <a:rPr kumimoji="0" lang="ko-KR" altLang="ko-KR" sz="1400" b="1" i="0" u="none" strike="noStrike" cap="none" normalizeH="0" baseline="0" dirty="0" smtClean="0">
                <a:ln>
                  <a:noFill/>
                </a:ln>
                <a:solidFill>
                  <a:srgbClr val="008000"/>
                </a:solidFill>
                <a:effectLst/>
                <a:latin typeface="+mn-ea"/>
              </a:rPr>
              <a:t>    </a:t>
            </a:r>
            <a:r>
              <a:rPr kumimoji="0" lang="ko-KR" altLang="ko-KR" sz="1400" b="1" i="0" u="none" strike="noStrike" cap="none" normalizeH="0" baseline="0" dirty="0" smtClean="0">
                <a:ln>
                  <a:noFill/>
                </a:ln>
                <a:solidFill>
                  <a:srgbClr val="660E7A"/>
                </a:solidFill>
                <a:effectLst/>
                <a:latin typeface="+mn-ea"/>
              </a:rPr>
              <a:t>android</a:t>
            </a:r>
            <a:r>
              <a:rPr kumimoji="0" lang="ko-KR" altLang="ko-KR" sz="1400" b="1" i="0" u="none" strike="noStrike" cap="none" normalizeH="0" baseline="0" dirty="0" smtClean="0">
                <a:ln>
                  <a:noFill/>
                </a:ln>
                <a:solidFill>
                  <a:srgbClr val="0000FF"/>
                </a:solidFill>
                <a:effectLst/>
                <a:latin typeface="+mn-ea"/>
              </a:rPr>
              <a:t>:src=</a:t>
            </a:r>
            <a:r>
              <a:rPr kumimoji="0" lang="ko-KR" altLang="ko-KR" sz="1400" b="1" i="0" u="none" strike="noStrike" cap="none" normalizeH="0" baseline="0" dirty="0" smtClean="0">
                <a:ln>
                  <a:noFill/>
                </a:ln>
                <a:solidFill>
                  <a:srgbClr val="008000"/>
                </a:solidFill>
                <a:effectLst/>
                <a:latin typeface="+mn-ea"/>
              </a:rPr>
              <a:t>"</a:t>
            </a:r>
            <a:r>
              <a:rPr kumimoji="0" lang="ko-KR" altLang="ko-KR" sz="1400" b="1" i="0" u="none" strike="noStrike" cap="none" normalizeH="0" baseline="0" dirty="0" smtClean="0">
                <a:ln>
                  <a:noFill/>
                </a:ln>
                <a:solidFill>
                  <a:srgbClr val="FF0000"/>
                </a:solidFill>
                <a:effectLst/>
                <a:latin typeface="+mn-ea"/>
              </a:rPr>
              <a:t>@drawable/news</a:t>
            </a:r>
            <a:r>
              <a:rPr kumimoji="0" lang="ko-KR" altLang="ko-KR" sz="1400" b="1" i="0" u="none" strike="noStrike" cap="none" normalizeH="0" baseline="0" dirty="0" smtClean="0">
                <a:ln>
                  <a:noFill/>
                </a:ln>
                <a:solidFill>
                  <a:srgbClr val="008000"/>
                </a:solidFill>
                <a:effectLst/>
                <a:latin typeface="+mn-ea"/>
              </a:rPr>
              <a:t>"</a:t>
            </a:r>
            <a:br>
              <a:rPr kumimoji="0" lang="ko-KR" altLang="ko-KR" sz="1400" b="1" i="0" u="none" strike="noStrike" cap="none" normalizeH="0" baseline="0" dirty="0" smtClean="0">
                <a:ln>
                  <a:noFill/>
                </a:ln>
                <a:solidFill>
                  <a:srgbClr val="008000"/>
                </a:solidFill>
                <a:effectLst/>
                <a:latin typeface="+mn-ea"/>
              </a:rPr>
            </a:br>
            <a:r>
              <a:rPr kumimoji="0" lang="ko-KR" altLang="ko-KR" sz="1400" b="1" i="0" u="none" strike="noStrike" cap="none" normalizeH="0" baseline="0" dirty="0" smtClean="0">
                <a:ln>
                  <a:noFill/>
                </a:ln>
                <a:solidFill>
                  <a:srgbClr val="008000"/>
                </a:solidFill>
                <a:effectLst/>
                <a:latin typeface="+mn-ea"/>
              </a:rPr>
              <a:t>    </a:t>
            </a:r>
            <a:r>
              <a:rPr kumimoji="0" lang="ko-KR" altLang="ko-KR" sz="1400" b="1" i="0" u="none" strike="noStrike" cap="none" normalizeH="0" baseline="0" dirty="0" smtClean="0">
                <a:ln>
                  <a:noFill/>
                </a:ln>
                <a:solidFill>
                  <a:srgbClr val="660E7A"/>
                </a:solidFill>
                <a:effectLst/>
                <a:latin typeface="+mn-ea"/>
              </a:rPr>
              <a:t>android</a:t>
            </a:r>
            <a:r>
              <a:rPr kumimoji="0" lang="ko-KR" altLang="ko-KR" sz="1400" b="1" i="0" u="none" strike="noStrike" cap="none" normalizeH="0" baseline="0" dirty="0" smtClean="0">
                <a:ln>
                  <a:noFill/>
                </a:ln>
                <a:solidFill>
                  <a:srgbClr val="0000FF"/>
                </a:solidFill>
                <a:effectLst/>
                <a:latin typeface="+mn-ea"/>
              </a:rPr>
              <a:t>:layout_width=</a:t>
            </a:r>
            <a:r>
              <a:rPr kumimoji="0" lang="ko-KR" altLang="ko-KR" sz="1400" b="1" i="0" u="none" strike="noStrike" cap="none" normalizeH="0" baseline="0" dirty="0" smtClean="0">
                <a:ln>
                  <a:noFill/>
                </a:ln>
                <a:solidFill>
                  <a:srgbClr val="008000"/>
                </a:solidFill>
                <a:effectLst/>
                <a:latin typeface="+mn-ea"/>
              </a:rPr>
              <a:t>"match_parent"</a:t>
            </a:r>
            <a:br>
              <a:rPr kumimoji="0" lang="ko-KR" altLang="ko-KR" sz="1400" b="1" i="0" u="none" strike="noStrike" cap="none" normalizeH="0" baseline="0" dirty="0" smtClean="0">
                <a:ln>
                  <a:noFill/>
                </a:ln>
                <a:solidFill>
                  <a:srgbClr val="008000"/>
                </a:solidFill>
                <a:effectLst/>
                <a:latin typeface="+mn-ea"/>
              </a:rPr>
            </a:br>
            <a:r>
              <a:rPr kumimoji="0" lang="ko-KR" altLang="ko-KR" sz="1400" b="1" i="0" u="none" strike="noStrike" cap="none" normalizeH="0" baseline="0" dirty="0" smtClean="0">
                <a:ln>
                  <a:noFill/>
                </a:ln>
                <a:solidFill>
                  <a:srgbClr val="008000"/>
                </a:solidFill>
                <a:effectLst/>
                <a:latin typeface="+mn-ea"/>
              </a:rPr>
              <a:t>    </a:t>
            </a:r>
            <a:r>
              <a:rPr kumimoji="0" lang="ko-KR" altLang="ko-KR" sz="1400" b="1" i="0" u="none" strike="noStrike" cap="none" normalizeH="0" baseline="0" dirty="0" smtClean="0">
                <a:ln>
                  <a:noFill/>
                </a:ln>
                <a:solidFill>
                  <a:srgbClr val="660E7A"/>
                </a:solidFill>
                <a:effectLst/>
                <a:latin typeface="+mn-ea"/>
              </a:rPr>
              <a:t>android</a:t>
            </a:r>
            <a:r>
              <a:rPr kumimoji="0" lang="ko-KR" altLang="ko-KR" sz="1400" b="1" i="0" u="none" strike="noStrike" cap="none" normalizeH="0" baseline="0" dirty="0" smtClean="0">
                <a:ln>
                  <a:noFill/>
                </a:ln>
                <a:solidFill>
                  <a:srgbClr val="0000FF"/>
                </a:solidFill>
                <a:effectLst/>
                <a:latin typeface="+mn-ea"/>
              </a:rPr>
              <a:t>:layout_height=</a:t>
            </a:r>
            <a:r>
              <a:rPr kumimoji="0" lang="ko-KR" altLang="ko-KR" sz="1400" b="1" i="0" u="none" strike="noStrike" cap="none" normalizeH="0" baseline="0" dirty="0" smtClean="0">
                <a:ln>
                  <a:noFill/>
                </a:ln>
                <a:solidFill>
                  <a:srgbClr val="008000"/>
                </a:solidFill>
                <a:effectLst/>
                <a:latin typeface="+mn-ea"/>
              </a:rPr>
              <a:t>"match_parent"</a:t>
            </a:r>
            <a:br>
              <a:rPr kumimoji="0" lang="ko-KR" altLang="ko-KR" sz="1400" b="1" i="0" u="none" strike="noStrike" cap="none" normalizeH="0" baseline="0" dirty="0" smtClean="0">
                <a:ln>
                  <a:noFill/>
                </a:ln>
                <a:solidFill>
                  <a:srgbClr val="008000"/>
                </a:solidFill>
                <a:effectLst/>
                <a:latin typeface="+mn-ea"/>
              </a:rPr>
            </a:br>
            <a:r>
              <a:rPr kumimoji="0" lang="ko-KR" altLang="ko-KR" sz="1400" b="1" i="0" u="none" strike="noStrike" cap="none" normalizeH="0" baseline="0" dirty="0" smtClean="0">
                <a:ln>
                  <a:noFill/>
                </a:ln>
                <a:solidFill>
                  <a:srgbClr val="008000"/>
                </a:solidFill>
                <a:effectLst/>
                <a:latin typeface="+mn-ea"/>
              </a:rPr>
              <a:t>    </a:t>
            </a:r>
            <a:r>
              <a:rPr kumimoji="0" lang="ko-KR" altLang="ko-KR" sz="1400" b="0" i="0" u="none" strike="noStrike" cap="none" normalizeH="0" baseline="0" dirty="0" smtClean="0">
                <a:ln>
                  <a:noFill/>
                </a:ln>
                <a:solidFill>
                  <a:srgbClr val="000000"/>
                </a:solidFill>
                <a:effectLst/>
                <a:latin typeface="+mn-ea"/>
              </a:rPr>
              <a:t>/&gt;</a:t>
            </a:r>
            <a:endParaRPr kumimoji="0" lang="ko-KR" altLang="ko-KR" sz="1400" b="0" i="0" u="none" strike="noStrike" cap="none" normalizeH="0" baseline="0" dirty="0" smtClean="0">
              <a:ln>
                <a:noFill/>
              </a:ln>
              <a:solidFill>
                <a:schemeClr val="tx1"/>
              </a:solidFill>
              <a:effectLst/>
              <a:latin typeface="+mn-ea"/>
            </a:endParaRPr>
          </a:p>
        </p:txBody>
      </p:sp>
      <p:sp>
        <p:nvSpPr>
          <p:cNvPr id="11" name="TextBox 10"/>
          <p:cNvSpPr txBox="1"/>
          <p:nvPr/>
        </p:nvSpPr>
        <p:spPr>
          <a:xfrm>
            <a:off x="5343208" y="6515627"/>
            <a:ext cx="2674002" cy="307777"/>
          </a:xfrm>
          <a:prstGeom prst="rect">
            <a:avLst/>
          </a:prstGeom>
          <a:noFill/>
        </p:spPr>
        <p:txBody>
          <a:bodyPr wrap="none" rtlCol="0">
            <a:spAutoFit/>
          </a:bodyPr>
          <a:lstStyle/>
          <a:p>
            <a:r>
              <a:rPr lang="en-US" altLang="ko-KR" sz="1400" dirty="0" smtClean="0">
                <a:solidFill>
                  <a:prstClr val="black"/>
                </a:solidFill>
                <a:hlinkClick r:id="rId5"/>
              </a:rPr>
              <a:t>www.naver.com</a:t>
            </a:r>
            <a:r>
              <a:rPr lang="ko-KR" altLang="en-US" sz="1400" dirty="0" smtClean="0">
                <a:solidFill>
                  <a:prstClr val="black"/>
                </a:solidFill>
              </a:rPr>
              <a:t>메인 화면 </a:t>
            </a:r>
            <a:r>
              <a:rPr lang="ko-KR" altLang="en-US" sz="1400" dirty="0" err="1" smtClean="0">
                <a:solidFill>
                  <a:prstClr val="black"/>
                </a:solidFill>
              </a:rPr>
              <a:t>캡쳐</a:t>
            </a:r>
            <a:endParaRPr lang="ko-KR" altLang="en-US" sz="1400" dirty="0">
              <a:solidFill>
                <a:prstClr val="black"/>
              </a:solidFill>
            </a:endParaRPr>
          </a:p>
        </p:txBody>
      </p:sp>
      <p:sp>
        <p:nvSpPr>
          <p:cNvPr id="13" name="직사각형 12"/>
          <p:cNvSpPr/>
          <p:nvPr/>
        </p:nvSpPr>
        <p:spPr>
          <a:xfrm>
            <a:off x="646037" y="5075628"/>
            <a:ext cx="2645854" cy="40717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p:cNvSpPr txBox="1"/>
          <p:nvPr/>
        </p:nvSpPr>
        <p:spPr>
          <a:xfrm>
            <a:off x="2210719" y="4531020"/>
            <a:ext cx="2961813" cy="584775"/>
          </a:xfrm>
          <a:prstGeom prst="rect">
            <a:avLst/>
          </a:prstGeom>
          <a:noFill/>
        </p:spPr>
        <p:txBody>
          <a:bodyPr wrap="square" rtlCol="0">
            <a:spAutoFit/>
          </a:bodyPr>
          <a:lstStyle/>
          <a:p>
            <a:r>
              <a:rPr lang="ko-KR" altLang="en-US" sz="1600" dirty="0" smtClean="0">
                <a:solidFill>
                  <a:srgbClr val="FF0000"/>
                </a:solidFill>
                <a:latin typeface="+mn-ea"/>
                <a:cs typeface="Calibri" panose="020F0502020204030204" pitchFamily="34" charset="0"/>
              </a:rPr>
              <a:t>① </a:t>
            </a:r>
            <a:r>
              <a:rPr lang="ko-KR" altLang="en-US" sz="1600" dirty="0" smtClean="0">
                <a:solidFill>
                  <a:srgbClr val="FF0000"/>
                </a:solidFill>
                <a:latin typeface="+mn-ea"/>
              </a:rPr>
              <a:t>탐색기에서 </a:t>
            </a:r>
            <a:r>
              <a:rPr lang="en-US" altLang="ko-KR" sz="1600" dirty="0" smtClean="0">
                <a:solidFill>
                  <a:srgbClr val="FF0000"/>
                </a:solidFill>
                <a:latin typeface="+mn-ea"/>
              </a:rPr>
              <a:t>news.png</a:t>
            </a:r>
            <a:r>
              <a:rPr lang="ko-KR" altLang="en-US" sz="1600" dirty="0" smtClean="0">
                <a:solidFill>
                  <a:srgbClr val="FF0000"/>
                </a:solidFill>
                <a:latin typeface="+mn-ea"/>
              </a:rPr>
              <a:t> 복사 </a:t>
            </a:r>
            <a:endParaRPr lang="en-US" altLang="ko-KR" sz="1600" dirty="0" smtClean="0">
              <a:solidFill>
                <a:srgbClr val="FF0000"/>
              </a:solidFill>
              <a:latin typeface="+mn-ea"/>
            </a:endParaRPr>
          </a:p>
          <a:p>
            <a:r>
              <a:rPr lang="en-US" altLang="ko-KR" sz="1600" dirty="0" err="1" smtClean="0">
                <a:solidFill>
                  <a:srgbClr val="FF0000"/>
                </a:solidFill>
                <a:latin typeface="+mn-ea"/>
              </a:rPr>
              <a:t>drawable</a:t>
            </a:r>
            <a:r>
              <a:rPr lang="ko-KR" altLang="en-US" sz="1600" dirty="0" smtClean="0">
                <a:solidFill>
                  <a:srgbClr val="FF0000"/>
                </a:solidFill>
                <a:latin typeface="+mn-ea"/>
              </a:rPr>
              <a:t>에 붙여 넣기</a:t>
            </a:r>
            <a:endParaRPr lang="ko-KR" altLang="en-US" sz="1600" dirty="0">
              <a:solidFill>
                <a:srgbClr val="FF0000"/>
              </a:solidFill>
              <a:latin typeface="+mn-ea"/>
            </a:endParaRPr>
          </a:p>
        </p:txBody>
      </p:sp>
      <p:sp>
        <p:nvSpPr>
          <p:cNvPr id="12" name="TextBox 11"/>
          <p:cNvSpPr txBox="1"/>
          <p:nvPr/>
        </p:nvSpPr>
        <p:spPr>
          <a:xfrm>
            <a:off x="7775724" y="2460407"/>
            <a:ext cx="1136914" cy="338554"/>
          </a:xfrm>
          <a:prstGeom prst="rect">
            <a:avLst/>
          </a:prstGeom>
          <a:noFill/>
        </p:spPr>
        <p:txBody>
          <a:bodyPr wrap="square" rtlCol="0">
            <a:spAutoFit/>
          </a:bodyPr>
          <a:lstStyle/>
          <a:p>
            <a:r>
              <a:rPr lang="en-US" altLang="ko-KR" sz="1600" dirty="0" smtClean="0">
                <a:solidFill>
                  <a:srgbClr val="FF0000"/>
                </a:solidFill>
              </a:rPr>
              <a:t>news.png</a:t>
            </a:r>
            <a:endParaRPr lang="ko-KR" altLang="en-US" sz="1600" dirty="0">
              <a:solidFill>
                <a:srgbClr val="FF0000"/>
              </a:solidFill>
            </a:endParaRPr>
          </a:p>
        </p:txBody>
      </p:sp>
      <p:sp>
        <p:nvSpPr>
          <p:cNvPr id="8" name="직사각형 7"/>
          <p:cNvSpPr/>
          <p:nvPr/>
        </p:nvSpPr>
        <p:spPr>
          <a:xfrm>
            <a:off x="5572664" y="2380894"/>
            <a:ext cx="2199735" cy="3122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p:cNvSpPr txBox="1"/>
          <p:nvPr/>
        </p:nvSpPr>
        <p:spPr>
          <a:xfrm>
            <a:off x="2160277" y="1957780"/>
            <a:ext cx="2738362" cy="338554"/>
          </a:xfrm>
          <a:prstGeom prst="rect">
            <a:avLst/>
          </a:prstGeom>
          <a:noFill/>
        </p:spPr>
        <p:txBody>
          <a:bodyPr wrap="square" rtlCol="0">
            <a:spAutoFit/>
          </a:bodyPr>
          <a:lstStyle/>
          <a:p>
            <a:r>
              <a:rPr lang="ko-KR" altLang="en-US" sz="1600" dirty="0" smtClean="0">
                <a:solidFill>
                  <a:srgbClr val="FF0000"/>
                </a:solidFill>
                <a:latin typeface="+mn-ea"/>
                <a:cs typeface="Calibri" panose="020F0502020204030204" pitchFamily="34" charset="0"/>
              </a:rPr>
              <a:t>② </a:t>
            </a:r>
            <a:r>
              <a:rPr lang="en-US" altLang="ko-KR" sz="1600" dirty="0" err="1" smtClean="0">
                <a:solidFill>
                  <a:srgbClr val="FF0000"/>
                </a:solidFill>
                <a:latin typeface="+mn-ea"/>
              </a:rPr>
              <a:t>ImageView</a:t>
            </a:r>
            <a:r>
              <a:rPr lang="en-US" altLang="ko-KR" sz="1600" dirty="0" smtClean="0">
                <a:solidFill>
                  <a:srgbClr val="FF0000"/>
                </a:solidFill>
                <a:latin typeface="+mn-ea"/>
              </a:rPr>
              <a:t> </a:t>
            </a:r>
            <a:r>
              <a:rPr lang="ko-KR" altLang="en-US" sz="1600" dirty="0" err="1" smtClean="0">
                <a:solidFill>
                  <a:srgbClr val="FF0000"/>
                </a:solidFill>
                <a:latin typeface="+mn-ea"/>
              </a:rPr>
              <a:t>콘트롤</a:t>
            </a:r>
            <a:r>
              <a:rPr lang="ko-KR" altLang="en-US" sz="1600" dirty="0" smtClean="0">
                <a:solidFill>
                  <a:srgbClr val="FF0000"/>
                </a:solidFill>
                <a:latin typeface="+mn-ea"/>
              </a:rPr>
              <a:t> 추가</a:t>
            </a:r>
            <a:endParaRPr lang="ko-KR" altLang="en-US" sz="1600" dirty="0">
              <a:solidFill>
                <a:srgbClr val="FF0000"/>
              </a:solidFill>
              <a:latin typeface="+mn-ea"/>
            </a:endParaRPr>
          </a:p>
        </p:txBody>
      </p:sp>
    </p:spTree>
    <p:extLst>
      <p:ext uri="{BB962C8B-B14F-4D97-AF65-F5344CB8AC3E}">
        <p14:creationId xmlns:p14="http://schemas.microsoft.com/office/powerpoint/2010/main" val="25011850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p:cNvPicPr>
            <a:picLocks noChangeAspect="1"/>
          </p:cNvPicPr>
          <p:nvPr/>
        </p:nvPicPr>
        <p:blipFill>
          <a:blip r:embed="rId3"/>
          <a:stretch>
            <a:fillRect/>
          </a:stretch>
        </p:blipFill>
        <p:spPr>
          <a:xfrm>
            <a:off x="859133" y="1935125"/>
            <a:ext cx="5348262" cy="4500000"/>
          </a:xfrm>
          <a:prstGeom prst="rect">
            <a:avLst/>
          </a:prstGeom>
        </p:spPr>
      </p:pic>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8</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smtClean="0"/>
              <a:t>Receive Broadcast</a:t>
            </a:r>
            <a:endParaRPr lang="ko-KR" altLang="en-US" dirty="0"/>
          </a:p>
        </p:txBody>
      </p:sp>
      <p:sp>
        <p:nvSpPr>
          <p:cNvPr id="17" name="내용 개체 틀 2"/>
          <p:cNvSpPr txBox="1">
            <a:spLocks/>
          </p:cNvSpPr>
          <p:nvPr/>
        </p:nvSpPr>
        <p:spPr>
          <a:xfrm>
            <a:off x="457200" y="1484672"/>
            <a:ext cx="8229600" cy="4641492"/>
          </a:xfrm>
          <a:prstGeom prst="rect">
            <a:avLst/>
          </a:prstGeom>
        </p:spPr>
        <p:txBody>
          <a:bodyPr/>
          <a:lstStyle>
            <a:lvl1pPr marL="342900" indent="-342900" algn="l" defTabSz="914400" rtl="0" eaLnBrk="1" latinLnBrk="1" hangingPunct="1">
              <a:spcBef>
                <a:spcPct val="20000"/>
              </a:spcBef>
              <a:buFont typeface="Arial" pitchFamily="34" charset="0"/>
              <a:buChar char="•"/>
              <a:defRPr sz="2400" kern="1200">
                <a:solidFill>
                  <a:schemeClr val="tx1"/>
                </a:solidFill>
                <a:latin typeface="Calibri" pitchFamily="34" charset="0"/>
                <a:ea typeface="+mn-ea"/>
                <a:cs typeface="Calibri" pitchFamily="34" charset="0"/>
              </a:defRPr>
            </a:lvl1pPr>
            <a:lvl2pPr marL="742950" indent="-285750" algn="l" defTabSz="914400" rtl="0" eaLnBrk="1" latinLnBrk="1" hangingPunct="1">
              <a:spcBef>
                <a:spcPct val="20000"/>
              </a:spcBef>
              <a:buFont typeface="Courier New" pitchFamily="49" charset="0"/>
              <a:buChar char="o"/>
              <a:defRPr sz="1600" kern="1200">
                <a:solidFill>
                  <a:schemeClr val="tx1"/>
                </a:solidFill>
                <a:latin typeface="Calibri" pitchFamily="34" charset="0"/>
                <a:ea typeface="+mn-ea"/>
                <a:cs typeface="Calibri" pitchFamily="34" charset="0"/>
              </a:defRPr>
            </a:lvl2pPr>
            <a:lvl3pPr marL="1143000" indent="-228600" algn="l" defTabSz="914400" rtl="0" eaLnBrk="1" latinLnBrk="1" hangingPunct="1">
              <a:spcBef>
                <a:spcPct val="20000"/>
              </a:spcBef>
              <a:buFont typeface="Arial" pitchFamily="34" charset="0"/>
              <a:buChar char="•"/>
              <a:defRPr sz="1600" kern="1200">
                <a:solidFill>
                  <a:schemeClr val="tx1"/>
                </a:solidFill>
                <a:latin typeface="Calibri" pitchFamily="34" charset="0"/>
                <a:ea typeface="+mn-ea"/>
                <a:cs typeface="Calibri" pitchFamily="34" charset="0"/>
              </a:defRPr>
            </a:lvl3pPr>
            <a:lvl4pPr marL="1600200" indent="-228600" algn="l" defTabSz="914400" rtl="0" eaLnBrk="1" latinLnBrk="1" hangingPunct="1">
              <a:spcBef>
                <a:spcPct val="20000"/>
              </a:spcBef>
              <a:buFont typeface="Courier New" pitchFamily="49" charset="0"/>
              <a:buChar char="o"/>
              <a:defRPr sz="1600" kern="1200">
                <a:solidFill>
                  <a:schemeClr val="tx1"/>
                </a:solidFill>
                <a:latin typeface="Calibri" pitchFamily="34" charset="0"/>
                <a:ea typeface="+mn-ea"/>
                <a:cs typeface="Calibri" pitchFamily="34" charset="0"/>
              </a:defRPr>
            </a:lvl4pPr>
            <a:lvl5pPr marL="2057400" indent="-228600" algn="l" defTabSz="914400" rtl="0" eaLnBrk="1" latinLnBrk="1" hangingPunct="1">
              <a:spcBef>
                <a:spcPct val="20000"/>
              </a:spcBef>
              <a:buFont typeface="Arial" pitchFamily="34" charset="0"/>
              <a:buChar char="•"/>
              <a:defRPr sz="1600" kern="1200">
                <a:solidFill>
                  <a:schemeClr val="tx1"/>
                </a:solidFill>
                <a:latin typeface="Calibri" pitchFamily="34" charset="0"/>
                <a:ea typeface="+mn-ea"/>
                <a:cs typeface="Calibri" pitchFamily="34" charset="0"/>
              </a:defRPr>
            </a:lvl5pPr>
            <a:lvl6pPr marL="2514600" indent="-228600" algn="l" defTabSz="914400" rtl="0" eaLnBrk="1" latinLnBrk="1"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1"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1"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1"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r>
              <a:rPr lang="en-US" altLang="ko-KR" dirty="0" err="1" smtClean="0"/>
              <a:t>BroadCast</a:t>
            </a:r>
            <a:r>
              <a:rPr lang="en-US" altLang="ko-KR" dirty="0" smtClean="0"/>
              <a:t> Receiver </a:t>
            </a:r>
            <a:r>
              <a:rPr lang="ko-KR" altLang="en-US" dirty="0" smtClean="0"/>
              <a:t>클래스 생성</a:t>
            </a:r>
            <a:r>
              <a:rPr lang="en-US" altLang="ko-KR" dirty="0" smtClean="0"/>
              <a:t> </a:t>
            </a:r>
          </a:p>
          <a:p>
            <a:pPr lvl="1"/>
            <a:endParaRPr lang="ko-KR" altLang="en-US" dirty="0"/>
          </a:p>
        </p:txBody>
      </p:sp>
      <p:sp>
        <p:nvSpPr>
          <p:cNvPr id="20" name="직사각형 19"/>
          <p:cNvSpPr/>
          <p:nvPr/>
        </p:nvSpPr>
        <p:spPr>
          <a:xfrm>
            <a:off x="4572000" y="4821373"/>
            <a:ext cx="999460" cy="2078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910264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p:cNvPicPr>
            <a:picLocks noChangeAspect="1"/>
          </p:cNvPicPr>
          <p:nvPr/>
        </p:nvPicPr>
        <p:blipFill>
          <a:blip r:embed="rId3"/>
          <a:stretch>
            <a:fillRect/>
          </a:stretch>
        </p:blipFill>
        <p:spPr>
          <a:xfrm>
            <a:off x="1985853" y="1930912"/>
            <a:ext cx="5418792" cy="4608000"/>
          </a:xfrm>
          <a:prstGeom prst="rect">
            <a:avLst/>
          </a:prstGeom>
        </p:spPr>
      </p:pic>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9</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smtClean="0"/>
              <a:t>Receive Broadcast</a:t>
            </a:r>
            <a:endParaRPr lang="ko-KR" altLang="en-US" dirty="0"/>
          </a:p>
        </p:txBody>
      </p:sp>
      <p:sp>
        <p:nvSpPr>
          <p:cNvPr id="17" name="내용 개체 틀 2"/>
          <p:cNvSpPr txBox="1">
            <a:spLocks/>
          </p:cNvSpPr>
          <p:nvPr/>
        </p:nvSpPr>
        <p:spPr>
          <a:xfrm>
            <a:off x="457200" y="1484672"/>
            <a:ext cx="8229600" cy="4641492"/>
          </a:xfrm>
          <a:prstGeom prst="rect">
            <a:avLst/>
          </a:prstGeom>
        </p:spPr>
        <p:txBody>
          <a:bodyPr/>
          <a:lstStyle>
            <a:lvl1pPr marL="342900" indent="-342900" algn="l" defTabSz="914400" rtl="0" eaLnBrk="1" latinLnBrk="1" hangingPunct="1">
              <a:spcBef>
                <a:spcPct val="20000"/>
              </a:spcBef>
              <a:buFont typeface="Arial" pitchFamily="34" charset="0"/>
              <a:buChar char="•"/>
              <a:defRPr sz="2400" kern="1200">
                <a:solidFill>
                  <a:schemeClr val="tx1"/>
                </a:solidFill>
                <a:latin typeface="Calibri" pitchFamily="34" charset="0"/>
                <a:ea typeface="+mn-ea"/>
                <a:cs typeface="Calibri" pitchFamily="34" charset="0"/>
              </a:defRPr>
            </a:lvl1pPr>
            <a:lvl2pPr marL="742950" indent="-285750" algn="l" defTabSz="914400" rtl="0" eaLnBrk="1" latinLnBrk="1" hangingPunct="1">
              <a:spcBef>
                <a:spcPct val="20000"/>
              </a:spcBef>
              <a:buFont typeface="Courier New" pitchFamily="49" charset="0"/>
              <a:buChar char="o"/>
              <a:defRPr sz="1600" kern="1200">
                <a:solidFill>
                  <a:schemeClr val="tx1"/>
                </a:solidFill>
                <a:latin typeface="Calibri" pitchFamily="34" charset="0"/>
                <a:ea typeface="+mn-ea"/>
                <a:cs typeface="Calibri" pitchFamily="34" charset="0"/>
              </a:defRPr>
            </a:lvl2pPr>
            <a:lvl3pPr marL="1143000" indent="-228600" algn="l" defTabSz="914400" rtl="0" eaLnBrk="1" latinLnBrk="1" hangingPunct="1">
              <a:spcBef>
                <a:spcPct val="20000"/>
              </a:spcBef>
              <a:buFont typeface="Arial" pitchFamily="34" charset="0"/>
              <a:buChar char="•"/>
              <a:defRPr sz="1600" kern="1200">
                <a:solidFill>
                  <a:schemeClr val="tx1"/>
                </a:solidFill>
                <a:latin typeface="Calibri" pitchFamily="34" charset="0"/>
                <a:ea typeface="+mn-ea"/>
                <a:cs typeface="Calibri" pitchFamily="34" charset="0"/>
              </a:defRPr>
            </a:lvl3pPr>
            <a:lvl4pPr marL="1600200" indent="-228600" algn="l" defTabSz="914400" rtl="0" eaLnBrk="1" latinLnBrk="1" hangingPunct="1">
              <a:spcBef>
                <a:spcPct val="20000"/>
              </a:spcBef>
              <a:buFont typeface="Courier New" pitchFamily="49" charset="0"/>
              <a:buChar char="o"/>
              <a:defRPr sz="1600" kern="1200">
                <a:solidFill>
                  <a:schemeClr val="tx1"/>
                </a:solidFill>
                <a:latin typeface="Calibri" pitchFamily="34" charset="0"/>
                <a:ea typeface="+mn-ea"/>
                <a:cs typeface="Calibri" pitchFamily="34" charset="0"/>
              </a:defRPr>
            </a:lvl4pPr>
            <a:lvl5pPr marL="2057400" indent="-228600" algn="l" defTabSz="914400" rtl="0" eaLnBrk="1" latinLnBrk="1" hangingPunct="1">
              <a:spcBef>
                <a:spcPct val="20000"/>
              </a:spcBef>
              <a:buFont typeface="Arial" pitchFamily="34" charset="0"/>
              <a:buChar char="•"/>
              <a:defRPr sz="1600" kern="1200">
                <a:solidFill>
                  <a:schemeClr val="tx1"/>
                </a:solidFill>
                <a:latin typeface="Calibri" pitchFamily="34" charset="0"/>
                <a:ea typeface="+mn-ea"/>
                <a:cs typeface="Calibri" pitchFamily="34" charset="0"/>
              </a:defRPr>
            </a:lvl5pPr>
            <a:lvl6pPr marL="2514600" indent="-228600" algn="l" defTabSz="914400" rtl="0" eaLnBrk="1" latinLnBrk="1"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1"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1"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1"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r>
              <a:rPr lang="en-US" altLang="ko-KR" dirty="0" err="1" smtClean="0"/>
              <a:t>BroadCast</a:t>
            </a:r>
            <a:r>
              <a:rPr lang="en-US" altLang="ko-KR" dirty="0" smtClean="0"/>
              <a:t> Receiver </a:t>
            </a:r>
            <a:r>
              <a:rPr lang="ko-KR" altLang="en-US" dirty="0" smtClean="0"/>
              <a:t>클래스 생성</a:t>
            </a:r>
            <a:r>
              <a:rPr lang="en-US" altLang="ko-KR" dirty="0" smtClean="0"/>
              <a:t> </a:t>
            </a:r>
          </a:p>
          <a:p>
            <a:pPr lvl="1"/>
            <a:endParaRPr lang="ko-KR" altLang="en-US" dirty="0"/>
          </a:p>
        </p:txBody>
      </p:sp>
      <p:sp>
        <p:nvSpPr>
          <p:cNvPr id="20" name="직사각형 19"/>
          <p:cNvSpPr/>
          <p:nvPr/>
        </p:nvSpPr>
        <p:spPr>
          <a:xfrm>
            <a:off x="2740397" y="3314238"/>
            <a:ext cx="1213814" cy="2206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0632167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156138" y="2656514"/>
            <a:ext cx="6831724" cy="2062103"/>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smtClean="0">
                <a:ln>
                  <a:noFill/>
                </a:ln>
                <a:solidFill>
                  <a:srgbClr val="000000"/>
                </a:solidFill>
                <a:effectLst/>
                <a:latin typeface="+mn-ea"/>
              </a:rPr>
              <a:t>&lt;</a:t>
            </a:r>
            <a:r>
              <a:rPr kumimoji="0" lang="ko-KR" altLang="ko-KR" sz="1600" b="1" i="0" u="none" strike="noStrike" cap="none" normalizeH="0" baseline="0" dirty="0" smtClean="0">
                <a:ln>
                  <a:noFill/>
                </a:ln>
                <a:solidFill>
                  <a:srgbClr val="000080"/>
                </a:solidFill>
                <a:effectLst/>
                <a:latin typeface="+mn-ea"/>
              </a:rPr>
              <a:t>receiver</a:t>
            </a:r>
            <a:br>
              <a:rPr kumimoji="0" lang="ko-KR" altLang="ko-KR" sz="1600" b="1" i="0" u="none" strike="noStrike" cap="none" normalizeH="0" baseline="0" dirty="0" smtClean="0">
                <a:ln>
                  <a:noFill/>
                </a:ln>
                <a:solidFill>
                  <a:srgbClr val="000080"/>
                </a:solidFill>
                <a:effectLst/>
                <a:latin typeface="+mn-ea"/>
              </a:rPr>
            </a:br>
            <a:r>
              <a:rPr kumimoji="0" lang="ko-KR" altLang="ko-KR" sz="1600" b="1" i="0" u="none" strike="noStrike" cap="none" normalizeH="0" baseline="0" dirty="0" smtClean="0">
                <a:ln>
                  <a:noFill/>
                </a:ln>
                <a:solidFill>
                  <a:srgbClr val="00008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:name=</a:t>
            </a:r>
            <a:r>
              <a:rPr kumimoji="0" lang="ko-KR" altLang="ko-KR" sz="1600" b="1" i="0" u="none" strike="noStrike" cap="none" normalizeH="0" baseline="0" dirty="0" smtClean="0">
                <a:ln>
                  <a:noFill/>
                </a:ln>
                <a:solidFill>
                  <a:srgbClr val="008000"/>
                </a:solidFill>
                <a:effectLst/>
                <a:latin typeface="+mn-ea"/>
              </a:rPr>
              <a:t>".MyReceiver"</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:enabled=</a:t>
            </a:r>
            <a:r>
              <a:rPr kumimoji="0" lang="ko-KR" altLang="ko-KR" sz="1600" b="1" i="0" u="none" strike="noStrike" cap="none" normalizeH="0" baseline="0" dirty="0" smtClean="0">
                <a:ln>
                  <a:noFill/>
                </a:ln>
                <a:solidFill>
                  <a:srgbClr val="008000"/>
                </a:solidFill>
                <a:effectLst/>
                <a:latin typeface="+mn-ea"/>
              </a:rPr>
              <a:t>"true"</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:exported=</a:t>
            </a:r>
            <a:r>
              <a:rPr kumimoji="0" lang="ko-KR" altLang="ko-KR" sz="1600" b="1" i="0" u="none" strike="noStrike" cap="none" normalizeH="0" baseline="0" dirty="0" smtClean="0">
                <a:ln>
                  <a:noFill/>
                </a:ln>
                <a:solidFill>
                  <a:srgbClr val="008000"/>
                </a:solidFill>
                <a:effectLst/>
                <a:latin typeface="+mn-ea"/>
              </a:rPr>
              <a:t>"true" </a:t>
            </a:r>
            <a:r>
              <a:rPr kumimoji="0" lang="ko-KR" altLang="ko-KR" sz="1600" b="0" i="0" u="none" strike="noStrike" cap="none" normalizeH="0" baseline="0" dirty="0" smtClean="0">
                <a:ln>
                  <a:noFill/>
                </a:ln>
                <a:solidFill>
                  <a:srgbClr val="000000"/>
                </a:solidFill>
                <a:effectLst/>
                <a:latin typeface="+mn-ea"/>
              </a:rPr>
              <a:t>&gt;</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&lt;</a:t>
            </a:r>
            <a:r>
              <a:rPr kumimoji="0" lang="ko-KR" altLang="ko-KR" sz="1600" b="1" i="0" u="none" strike="noStrike" cap="none" normalizeH="0" baseline="0" dirty="0" smtClean="0">
                <a:ln>
                  <a:noFill/>
                </a:ln>
                <a:solidFill>
                  <a:srgbClr val="000080"/>
                </a:solidFill>
                <a:effectLst/>
                <a:latin typeface="+mn-ea"/>
              </a:rPr>
              <a:t>intent-filter</a:t>
            </a:r>
            <a:r>
              <a:rPr kumimoji="0" lang="ko-KR" altLang="ko-KR" sz="1600" b="0" i="0" u="none" strike="noStrike" cap="none" normalizeH="0" baseline="0" dirty="0" smtClean="0">
                <a:ln>
                  <a:noFill/>
                </a:ln>
                <a:solidFill>
                  <a:srgbClr val="000000"/>
                </a:solidFill>
                <a:effectLst/>
                <a:latin typeface="+mn-ea"/>
              </a:rPr>
              <a:t>&gt;</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&lt;</a:t>
            </a:r>
            <a:r>
              <a:rPr kumimoji="0" lang="ko-KR" altLang="ko-KR" sz="1600" b="1" i="0" u="none" strike="noStrike" cap="none" normalizeH="0" baseline="0" dirty="0" smtClean="0">
                <a:ln>
                  <a:noFill/>
                </a:ln>
                <a:solidFill>
                  <a:srgbClr val="000080"/>
                </a:solidFill>
                <a:effectLst/>
                <a:latin typeface="+mn-ea"/>
              </a:rPr>
              <a:t>action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:name=</a:t>
            </a:r>
            <a:r>
              <a:rPr kumimoji="0" lang="ko-KR" altLang="ko-KR" sz="1600" b="1" i="0" u="none" strike="noStrike" cap="none" normalizeH="0" baseline="0" dirty="0" smtClean="0">
                <a:ln>
                  <a:noFill/>
                </a:ln>
                <a:solidFill>
                  <a:srgbClr val="008000"/>
                </a:solidFill>
                <a:effectLst/>
                <a:latin typeface="+mn-ea"/>
              </a:rPr>
              <a:t>"com.broadcast.ANDROID" </a:t>
            </a:r>
            <a:r>
              <a:rPr kumimoji="0" lang="ko-KR" altLang="ko-KR" sz="1600" b="0" i="0" u="none" strike="noStrike" cap="none" normalizeH="0" baseline="0" dirty="0" smtClean="0">
                <a:ln>
                  <a:noFill/>
                </a:ln>
                <a:solidFill>
                  <a:srgbClr val="000000"/>
                </a:solidFill>
                <a:effectLst/>
                <a:latin typeface="+mn-ea"/>
              </a:rPr>
              <a:t>/&gt;</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&lt;/</a:t>
            </a:r>
            <a:r>
              <a:rPr kumimoji="0" lang="ko-KR" altLang="ko-KR" sz="1600" b="1" i="0" u="none" strike="noStrike" cap="none" normalizeH="0" baseline="0" dirty="0" smtClean="0">
                <a:ln>
                  <a:noFill/>
                </a:ln>
                <a:solidFill>
                  <a:srgbClr val="000080"/>
                </a:solidFill>
                <a:effectLst/>
                <a:latin typeface="+mn-ea"/>
              </a:rPr>
              <a:t>intent-filter</a:t>
            </a:r>
            <a:r>
              <a:rPr kumimoji="0" lang="ko-KR" altLang="ko-KR" sz="1600" b="0" i="0" u="none" strike="noStrike" cap="none" normalizeH="0" baseline="0" dirty="0" smtClean="0">
                <a:ln>
                  <a:noFill/>
                </a:ln>
                <a:solidFill>
                  <a:srgbClr val="000000"/>
                </a:solidFill>
                <a:effectLst/>
                <a:latin typeface="+mn-ea"/>
              </a:rPr>
              <a:t>&gt;</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&lt;/</a:t>
            </a:r>
            <a:r>
              <a:rPr kumimoji="0" lang="ko-KR" altLang="ko-KR" sz="1600" b="1" i="0" u="none" strike="noStrike" cap="none" normalizeH="0" baseline="0" dirty="0" smtClean="0">
                <a:ln>
                  <a:noFill/>
                </a:ln>
                <a:solidFill>
                  <a:srgbClr val="000080"/>
                </a:solidFill>
                <a:effectLst/>
                <a:latin typeface="+mn-ea"/>
              </a:rPr>
              <a:t>receiver</a:t>
            </a:r>
            <a:r>
              <a:rPr kumimoji="0" lang="ko-KR" altLang="ko-KR" sz="1600" b="0" i="0" u="none" strike="noStrike" cap="none" normalizeH="0" baseline="0" dirty="0" smtClean="0">
                <a:ln>
                  <a:noFill/>
                </a:ln>
                <a:solidFill>
                  <a:srgbClr val="000000"/>
                </a:solidFill>
                <a:effectLst/>
                <a:latin typeface="+mn-ea"/>
              </a:rPr>
              <a:t>&gt;</a:t>
            </a:r>
            <a:endParaRPr kumimoji="0" lang="ko-KR" altLang="ko-KR" sz="4000" b="0" i="0" u="none" strike="noStrike" cap="none" normalizeH="0" baseline="0" dirty="0" smtClean="0">
              <a:ln>
                <a:noFill/>
              </a:ln>
              <a:solidFill>
                <a:schemeClr val="tx1"/>
              </a:solidFill>
              <a:effectLst/>
              <a:latin typeface="+mn-ea"/>
            </a:endParaRPr>
          </a:p>
        </p:txBody>
      </p:sp>
      <p:sp>
        <p:nvSpPr>
          <p:cNvPr id="2" name="슬라이드 번호 개체 틀 1"/>
          <p:cNvSpPr>
            <a:spLocks noGrp="1"/>
          </p:cNvSpPr>
          <p:nvPr>
            <p:ph type="sldNum" sz="quarter" idx="12"/>
          </p:nvPr>
        </p:nvSpPr>
        <p:spPr/>
        <p:txBody>
          <a:bodyPr/>
          <a:lstStyle/>
          <a:p>
            <a:fld id="{68FAA61E-CA35-46E7-954C-43D901BBD1EB}" type="slidenum">
              <a:rPr lang="ko-KR" altLang="en-US" smtClean="0"/>
              <a:pPr/>
              <a:t>10</a:t>
            </a:fld>
            <a:endParaRPr lang="ko-KR" altLang="en-US"/>
          </a:p>
        </p:txBody>
      </p:sp>
      <p:sp>
        <p:nvSpPr>
          <p:cNvPr id="3" name="제목 2"/>
          <p:cNvSpPr>
            <a:spLocks noGrp="1"/>
          </p:cNvSpPr>
          <p:nvPr>
            <p:ph type="title"/>
          </p:nvPr>
        </p:nvSpPr>
        <p:spPr/>
        <p:txBody>
          <a:bodyPr/>
          <a:lstStyle/>
          <a:p>
            <a:r>
              <a:rPr lang="en-US" altLang="ko-KR" dirty="0"/>
              <a:t>Receive Broadcast</a:t>
            </a:r>
            <a:endParaRPr lang="ko-KR" altLang="en-US" dirty="0"/>
          </a:p>
        </p:txBody>
      </p:sp>
      <p:sp>
        <p:nvSpPr>
          <p:cNvPr id="7" name="TextBox 6"/>
          <p:cNvSpPr txBox="1"/>
          <p:nvPr/>
        </p:nvSpPr>
        <p:spPr>
          <a:xfrm>
            <a:off x="676209" y="1806081"/>
            <a:ext cx="2776401" cy="646331"/>
          </a:xfrm>
          <a:prstGeom prst="rect">
            <a:avLst/>
          </a:prstGeom>
          <a:noFill/>
        </p:spPr>
        <p:txBody>
          <a:bodyPr wrap="none" rtlCol="0">
            <a:spAutoFit/>
          </a:bodyPr>
          <a:lstStyle/>
          <a:p>
            <a:r>
              <a:rPr lang="en-US" altLang="ko-KR" b="1" dirty="0" smtClean="0">
                <a:solidFill>
                  <a:prstClr val="black"/>
                </a:solidFill>
              </a:rPr>
              <a:t>BroadcastReceiverTest_1</a:t>
            </a:r>
          </a:p>
          <a:p>
            <a:r>
              <a:rPr lang="en-US" altLang="ko-KR" dirty="0" smtClean="0">
                <a:solidFill>
                  <a:prstClr val="black"/>
                </a:solidFill>
              </a:rPr>
              <a:t>AndroidManifest.xml</a:t>
            </a:r>
            <a:endParaRPr lang="ko-KR" altLang="en-US" dirty="0">
              <a:solidFill>
                <a:prstClr val="black"/>
              </a:solidFill>
            </a:endParaRPr>
          </a:p>
        </p:txBody>
      </p:sp>
      <p:sp>
        <p:nvSpPr>
          <p:cNvPr id="5" name="직사각형 4"/>
          <p:cNvSpPr/>
          <p:nvPr/>
        </p:nvSpPr>
        <p:spPr>
          <a:xfrm>
            <a:off x="1480930" y="3707296"/>
            <a:ext cx="5804453" cy="70567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3129648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fld id="{68FAA61E-CA35-46E7-954C-43D901BBD1EB}" type="slidenum">
              <a:rPr lang="ko-KR" altLang="en-US" smtClean="0"/>
              <a:pPr/>
              <a:t>11</a:t>
            </a:fld>
            <a:endParaRPr lang="ko-KR" altLang="en-US"/>
          </a:p>
        </p:txBody>
      </p:sp>
      <p:sp>
        <p:nvSpPr>
          <p:cNvPr id="3" name="제목 2"/>
          <p:cNvSpPr>
            <a:spLocks noGrp="1"/>
          </p:cNvSpPr>
          <p:nvPr>
            <p:ph type="title"/>
          </p:nvPr>
        </p:nvSpPr>
        <p:spPr/>
        <p:txBody>
          <a:bodyPr/>
          <a:lstStyle/>
          <a:p>
            <a:r>
              <a:rPr lang="en-US" altLang="ko-KR" dirty="0"/>
              <a:t>Receive Broadcast</a:t>
            </a:r>
            <a:endParaRPr lang="ko-KR" altLang="en-US" dirty="0"/>
          </a:p>
        </p:txBody>
      </p:sp>
      <p:sp>
        <p:nvSpPr>
          <p:cNvPr id="5" name="TextBox 4"/>
          <p:cNvSpPr txBox="1"/>
          <p:nvPr/>
        </p:nvSpPr>
        <p:spPr>
          <a:xfrm>
            <a:off x="697230" y="1280160"/>
            <a:ext cx="2776401" cy="646331"/>
          </a:xfrm>
          <a:prstGeom prst="rect">
            <a:avLst/>
          </a:prstGeom>
          <a:noFill/>
        </p:spPr>
        <p:txBody>
          <a:bodyPr wrap="none" rtlCol="0">
            <a:spAutoFit/>
          </a:bodyPr>
          <a:lstStyle/>
          <a:p>
            <a:r>
              <a:rPr lang="en-US" altLang="ko-KR" b="1" dirty="0" smtClean="0">
                <a:solidFill>
                  <a:prstClr val="black"/>
                </a:solidFill>
              </a:rPr>
              <a:t>BroadcastReceiverTest_1</a:t>
            </a:r>
          </a:p>
          <a:p>
            <a:r>
              <a:rPr lang="en-US" altLang="ko-KR" dirty="0" smtClean="0">
                <a:solidFill>
                  <a:prstClr val="black"/>
                </a:solidFill>
              </a:rPr>
              <a:t>MyReceiver.java</a:t>
            </a:r>
            <a:endParaRPr lang="ko-KR" altLang="en-US" dirty="0">
              <a:solidFill>
                <a:prstClr val="black"/>
              </a:solidFill>
            </a:endParaRPr>
          </a:p>
        </p:txBody>
      </p:sp>
      <p:sp>
        <p:nvSpPr>
          <p:cNvPr id="7" name="Rectangle 1"/>
          <p:cNvSpPr>
            <a:spLocks noChangeArrowheads="1"/>
          </p:cNvSpPr>
          <p:nvPr/>
        </p:nvSpPr>
        <p:spPr bwMode="auto">
          <a:xfrm>
            <a:off x="1166787" y="2277860"/>
            <a:ext cx="6926317" cy="2462213"/>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1" i="0" u="none" strike="noStrike" cap="none" normalizeH="0" baseline="0" dirty="0" smtClean="0">
                <a:ln>
                  <a:noFill/>
                </a:ln>
                <a:solidFill>
                  <a:srgbClr val="000080"/>
                </a:solidFill>
                <a:effectLst/>
                <a:latin typeface="+mn-ea"/>
              </a:rPr>
              <a:t>public class </a:t>
            </a:r>
            <a:r>
              <a:rPr kumimoji="0" lang="ko-KR" altLang="ko-KR" sz="1400" b="0" i="0" u="none" strike="noStrike" cap="none" normalizeH="0" baseline="0" dirty="0" smtClean="0">
                <a:ln>
                  <a:noFill/>
                </a:ln>
                <a:solidFill>
                  <a:srgbClr val="000000"/>
                </a:solidFill>
                <a:effectLst/>
                <a:latin typeface="+mn-ea"/>
              </a:rPr>
              <a:t>MyReceiver </a:t>
            </a:r>
            <a:r>
              <a:rPr kumimoji="0" lang="ko-KR" altLang="ko-KR" sz="1400" b="1" i="0" u="none" strike="noStrike" cap="none" normalizeH="0" baseline="0" dirty="0" smtClean="0">
                <a:ln>
                  <a:noFill/>
                </a:ln>
                <a:solidFill>
                  <a:srgbClr val="000080"/>
                </a:solidFill>
                <a:effectLst/>
                <a:latin typeface="+mn-ea"/>
              </a:rPr>
              <a:t>extends </a:t>
            </a:r>
            <a:r>
              <a:rPr kumimoji="0" lang="ko-KR" altLang="ko-KR" sz="1400" b="1" i="0" u="none" strike="noStrike" cap="none" normalizeH="0" baseline="0" dirty="0" smtClean="0">
                <a:ln>
                  <a:noFill/>
                </a:ln>
                <a:solidFill>
                  <a:srgbClr val="FF0000"/>
                </a:solidFill>
                <a:effectLst/>
                <a:latin typeface="+mn-ea"/>
              </a:rPr>
              <a:t>BroadcastReceiver</a:t>
            </a:r>
            <a:r>
              <a:rPr kumimoji="0" lang="ko-KR" altLang="ko-KR" sz="1400" b="0" i="0" u="none" strike="noStrike" cap="none" normalizeH="0" baseline="0" dirty="0" smtClean="0">
                <a:ln>
                  <a:noFill/>
                </a:ln>
                <a:solidFill>
                  <a:srgbClr val="FF0000"/>
                </a:solidFill>
                <a:effectLst/>
                <a:latin typeface="+mn-ea"/>
              </a:rPr>
              <a:t> </a:t>
            </a:r>
            <a:r>
              <a:rPr kumimoji="0" lang="ko-KR" altLang="ko-KR" sz="1400" b="0" i="0" u="none" strike="noStrike" cap="none" normalizeH="0" baseline="0" dirty="0" smtClean="0">
                <a:ln>
                  <a:noFill/>
                </a:ln>
                <a:solidFill>
                  <a:srgbClr val="000000"/>
                </a:solidFill>
                <a:effectLst/>
                <a:latin typeface="+mn-ea"/>
              </a:rPr>
              <a:t>{</a:t>
            </a:r>
            <a:br>
              <a:rPr kumimoji="0" lang="ko-KR" altLang="ko-KR" sz="1400" b="0" i="0" u="none" strike="noStrike" cap="none" normalizeH="0" baseline="0" dirty="0" smtClean="0">
                <a:ln>
                  <a:noFill/>
                </a:ln>
                <a:solidFill>
                  <a:srgbClr val="000000"/>
                </a:solidFill>
                <a:effectLst/>
                <a:latin typeface="+mn-ea"/>
              </a:rPr>
            </a:br>
            <a:endParaRPr kumimoji="0" lang="en-US" altLang="ko-KR" sz="1400" b="0" i="0" u="none" strike="noStrike" cap="none" normalizeH="0" baseline="0" dirty="0" smtClean="0">
              <a:ln>
                <a:noFill/>
              </a:ln>
              <a:solidFill>
                <a:srgbClr val="000000"/>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smtClean="0">
                <a:ln>
                  <a:noFill/>
                </a:ln>
                <a:solidFill>
                  <a:srgbClr val="000000"/>
                </a:solidFill>
                <a:effectLst/>
                <a:latin typeface="+mn-ea"/>
              </a:rPr>
              <a:t>    </a:t>
            </a:r>
            <a:r>
              <a:rPr kumimoji="0" lang="ko-KR" altLang="ko-KR" sz="1400" b="0" i="0" u="none" strike="noStrike" cap="none" normalizeH="0" baseline="0" dirty="0" smtClean="0">
                <a:ln>
                  <a:noFill/>
                </a:ln>
                <a:solidFill>
                  <a:srgbClr val="808000"/>
                </a:solidFill>
                <a:effectLst/>
                <a:latin typeface="+mn-ea"/>
              </a:rPr>
              <a:t>@Override</a:t>
            </a:r>
            <a:br>
              <a:rPr kumimoji="0" lang="ko-KR" altLang="ko-KR" sz="1400" b="0" i="0" u="none" strike="noStrike" cap="none" normalizeH="0" baseline="0" dirty="0" smtClean="0">
                <a:ln>
                  <a:noFill/>
                </a:ln>
                <a:solidFill>
                  <a:srgbClr val="808000"/>
                </a:solidFill>
                <a:effectLst/>
                <a:latin typeface="+mn-ea"/>
              </a:rPr>
            </a:br>
            <a:r>
              <a:rPr kumimoji="0" lang="ko-KR" altLang="ko-KR" sz="1400" b="0" i="0" u="none" strike="noStrike" cap="none" normalizeH="0" baseline="0" dirty="0" smtClean="0">
                <a:ln>
                  <a:noFill/>
                </a:ln>
                <a:solidFill>
                  <a:srgbClr val="808000"/>
                </a:solidFill>
                <a:effectLst/>
                <a:latin typeface="+mn-ea"/>
              </a:rPr>
              <a:t>    </a:t>
            </a:r>
            <a:r>
              <a:rPr kumimoji="0" lang="ko-KR" altLang="ko-KR" sz="1400" b="1" i="0" u="none" strike="noStrike" cap="none" normalizeH="0" baseline="0" dirty="0" smtClean="0">
                <a:ln>
                  <a:noFill/>
                </a:ln>
                <a:solidFill>
                  <a:srgbClr val="000080"/>
                </a:solidFill>
                <a:effectLst/>
                <a:latin typeface="+mn-ea"/>
              </a:rPr>
              <a:t>public void </a:t>
            </a:r>
            <a:r>
              <a:rPr kumimoji="0" lang="ko-KR" altLang="ko-KR" sz="1400" b="1" i="0" u="none" strike="noStrike" cap="none" normalizeH="0" baseline="0" dirty="0" smtClean="0">
                <a:ln>
                  <a:noFill/>
                </a:ln>
                <a:solidFill>
                  <a:srgbClr val="FF0000"/>
                </a:solidFill>
                <a:effectLst/>
                <a:latin typeface="+mn-ea"/>
              </a:rPr>
              <a:t>onReceive</a:t>
            </a:r>
            <a:r>
              <a:rPr kumimoji="0" lang="ko-KR" altLang="ko-KR" sz="1400" b="0" i="0" u="none" strike="noStrike" cap="none" normalizeH="0" baseline="0" dirty="0" smtClean="0">
                <a:ln>
                  <a:noFill/>
                </a:ln>
                <a:solidFill>
                  <a:srgbClr val="000000"/>
                </a:solidFill>
                <a:effectLst/>
                <a:latin typeface="+mn-ea"/>
              </a:rPr>
              <a:t>(Context context, </a:t>
            </a:r>
            <a:r>
              <a:rPr kumimoji="0" lang="ko-KR" altLang="ko-KR" sz="1400" b="0" i="0" u="none" strike="noStrike" cap="none" normalizeH="0" baseline="0" dirty="0" smtClean="0">
                <a:ln>
                  <a:noFill/>
                </a:ln>
                <a:solidFill>
                  <a:srgbClr val="FF0000"/>
                </a:solidFill>
                <a:effectLst/>
                <a:latin typeface="+mn-ea"/>
              </a:rPr>
              <a:t>Intent intent</a:t>
            </a:r>
            <a:r>
              <a:rPr kumimoji="0" lang="ko-KR" altLang="ko-KR" sz="1400" b="0" i="0" u="none" strike="noStrike" cap="none" normalizeH="0" baseline="0" dirty="0" smtClean="0">
                <a:ln>
                  <a:noFill/>
                </a:ln>
                <a:solidFill>
                  <a:srgbClr val="000000"/>
                </a:solidFill>
                <a:effectLst/>
                <a:latin typeface="+mn-ea"/>
              </a:rPr>
              <a:t>) {</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70C0"/>
                </a:solidFill>
                <a:effectLst/>
                <a:latin typeface="+mn-ea"/>
              </a:rPr>
              <a:t>       </a:t>
            </a:r>
            <a:r>
              <a:rPr kumimoji="0" lang="ko-KR" altLang="ko-KR" sz="1400" b="0" i="0" u="none" strike="noStrike" cap="none" normalizeH="0" baseline="0" dirty="0" smtClean="0">
                <a:ln>
                  <a:noFill/>
                </a:ln>
                <a:solidFill>
                  <a:schemeClr val="bg1">
                    <a:lumMod val="50000"/>
                  </a:schemeClr>
                </a:solidFill>
                <a:effectLst/>
                <a:latin typeface="+mn-ea"/>
              </a:rPr>
              <a:t> </a:t>
            </a:r>
            <a:r>
              <a:rPr kumimoji="0" lang="ko-KR" altLang="ko-KR" sz="1400" b="0" i="1" u="none" strike="noStrike" cap="none" normalizeH="0" baseline="0" dirty="0" smtClean="0">
                <a:ln>
                  <a:noFill/>
                </a:ln>
                <a:solidFill>
                  <a:schemeClr val="bg1">
                    <a:lumMod val="50000"/>
                  </a:schemeClr>
                </a:solidFill>
                <a:effectLst/>
                <a:latin typeface="+mn-ea"/>
              </a:rPr>
              <a:t>// </a:t>
            </a:r>
            <a:r>
              <a:rPr kumimoji="0" lang="ko-KR" altLang="ko-KR" sz="1400" b="1" i="1" u="none" strike="noStrike" cap="none" normalizeH="0" baseline="0" dirty="0" smtClean="0">
                <a:ln>
                  <a:noFill/>
                </a:ln>
                <a:solidFill>
                  <a:srgbClr val="0070C0"/>
                </a:solidFill>
                <a:effectLst/>
                <a:latin typeface="+mn-ea"/>
              </a:rPr>
              <a:t>TODO: This method is called when the BroadcastReceiver is receiving</a:t>
            </a:r>
            <a:br>
              <a:rPr kumimoji="0" lang="ko-KR" altLang="ko-KR" sz="1400" b="1" i="1" u="none" strike="noStrike" cap="none" normalizeH="0" baseline="0" dirty="0" smtClean="0">
                <a:ln>
                  <a:noFill/>
                </a:ln>
                <a:solidFill>
                  <a:srgbClr val="0070C0"/>
                </a:solidFill>
                <a:effectLst/>
                <a:latin typeface="+mn-ea"/>
              </a:rPr>
            </a:br>
            <a:r>
              <a:rPr kumimoji="0" lang="ko-KR" altLang="ko-KR" sz="1400" b="1" i="1" u="none" strike="noStrike" cap="none" normalizeH="0" baseline="0" dirty="0" smtClean="0">
                <a:ln>
                  <a:noFill/>
                </a:ln>
                <a:solidFill>
                  <a:schemeClr val="bg1">
                    <a:lumMod val="50000"/>
                  </a:schemeClr>
                </a:solidFill>
                <a:effectLst/>
                <a:latin typeface="+mn-ea"/>
              </a:rPr>
              <a:t>        </a:t>
            </a:r>
            <a:r>
              <a:rPr kumimoji="0" lang="ko-KR" altLang="ko-KR" sz="1400" b="0" i="1" u="none" strike="noStrike" cap="none" normalizeH="0" baseline="0" dirty="0" smtClean="0">
                <a:ln>
                  <a:noFill/>
                </a:ln>
                <a:solidFill>
                  <a:schemeClr val="bg1">
                    <a:lumMod val="50000"/>
                  </a:schemeClr>
                </a:solidFill>
                <a:effectLst/>
                <a:latin typeface="+mn-ea"/>
              </a:rPr>
              <a:t>// an Intent broadcast.</a:t>
            </a:r>
            <a:r>
              <a:rPr kumimoji="0" lang="ko-KR" altLang="ko-KR" sz="1400" b="0" i="1" u="none" strike="noStrike" cap="none" normalizeH="0" baseline="0" dirty="0" smtClean="0">
                <a:ln>
                  <a:noFill/>
                </a:ln>
                <a:solidFill>
                  <a:srgbClr val="00B0F0"/>
                </a:solidFill>
                <a:effectLst/>
                <a:latin typeface="+mn-ea"/>
              </a:rPr>
              <a:t/>
            </a:r>
            <a:br>
              <a:rPr kumimoji="0" lang="ko-KR" altLang="ko-KR" sz="1400" b="0" i="1" u="none" strike="noStrike" cap="none" normalizeH="0" baseline="0" dirty="0" smtClean="0">
                <a:ln>
                  <a:noFill/>
                </a:ln>
                <a:solidFill>
                  <a:srgbClr val="00B0F0"/>
                </a:solidFill>
                <a:effectLst/>
                <a:latin typeface="+mn-ea"/>
              </a:rPr>
            </a:br>
            <a:r>
              <a:rPr kumimoji="0" lang="ko-KR" altLang="ko-KR" sz="1400" b="0" i="1" u="none" strike="noStrike" cap="none" normalizeH="0" baseline="0" dirty="0" smtClean="0">
                <a:ln>
                  <a:noFill/>
                </a:ln>
                <a:solidFill>
                  <a:srgbClr val="808080"/>
                </a:solidFill>
                <a:effectLst/>
                <a:latin typeface="+mn-ea"/>
              </a:rPr>
              <a:t>        </a:t>
            </a:r>
            <a:r>
              <a:rPr kumimoji="0" lang="ko-KR" altLang="ko-KR" sz="1400" b="0" i="0" u="none" strike="noStrike" cap="none" normalizeH="0" baseline="0" dirty="0" smtClean="0">
                <a:ln>
                  <a:noFill/>
                </a:ln>
                <a:solidFill>
                  <a:srgbClr val="000000"/>
                </a:solidFill>
                <a:effectLst/>
                <a:latin typeface="+mn-ea"/>
              </a:rPr>
              <a:t>Intent i = </a:t>
            </a:r>
            <a:r>
              <a:rPr kumimoji="0" lang="ko-KR" altLang="ko-KR" sz="1400" b="1" i="0" u="none" strike="noStrike" cap="none" normalizeH="0" baseline="0" dirty="0" smtClean="0">
                <a:ln>
                  <a:noFill/>
                </a:ln>
                <a:solidFill>
                  <a:srgbClr val="000080"/>
                </a:solidFill>
                <a:effectLst/>
                <a:latin typeface="+mn-ea"/>
              </a:rPr>
              <a:t>new </a:t>
            </a:r>
            <a:r>
              <a:rPr kumimoji="0" lang="ko-KR" altLang="ko-KR" sz="1400" b="0" i="0" u="none" strike="noStrike" cap="none" normalizeH="0" baseline="0" dirty="0" smtClean="0">
                <a:ln>
                  <a:noFill/>
                </a:ln>
                <a:solidFill>
                  <a:srgbClr val="000000"/>
                </a:solidFill>
                <a:effectLst/>
                <a:latin typeface="+mn-ea"/>
              </a:rPr>
              <a:t>Intent(context, MainActivity.</a:t>
            </a:r>
            <a:r>
              <a:rPr kumimoji="0" lang="ko-KR" altLang="ko-KR" sz="1400" b="1" i="0" u="none" strike="noStrike" cap="none" normalizeH="0" baseline="0" dirty="0" smtClean="0">
                <a:ln>
                  <a:noFill/>
                </a:ln>
                <a:solidFill>
                  <a:srgbClr val="000080"/>
                </a:solidFill>
                <a:effectLst/>
                <a:latin typeface="+mn-ea"/>
              </a:rPr>
              <a:t>class</a:t>
            </a:r>
            <a:r>
              <a:rPr kumimoji="0" lang="ko-KR" altLang="ko-KR" sz="1400" b="0" i="0" u="none" strike="noStrike" cap="none" normalizeH="0" baseline="0" dirty="0" smtClean="0">
                <a:ln>
                  <a:noFill/>
                </a:ln>
                <a:solidFill>
                  <a:srgbClr val="000000"/>
                </a:solidFill>
                <a:effectLst/>
                <a:latin typeface="+mn-ea"/>
              </a:rPr>
              <a: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i.addFlags(Intent.</a:t>
            </a:r>
            <a:r>
              <a:rPr kumimoji="0" lang="ko-KR" altLang="ko-KR" sz="1400" b="1" i="1" u="none" strike="noStrike" cap="none" normalizeH="0" baseline="0" dirty="0" smtClean="0">
                <a:ln>
                  <a:noFill/>
                </a:ln>
                <a:solidFill>
                  <a:srgbClr val="660E7A"/>
                </a:solidFill>
                <a:effectLst/>
                <a:latin typeface="+mn-ea"/>
              </a:rPr>
              <a:t>FLAG_ACTIVITY_NEW_TASK</a:t>
            </a:r>
            <a:r>
              <a:rPr kumimoji="0" lang="ko-KR" altLang="ko-KR" sz="1400" b="0" i="0" u="none" strike="noStrike" cap="none" normalizeH="0" baseline="0" dirty="0" smtClean="0">
                <a:ln>
                  <a:noFill/>
                </a:ln>
                <a:solidFill>
                  <a:srgbClr val="000000"/>
                </a:solidFill>
                <a:effectLst/>
                <a:latin typeface="+mn-ea"/>
              </a:rPr>
              <a: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context.startActivity(i);</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a:t>
            </a:r>
            <a:endParaRPr kumimoji="0" lang="ko-KR" altLang="ko-KR" sz="3600" b="0" i="0" u="none" strike="noStrike" cap="none" normalizeH="0" baseline="0" dirty="0" smtClean="0">
              <a:ln>
                <a:noFill/>
              </a:ln>
              <a:solidFill>
                <a:schemeClr val="tx1"/>
              </a:solidFill>
              <a:effectLst/>
              <a:latin typeface="+mn-ea"/>
            </a:endParaRPr>
          </a:p>
        </p:txBody>
      </p:sp>
    </p:spTree>
    <p:extLst>
      <p:ext uri="{BB962C8B-B14F-4D97-AF65-F5344CB8AC3E}">
        <p14:creationId xmlns:p14="http://schemas.microsoft.com/office/powerpoint/2010/main" val="31439449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그림 9"/>
          <p:cNvPicPr>
            <a:picLocks noChangeAspect="1"/>
          </p:cNvPicPr>
          <p:nvPr/>
        </p:nvPicPr>
        <p:blipFill>
          <a:blip r:embed="rId3"/>
          <a:stretch>
            <a:fillRect/>
          </a:stretch>
        </p:blipFill>
        <p:spPr>
          <a:xfrm>
            <a:off x="1429321" y="2447383"/>
            <a:ext cx="1969864" cy="3607917"/>
          </a:xfrm>
          <a:prstGeom prst="rect">
            <a:avLst/>
          </a:prstGeom>
        </p:spPr>
      </p:pic>
      <p:sp>
        <p:nvSpPr>
          <p:cNvPr id="2" name="슬라이드 번호 개체 틀 1"/>
          <p:cNvSpPr>
            <a:spLocks noGrp="1"/>
          </p:cNvSpPr>
          <p:nvPr>
            <p:ph type="sldNum" sz="quarter" idx="12"/>
          </p:nvPr>
        </p:nvSpPr>
        <p:spPr/>
        <p:txBody>
          <a:bodyPr/>
          <a:lstStyle/>
          <a:p>
            <a:fld id="{68FAA61E-CA35-46E7-954C-43D901BBD1EB}" type="slidenum">
              <a:rPr lang="ko-KR" altLang="en-US" smtClean="0"/>
              <a:pPr/>
              <a:t>12</a:t>
            </a:fld>
            <a:endParaRPr lang="ko-KR" altLang="en-US"/>
          </a:p>
        </p:txBody>
      </p:sp>
      <p:sp>
        <p:nvSpPr>
          <p:cNvPr id="3" name="제목 2"/>
          <p:cNvSpPr>
            <a:spLocks noGrp="1"/>
          </p:cNvSpPr>
          <p:nvPr>
            <p:ph type="title"/>
          </p:nvPr>
        </p:nvSpPr>
        <p:spPr/>
        <p:txBody>
          <a:bodyPr/>
          <a:lstStyle/>
          <a:p>
            <a:r>
              <a:rPr lang="en-US" altLang="ko-KR" dirty="0"/>
              <a:t>Receive Broadcast</a:t>
            </a:r>
            <a:endParaRPr lang="ko-KR" altLang="en-US" dirty="0"/>
          </a:p>
        </p:txBody>
      </p:sp>
      <p:pic>
        <p:nvPicPr>
          <p:cNvPr id="12" name="그림 11"/>
          <p:cNvPicPr>
            <a:picLocks noChangeAspect="1"/>
          </p:cNvPicPr>
          <p:nvPr/>
        </p:nvPicPr>
        <p:blipFill>
          <a:blip r:embed="rId4"/>
          <a:stretch>
            <a:fillRect/>
          </a:stretch>
        </p:blipFill>
        <p:spPr>
          <a:xfrm>
            <a:off x="3753632" y="2388513"/>
            <a:ext cx="2002007" cy="3666788"/>
          </a:xfrm>
          <a:prstGeom prst="rect">
            <a:avLst/>
          </a:prstGeom>
        </p:spPr>
      </p:pic>
      <p:sp>
        <p:nvSpPr>
          <p:cNvPr id="6" name="직사각형 5"/>
          <p:cNvSpPr/>
          <p:nvPr/>
        </p:nvSpPr>
        <p:spPr>
          <a:xfrm>
            <a:off x="6012724" y="2630665"/>
            <a:ext cx="2674076" cy="646331"/>
          </a:xfrm>
          <a:prstGeom prst="rect">
            <a:avLst/>
          </a:prstGeom>
        </p:spPr>
        <p:txBody>
          <a:bodyPr wrap="square">
            <a:spAutoFit/>
          </a:bodyPr>
          <a:lstStyle/>
          <a:p>
            <a:r>
              <a:rPr lang="en-US" altLang="ko-KR" dirty="0" smtClean="0">
                <a:latin typeface="휴먼엑스포" panose="02030504000101010101" pitchFamily="18" charset="-127"/>
                <a:ea typeface="휴먼엑스포" panose="02030504000101010101" pitchFamily="18" charset="-127"/>
              </a:rPr>
              <a:t>※ </a:t>
            </a:r>
            <a:r>
              <a:rPr lang="en-US" altLang="ko-KR" dirty="0" smtClean="0"/>
              <a:t>API </a:t>
            </a:r>
            <a:r>
              <a:rPr lang="en-US" altLang="ko-KR" dirty="0"/>
              <a:t>level 26 </a:t>
            </a:r>
            <a:r>
              <a:rPr lang="ko-KR" altLang="en-US" dirty="0"/>
              <a:t>에서는 제대로 수행 안 됨</a:t>
            </a:r>
          </a:p>
        </p:txBody>
      </p:sp>
      <p:sp>
        <p:nvSpPr>
          <p:cNvPr id="13" name="TextBox 12"/>
          <p:cNvSpPr txBox="1"/>
          <p:nvPr/>
        </p:nvSpPr>
        <p:spPr>
          <a:xfrm>
            <a:off x="349957" y="1523593"/>
            <a:ext cx="7640746" cy="707886"/>
          </a:xfrm>
          <a:prstGeom prst="rect">
            <a:avLst/>
          </a:prstGeom>
          <a:noFill/>
        </p:spPr>
        <p:txBody>
          <a:bodyPr wrap="none" rtlCol="0">
            <a:spAutoFit/>
          </a:bodyPr>
          <a:lstStyle/>
          <a:p>
            <a:pPr marL="342900" indent="-342900">
              <a:buFont typeface="+mj-lt"/>
              <a:buAutoNum type="arabicPeriod"/>
            </a:pPr>
            <a:r>
              <a:rPr lang="en-US" altLang="ko-KR" sz="2000" b="1" dirty="0" smtClean="0"/>
              <a:t>BroadcastReceiverTest_1 </a:t>
            </a:r>
            <a:r>
              <a:rPr lang="ko-KR" altLang="en-US" sz="2000" b="1" dirty="0"/>
              <a:t>프로젝트는 한번 실행하여 </a:t>
            </a:r>
            <a:r>
              <a:rPr lang="ko-KR" altLang="en-US" sz="2000" b="1" dirty="0" smtClean="0"/>
              <a:t>강제 </a:t>
            </a:r>
            <a:r>
              <a:rPr lang="ko-KR" altLang="en-US" sz="2000" b="1" dirty="0"/>
              <a:t>종료</a:t>
            </a:r>
            <a:endParaRPr lang="en-US" altLang="ko-KR" sz="2000" b="1" dirty="0"/>
          </a:p>
          <a:p>
            <a:pPr marL="342900" indent="-342900">
              <a:buFont typeface="+mj-lt"/>
              <a:buAutoNum type="arabicPeriod"/>
            </a:pPr>
            <a:r>
              <a:rPr lang="en-US" altLang="ko-KR" sz="2000" b="1" dirty="0" smtClean="0"/>
              <a:t>BCTest_1 </a:t>
            </a:r>
            <a:r>
              <a:rPr lang="ko-KR" altLang="en-US" sz="2000" b="1" dirty="0"/>
              <a:t>프로젝트를 실행하여 방송 </a:t>
            </a:r>
            <a:r>
              <a:rPr lang="ko-KR" altLang="en-US" sz="2000" b="1" dirty="0" smtClean="0"/>
              <a:t>실행</a:t>
            </a:r>
            <a:endParaRPr lang="en-US" altLang="ko-KR" sz="2000" b="1" dirty="0"/>
          </a:p>
        </p:txBody>
      </p:sp>
      <p:sp>
        <p:nvSpPr>
          <p:cNvPr id="7" name="직사각형 6"/>
          <p:cNvSpPr/>
          <p:nvPr/>
        </p:nvSpPr>
        <p:spPr>
          <a:xfrm>
            <a:off x="1623819" y="3299370"/>
            <a:ext cx="1606399" cy="20914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9" name="직선 화살표 연결선 8"/>
          <p:cNvCxnSpPr>
            <a:stCxn id="7" idx="3"/>
          </p:cNvCxnSpPr>
          <p:nvPr/>
        </p:nvCxnSpPr>
        <p:spPr>
          <a:xfrm flipV="1">
            <a:off x="3230218" y="3399184"/>
            <a:ext cx="655983" cy="475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83145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457200" y="2687068"/>
            <a:ext cx="8557053" cy="3108543"/>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smtClean="0">
                <a:ln>
                  <a:noFill/>
                </a:ln>
                <a:solidFill>
                  <a:srgbClr val="000000"/>
                </a:solidFill>
                <a:effectLst/>
                <a:latin typeface="+mn-ea"/>
              </a:rPr>
              <a:t>&lt;</a:t>
            </a:r>
            <a:r>
              <a:rPr kumimoji="0" lang="ko-KR" altLang="ko-KR" sz="1400" b="1" i="0" u="none" strike="noStrike" cap="none" normalizeH="0" baseline="0" dirty="0" smtClean="0">
                <a:ln>
                  <a:noFill/>
                </a:ln>
                <a:solidFill>
                  <a:srgbClr val="000080"/>
                </a:solidFill>
                <a:effectLst/>
                <a:latin typeface="+mn-ea"/>
              </a:rPr>
              <a:t>receiver</a:t>
            </a:r>
            <a:br>
              <a:rPr kumimoji="0" lang="ko-KR" altLang="ko-KR" sz="1400" b="1" i="0" u="none" strike="noStrike" cap="none" normalizeH="0" baseline="0" dirty="0" smtClean="0">
                <a:ln>
                  <a:noFill/>
                </a:ln>
                <a:solidFill>
                  <a:srgbClr val="000080"/>
                </a:solidFill>
                <a:effectLst/>
                <a:latin typeface="+mn-ea"/>
              </a:rPr>
            </a:br>
            <a:r>
              <a:rPr kumimoji="0" lang="ko-KR" altLang="ko-KR" sz="1400" b="1" i="0" u="none" strike="noStrike" cap="none" normalizeH="0" baseline="0" dirty="0" smtClean="0">
                <a:ln>
                  <a:noFill/>
                </a:ln>
                <a:solidFill>
                  <a:srgbClr val="000080"/>
                </a:solidFill>
                <a:effectLst/>
                <a:latin typeface="+mn-ea"/>
              </a:rPr>
              <a:t>    </a:t>
            </a:r>
            <a:r>
              <a:rPr kumimoji="0" lang="ko-KR" altLang="ko-KR" sz="1400" b="1" i="0" u="none" strike="noStrike" cap="none" normalizeH="0" baseline="0" dirty="0" smtClean="0">
                <a:ln>
                  <a:noFill/>
                </a:ln>
                <a:solidFill>
                  <a:srgbClr val="660E7A"/>
                </a:solidFill>
                <a:effectLst/>
                <a:latin typeface="+mn-ea"/>
              </a:rPr>
              <a:t>android</a:t>
            </a:r>
            <a:r>
              <a:rPr kumimoji="0" lang="ko-KR" altLang="ko-KR" sz="1400" b="1" i="0" u="none" strike="noStrike" cap="none" normalizeH="0" baseline="0" dirty="0" smtClean="0">
                <a:ln>
                  <a:noFill/>
                </a:ln>
                <a:solidFill>
                  <a:srgbClr val="0000FF"/>
                </a:solidFill>
                <a:effectLst/>
                <a:latin typeface="+mn-ea"/>
              </a:rPr>
              <a:t>:name=</a:t>
            </a:r>
            <a:r>
              <a:rPr kumimoji="0" lang="ko-KR" altLang="ko-KR" sz="1400" b="1" i="0" u="none" strike="noStrike" cap="none" normalizeH="0" baseline="0" dirty="0" smtClean="0">
                <a:ln>
                  <a:noFill/>
                </a:ln>
                <a:solidFill>
                  <a:srgbClr val="008000"/>
                </a:solidFill>
                <a:effectLst/>
                <a:latin typeface="+mn-ea"/>
              </a:rPr>
              <a:t>".WatchSystem"</a:t>
            </a:r>
            <a:br>
              <a:rPr kumimoji="0" lang="ko-KR" altLang="ko-KR" sz="1400" b="1" i="0" u="none" strike="noStrike" cap="none" normalizeH="0" baseline="0" dirty="0" smtClean="0">
                <a:ln>
                  <a:noFill/>
                </a:ln>
                <a:solidFill>
                  <a:srgbClr val="008000"/>
                </a:solidFill>
                <a:effectLst/>
                <a:latin typeface="+mn-ea"/>
              </a:rPr>
            </a:br>
            <a:r>
              <a:rPr kumimoji="0" lang="ko-KR" altLang="ko-KR" sz="1400" b="1" i="0" u="none" strike="noStrike" cap="none" normalizeH="0" baseline="0" dirty="0" smtClean="0">
                <a:ln>
                  <a:noFill/>
                </a:ln>
                <a:solidFill>
                  <a:srgbClr val="008000"/>
                </a:solidFill>
                <a:effectLst/>
                <a:latin typeface="+mn-ea"/>
              </a:rPr>
              <a:t>    </a:t>
            </a:r>
            <a:r>
              <a:rPr kumimoji="0" lang="ko-KR" altLang="ko-KR" sz="1400" b="1" i="0" u="none" strike="noStrike" cap="none" normalizeH="0" baseline="0" dirty="0" smtClean="0">
                <a:ln>
                  <a:noFill/>
                </a:ln>
                <a:solidFill>
                  <a:srgbClr val="660E7A"/>
                </a:solidFill>
                <a:effectLst/>
                <a:latin typeface="+mn-ea"/>
              </a:rPr>
              <a:t>android</a:t>
            </a:r>
            <a:r>
              <a:rPr kumimoji="0" lang="ko-KR" altLang="ko-KR" sz="1400" b="1" i="0" u="none" strike="noStrike" cap="none" normalizeH="0" baseline="0" dirty="0" smtClean="0">
                <a:ln>
                  <a:noFill/>
                </a:ln>
                <a:solidFill>
                  <a:srgbClr val="0000FF"/>
                </a:solidFill>
                <a:effectLst/>
                <a:latin typeface="+mn-ea"/>
              </a:rPr>
              <a:t>:enabled=</a:t>
            </a:r>
            <a:r>
              <a:rPr kumimoji="0" lang="ko-KR" altLang="ko-KR" sz="1400" b="1" i="0" u="none" strike="noStrike" cap="none" normalizeH="0" baseline="0" dirty="0" smtClean="0">
                <a:ln>
                  <a:noFill/>
                </a:ln>
                <a:solidFill>
                  <a:srgbClr val="008000"/>
                </a:solidFill>
                <a:effectLst/>
                <a:latin typeface="+mn-ea"/>
              </a:rPr>
              <a:t>"true"</a:t>
            </a:r>
            <a:br>
              <a:rPr kumimoji="0" lang="ko-KR" altLang="ko-KR" sz="1400" b="1" i="0" u="none" strike="noStrike" cap="none" normalizeH="0" baseline="0" dirty="0" smtClean="0">
                <a:ln>
                  <a:noFill/>
                </a:ln>
                <a:solidFill>
                  <a:srgbClr val="008000"/>
                </a:solidFill>
                <a:effectLst/>
                <a:latin typeface="+mn-ea"/>
              </a:rPr>
            </a:br>
            <a:r>
              <a:rPr kumimoji="0" lang="ko-KR" altLang="ko-KR" sz="1400" b="1" i="0" u="none" strike="noStrike" cap="none" normalizeH="0" baseline="0" dirty="0" smtClean="0">
                <a:ln>
                  <a:noFill/>
                </a:ln>
                <a:solidFill>
                  <a:srgbClr val="008000"/>
                </a:solidFill>
                <a:effectLst/>
                <a:latin typeface="+mn-ea"/>
              </a:rPr>
              <a:t>    </a:t>
            </a:r>
            <a:r>
              <a:rPr kumimoji="0" lang="ko-KR" altLang="ko-KR" sz="1400" b="1" i="0" u="none" strike="noStrike" cap="none" normalizeH="0" baseline="0" dirty="0" smtClean="0">
                <a:ln>
                  <a:noFill/>
                </a:ln>
                <a:solidFill>
                  <a:srgbClr val="660E7A"/>
                </a:solidFill>
                <a:effectLst/>
                <a:latin typeface="+mn-ea"/>
              </a:rPr>
              <a:t>android</a:t>
            </a:r>
            <a:r>
              <a:rPr kumimoji="0" lang="ko-KR" altLang="ko-KR" sz="1400" b="1" i="0" u="none" strike="noStrike" cap="none" normalizeH="0" baseline="0" dirty="0" smtClean="0">
                <a:ln>
                  <a:noFill/>
                </a:ln>
                <a:solidFill>
                  <a:srgbClr val="0000FF"/>
                </a:solidFill>
                <a:effectLst/>
                <a:latin typeface="+mn-ea"/>
              </a:rPr>
              <a:t>:exported=</a:t>
            </a:r>
            <a:r>
              <a:rPr kumimoji="0" lang="ko-KR" altLang="ko-KR" sz="1400" b="1" i="0" u="none" strike="noStrike" cap="none" normalizeH="0" baseline="0" dirty="0" smtClean="0">
                <a:ln>
                  <a:noFill/>
                </a:ln>
                <a:solidFill>
                  <a:srgbClr val="008000"/>
                </a:solidFill>
                <a:effectLst/>
                <a:latin typeface="+mn-ea"/>
              </a:rPr>
              <a:t>"true" </a:t>
            </a:r>
            <a:r>
              <a:rPr kumimoji="0" lang="ko-KR" altLang="ko-KR" sz="1400" b="0" i="0" u="none" strike="noStrike" cap="none" normalizeH="0" baseline="0" dirty="0" smtClean="0">
                <a:ln>
                  <a:noFill/>
                </a:ln>
                <a:solidFill>
                  <a:srgbClr val="000000"/>
                </a:solidFill>
                <a:effectLst/>
                <a:latin typeface="+mn-ea"/>
              </a:rPr>
              <a:t>&gt;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&lt;</a:t>
            </a:r>
            <a:r>
              <a:rPr kumimoji="0" lang="ko-KR" altLang="ko-KR" sz="1400" b="1" i="0" u="none" strike="noStrike" cap="none" normalizeH="0" baseline="0" dirty="0" smtClean="0">
                <a:ln>
                  <a:noFill/>
                </a:ln>
                <a:solidFill>
                  <a:srgbClr val="000080"/>
                </a:solidFill>
                <a:effectLst/>
                <a:latin typeface="+mn-ea"/>
              </a:rPr>
              <a:t>intent-filter</a:t>
            </a:r>
            <a:r>
              <a:rPr kumimoji="0" lang="ko-KR" altLang="ko-KR" sz="1400" b="0" i="0" u="none" strike="noStrike" cap="none" normalizeH="0" baseline="0" dirty="0" smtClean="0">
                <a:ln>
                  <a:noFill/>
                </a:ln>
                <a:solidFill>
                  <a:srgbClr val="000000"/>
                </a:solidFill>
                <a:effectLst/>
                <a:latin typeface="+mn-ea"/>
              </a:rPr>
              <a:t>&gt;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&lt;</a:t>
            </a:r>
            <a:r>
              <a:rPr kumimoji="0" lang="ko-KR" altLang="ko-KR" sz="1400" b="1" i="0" u="none" strike="noStrike" cap="none" normalizeH="0" baseline="0" dirty="0" smtClean="0">
                <a:ln>
                  <a:noFill/>
                </a:ln>
                <a:solidFill>
                  <a:srgbClr val="000080"/>
                </a:solidFill>
                <a:effectLst/>
                <a:latin typeface="+mn-ea"/>
              </a:rPr>
              <a:t>action </a:t>
            </a:r>
            <a:r>
              <a:rPr kumimoji="0" lang="ko-KR" altLang="ko-KR" sz="1400" b="1" i="0" u="none" strike="noStrike" cap="none" normalizeH="0" baseline="0" dirty="0" smtClean="0">
                <a:ln>
                  <a:noFill/>
                </a:ln>
                <a:solidFill>
                  <a:srgbClr val="660E7A"/>
                </a:solidFill>
                <a:effectLst/>
                <a:latin typeface="+mn-ea"/>
              </a:rPr>
              <a:t>android</a:t>
            </a:r>
            <a:r>
              <a:rPr kumimoji="0" lang="ko-KR" altLang="ko-KR" sz="1400" b="1" i="0" u="none" strike="noStrike" cap="none" normalizeH="0" baseline="0" dirty="0" smtClean="0">
                <a:ln>
                  <a:noFill/>
                </a:ln>
                <a:solidFill>
                  <a:srgbClr val="0000FF"/>
                </a:solidFill>
                <a:effectLst/>
                <a:latin typeface="+mn-ea"/>
              </a:rPr>
              <a:t>:name=</a:t>
            </a:r>
            <a:r>
              <a:rPr kumimoji="0" lang="ko-KR" altLang="ko-KR" sz="1400" b="1" i="0" u="none" strike="noStrike" cap="none" normalizeH="0" baseline="0" dirty="0" smtClean="0">
                <a:ln>
                  <a:noFill/>
                </a:ln>
                <a:solidFill>
                  <a:srgbClr val="008000"/>
                </a:solidFill>
                <a:effectLst/>
                <a:latin typeface="+mn-ea"/>
              </a:rPr>
              <a:t>"android.intent.action.BATTERY_CHANGED"</a:t>
            </a:r>
            <a:r>
              <a:rPr kumimoji="0" lang="ko-KR" altLang="ko-KR" sz="1400" b="0" i="0" u="none" strike="noStrike" cap="none" normalizeH="0" baseline="0" dirty="0" smtClean="0">
                <a:ln>
                  <a:noFill/>
                </a:ln>
                <a:solidFill>
                  <a:srgbClr val="000000"/>
                </a:solidFill>
                <a:effectLst/>
                <a:latin typeface="+mn-ea"/>
              </a:rPr>
              <a:t>&gt;&lt;/</a:t>
            </a:r>
            <a:r>
              <a:rPr kumimoji="0" lang="ko-KR" altLang="ko-KR" sz="1400" b="1" i="0" u="none" strike="noStrike" cap="none" normalizeH="0" baseline="0" dirty="0" smtClean="0">
                <a:ln>
                  <a:noFill/>
                </a:ln>
                <a:solidFill>
                  <a:srgbClr val="000080"/>
                </a:solidFill>
                <a:effectLst/>
                <a:latin typeface="+mn-ea"/>
              </a:rPr>
              <a:t>action</a:t>
            </a:r>
            <a:r>
              <a:rPr kumimoji="0" lang="ko-KR" altLang="ko-KR" sz="1400" b="0" i="0" u="none" strike="noStrike" cap="none" normalizeH="0" baseline="0" dirty="0" smtClean="0">
                <a:ln>
                  <a:noFill/>
                </a:ln>
                <a:solidFill>
                  <a:srgbClr val="000000"/>
                </a:solidFill>
                <a:effectLst/>
                <a:latin typeface="+mn-ea"/>
              </a:rPr>
              <a:t>&gt;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&lt;</a:t>
            </a:r>
            <a:r>
              <a:rPr kumimoji="0" lang="ko-KR" altLang="ko-KR" sz="1400" b="1" i="0" u="none" strike="noStrike" cap="none" normalizeH="0" baseline="0" dirty="0" smtClean="0">
                <a:ln>
                  <a:noFill/>
                </a:ln>
                <a:solidFill>
                  <a:srgbClr val="000080"/>
                </a:solidFill>
                <a:effectLst/>
                <a:latin typeface="+mn-ea"/>
              </a:rPr>
              <a:t>action </a:t>
            </a:r>
            <a:r>
              <a:rPr kumimoji="0" lang="ko-KR" altLang="ko-KR" sz="1400" b="1" i="0" u="none" strike="noStrike" cap="none" normalizeH="0" baseline="0" dirty="0" smtClean="0">
                <a:ln>
                  <a:noFill/>
                </a:ln>
                <a:solidFill>
                  <a:srgbClr val="660E7A"/>
                </a:solidFill>
                <a:effectLst/>
                <a:latin typeface="+mn-ea"/>
              </a:rPr>
              <a:t>android</a:t>
            </a:r>
            <a:r>
              <a:rPr kumimoji="0" lang="ko-KR" altLang="ko-KR" sz="1400" b="1" i="0" u="none" strike="noStrike" cap="none" normalizeH="0" baseline="0" dirty="0" smtClean="0">
                <a:ln>
                  <a:noFill/>
                </a:ln>
                <a:solidFill>
                  <a:srgbClr val="0000FF"/>
                </a:solidFill>
                <a:effectLst/>
                <a:latin typeface="+mn-ea"/>
              </a:rPr>
              <a:t>:name=</a:t>
            </a:r>
            <a:r>
              <a:rPr kumimoji="0" lang="ko-KR" altLang="ko-KR" sz="1400" b="1" i="0" u="none" strike="noStrike" cap="none" normalizeH="0" baseline="0" dirty="0" smtClean="0">
                <a:ln>
                  <a:noFill/>
                </a:ln>
                <a:solidFill>
                  <a:srgbClr val="008000"/>
                </a:solidFill>
                <a:effectLst/>
                <a:latin typeface="+mn-ea"/>
              </a:rPr>
              <a:t>"android.intent.action.BATTERY_LOW"</a:t>
            </a:r>
            <a:r>
              <a:rPr kumimoji="0" lang="ko-KR" altLang="ko-KR" sz="1400" b="0" i="0" u="none" strike="noStrike" cap="none" normalizeH="0" baseline="0" dirty="0" smtClean="0">
                <a:ln>
                  <a:noFill/>
                </a:ln>
                <a:solidFill>
                  <a:srgbClr val="000000"/>
                </a:solidFill>
                <a:effectLst/>
                <a:latin typeface="+mn-ea"/>
              </a:rPr>
              <a:t>&gt;&lt;/</a:t>
            </a:r>
            <a:r>
              <a:rPr kumimoji="0" lang="ko-KR" altLang="ko-KR" sz="1400" b="1" i="0" u="none" strike="noStrike" cap="none" normalizeH="0" baseline="0" dirty="0" smtClean="0">
                <a:ln>
                  <a:noFill/>
                </a:ln>
                <a:solidFill>
                  <a:srgbClr val="000080"/>
                </a:solidFill>
                <a:effectLst/>
                <a:latin typeface="+mn-ea"/>
              </a:rPr>
              <a:t>action</a:t>
            </a:r>
            <a:r>
              <a:rPr kumimoji="0" lang="ko-KR" altLang="ko-KR" sz="1400" b="0" i="0" u="none" strike="noStrike" cap="none" normalizeH="0" baseline="0" dirty="0" smtClean="0">
                <a:ln>
                  <a:noFill/>
                </a:ln>
                <a:solidFill>
                  <a:srgbClr val="000000"/>
                </a:solidFill>
                <a:effectLst/>
                <a:latin typeface="+mn-ea"/>
              </a:rPr>
              <a:t>&gt;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&lt;</a:t>
            </a:r>
            <a:r>
              <a:rPr kumimoji="0" lang="ko-KR" altLang="ko-KR" sz="1400" b="1" i="0" u="none" strike="noStrike" cap="none" normalizeH="0" baseline="0" dirty="0" smtClean="0">
                <a:ln>
                  <a:noFill/>
                </a:ln>
                <a:solidFill>
                  <a:srgbClr val="000080"/>
                </a:solidFill>
                <a:effectLst/>
                <a:latin typeface="+mn-ea"/>
              </a:rPr>
              <a:t>action </a:t>
            </a:r>
            <a:r>
              <a:rPr kumimoji="0" lang="ko-KR" altLang="ko-KR" sz="1400" b="1" i="0" u="none" strike="noStrike" cap="none" normalizeH="0" baseline="0" dirty="0" smtClean="0">
                <a:ln>
                  <a:noFill/>
                </a:ln>
                <a:solidFill>
                  <a:srgbClr val="660E7A"/>
                </a:solidFill>
                <a:effectLst/>
                <a:latin typeface="+mn-ea"/>
              </a:rPr>
              <a:t>android</a:t>
            </a:r>
            <a:r>
              <a:rPr kumimoji="0" lang="ko-KR" altLang="ko-KR" sz="1400" b="1" i="0" u="none" strike="noStrike" cap="none" normalizeH="0" baseline="0" dirty="0" smtClean="0">
                <a:ln>
                  <a:noFill/>
                </a:ln>
                <a:solidFill>
                  <a:srgbClr val="0000FF"/>
                </a:solidFill>
                <a:effectLst/>
                <a:latin typeface="+mn-ea"/>
              </a:rPr>
              <a:t>:name=</a:t>
            </a:r>
            <a:r>
              <a:rPr kumimoji="0" lang="ko-KR" altLang="ko-KR" sz="1400" b="1" i="0" u="none" strike="noStrike" cap="none" normalizeH="0" baseline="0" dirty="0" smtClean="0">
                <a:ln>
                  <a:noFill/>
                </a:ln>
                <a:solidFill>
                  <a:srgbClr val="008000"/>
                </a:solidFill>
                <a:effectLst/>
                <a:latin typeface="+mn-ea"/>
              </a:rPr>
              <a:t>"android.intent.action.BATTERY_OKAY"</a:t>
            </a:r>
            <a:r>
              <a:rPr kumimoji="0" lang="ko-KR" altLang="ko-KR" sz="1400" b="0" i="0" u="none" strike="noStrike" cap="none" normalizeH="0" baseline="0" dirty="0" smtClean="0">
                <a:ln>
                  <a:noFill/>
                </a:ln>
                <a:solidFill>
                  <a:srgbClr val="000000"/>
                </a:solidFill>
                <a:effectLst/>
                <a:latin typeface="+mn-ea"/>
              </a:rPr>
              <a:t>&gt;&lt;/</a:t>
            </a:r>
            <a:r>
              <a:rPr kumimoji="0" lang="ko-KR" altLang="ko-KR" sz="1400" b="1" i="0" u="none" strike="noStrike" cap="none" normalizeH="0" baseline="0" dirty="0" smtClean="0">
                <a:ln>
                  <a:noFill/>
                </a:ln>
                <a:solidFill>
                  <a:srgbClr val="000080"/>
                </a:solidFill>
                <a:effectLst/>
                <a:latin typeface="+mn-ea"/>
              </a:rPr>
              <a:t>action</a:t>
            </a:r>
            <a:r>
              <a:rPr kumimoji="0" lang="ko-KR" altLang="ko-KR" sz="1400" b="0" i="0" u="none" strike="noStrike" cap="none" normalizeH="0" baseline="0" dirty="0" smtClean="0">
                <a:ln>
                  <a:noFill/>
                </a:ln>
                <a:solidFill>
                  <a:srgbClr val="000000"/>
                </a:solidFill>
                <a:effectLst/>
                <a:latin typeface="+mn-ea"/>
              </a:rPr>
              <a:t>&gt;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&lt;</a:t>
            </a:r>
            <a:r>
              <a:rPr kumimoji="0" lang="ko-KR" altLang="ko-KR" sz="1400" b="1" i="0" u="none" strike="noStrike" cap="none" normalizeH="0" baseline="0" dirty="0" smtClean="0">
                <a:ln>
                  <a:noFill/>
                </a:ln>
                <a:solidFill>
                  <a:srgbClr val="000080"/>
                </a:solidFill>
                <a:effectLst/>
                <a:latin typeface="+mn-ea"/>
              </a:rPr>
              <a:t>action </a:t>
            </a:r>
            <a:r>
              <a:rPr kumimoji="0" lang="ko-KR" altLang="ko-KR" sz="1400" b="1" i="0" u="none" strike="noStrike" cap="none" normalizeH="0" baseline="0" dirty="0" smtClean="0">
                <a:ln>
                  <a:noFill/>
                </a:ln>
                <a:solidFill>
                  <a:srgbClr val="660E7A"/>
                </a:solidFill>
                <a:effectLst/>
                <a:latin typeface="+mn-ea"/>
              </a:rPr>
              <a:t>android</a:t>
            </a:r>
            <a:r>
              <a:rPr kumimoji="0" lang="ko-KR" altLang="ko-KR" sz="1400" b="1" i="0" u="none" strike="noStrike" cap="none" normalizeH="0" baseline="0" dirty="0" smtClean="0">
                <a:ln>
                  <a:noFill/>
                </a:ln>
                <a:solidFill>
                  <a:srgbClr val="0000FF"/>
                </a:solidFill>
                <a:effectLst/>
                <a:latin typeface="+mn-ea"/>
              </a:rPr>
              <a:t>:name=</a:t>
            </a:r>
            <a:r>
              <a:rPr kumimoji="0" lang="ko-KR" altLang="ko-KR" sz="1400" b="1" i="0" u="none" strike="noStrike" cap="none" normalizeH="0" baseline="0" dirty="0" smtClean="0">
                <a:ln>
                  <a:noFill/>
                </a:ln>
                <a:solidFill>
                  <a:srgbClr val="008000"/>
                </a:solidFill>
                <a:effectLst/>
                <a:latin typeface="+mn-ea"/>
              </a:rPr>
              <a:t>"android.intent.action.ACTION_POWER_CONNECTED"</a:t>
            </a:r>
            <a:r>
              <a:rPr kumimoji="0" lang="ko-KR" altLang="ko-KR" sz="1400" b="0" i="0" u="none" strike="noStrike" cap="none" normalizeH="0" baseline="0" dirty="0" smtClean="0">
                <a:ln>
                  <a:noFill/>
                </a:ln>
                <a:solidFill>
                  <a:srgbClr val="000000"/>
                </a:solidFill>
                <a:effectLst/>
                <a:latin typeface="+mn-ea"/>
              </a:rPr>
              <a:t>&gt;&lt;/</a:t>
            </a:r>
            <a:r>
              <a:rPr kumimoji="0" lang="ko-KR" altLang="ko-KR" sz="1400" b="1" i="0" u="none" strike="noStrike" cap="none" normalizeH="0" baseline="0" dirty="0" smtClean="0">
                <a:ln>
                  <a:noFill/>
                </a:ln>
                <a:solidFill>
                  <a:srgbClr val="000080"/>
                </a:solidFill>
                <a:effectLst/>
                <a:latin typeface="+mn-ea"/>
              </a:rPr>
              <a:t>action</a:t>
            </a:r>
            <a:r>
              <a:rPr kumimoji="0" lang="ko-KR" altLang="ko-KR" sz="1400" b="0" i="0" u="none" strike="noStrike" cap="none" normalizeH="0" baseline="0" dirty="0" smtClean="0">
                <a:ln>
                  <a:noFill/>
                </a:ln>
                <a:solidFill>
                  <a:srgbClr val="000000"/>
                </a:solidFill>
                <a:effectLst/>
                <a:latin typeface="+mn-ea"/>
              </a:rPr>
              <a:t>&gt;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&lt;</a:t>
            </a:r>
            <a:r>
              <a:rPr kumimoji="0" lang="ko-KR" altLang="ko-KR" sz="1400" b="1" i="0" u="none" strike="noStrike" cap="none" normalizeH="0" baseline="0" dirty="0" smtClean="0">
                <a:ln>
                  <a:noFill/>
                </a:ln>
                <a:solidFill>
                  <a:srgbClr val="000080"/>
                </a:solidFill>
                <a:effectLst/>
                <a:latin typeface="+mn-ea"/>
              </a:rPr>
              <a:t>action </a:t>
            </a:r>
            <a:r>
              <a:rPr kumimoji="0" lang="ko-KR" altLang="ko-KR" sz="1400" b="1" i="0" u="none" strike="noStrike" cap="none" normalizeH="0" baseline="0" dirty="0" smtClean="0">
                <a:ln>
                  <a:noFill/>
                </a:ln>
                <a:solidFill>
                  <a:srgbClr val="660E7A"/>
                </a:solidFill>
                <a:effectLst/>
                <a:latin typeface="+mn-ea"/>
              </a:rPr>
              <a:t>android</a:t>
            </a:r>
            <a:r>
              <a:rPr kumimoji="0" lang="ko-KR" altLang="ko-KR" sz="1400" b="1" i="0" u="none" strike="noStrike" cap="none" normalizeH="0" baseline="0" dirty="0" smtClean="0">
                <a:ln>
                  <a:noFill/>
                </a:ln>
                <a:solidFill>
                  <a:srgbClr val="0000FF"/>
                </a:solidFill>
                <a:effectLst/>
                <a:latin typeface="+mn-ea"/>
              </a:rPr>
              <a:t>:name=</a:t>
            </a:r>
            <a:r>
              <a:rPr kumimoji="0" lang="ko-KR" altLang="ko-KR" sz="1400" b="1" i="0" u="none" strike="noStrike" cap="none" normalizeH="0" baseline="0" dirty="0" smtClean="0">
                <a:ln>
                  <a:noFill/>
                </a:ln>
                <a:solidFill>
                  <a:srgbClr val="008000"/>
                </a:solidFill>
                <a:effectLst/>
                <a:latin typeface="+mn-ea"/>
              </a:rPr>
              <a:t>"android.intent.action.ACTION_POWER_DISCONNECTED"</a:t>
            </a:r>
            <a:r>
              <a:rPr kumimoji="0" lang="ko-KR" altLang="ko-KR" sz="1400" b="0" i="0" u="none" strike="noStrike" cap="none" normalizeH="0" baseline="0" dirty="0" smtClean="0">
                <a:ln>
                  <a:noFill/>
                </a:ln>
                <a:solidFill>
                  <a:srgbClr val="000000"/>
                </a:solidFill>
                <a:effectLst/>
                <a:latin typeface="+mn-ea"/>
              </a:rPr>
              <a:t>&gt;&lt;/</a:t>
            </a:r>
            <a:r>
              <a:rPr kumimoji="0" lang="ko-KR" altLang="ko-KR" sz="1400" b="1" i="0" u="none" strike="noStrike" cap="none" normalizeH="0" baseline="0" dirty="0" smtClean="0">
                <a:ln>
                  <a:noFill/>
                </a:ln>
                <a:solidFill>
                  <a:srgbClr val="000080"/>
                </a:solidFill>
                <a:effectLst/>
                <a:latin typeface="+mn-ea"/>
              </a:rPr>
              <a:t>action</a:t>
            </a:r>
            <a:r>
              <a:rPr kumimoji="0" lang="ko-KR" altLang="ko-KR" sz="1400" b="0" i="0" u="none" strike="noStrike" cap="none" normalizeH="0" baseline="0" dirty="0" smtClean="0">
                <a:ln>
                  <a:noFill/>
                </a:ln>
                <a:solidFill>
                  <a:srgbClr val="000000"/>
                </a:solidFill>
                <a:effectLst/>
                <a:latin typeface="+mn-ea"/>
              </a:rPr>
              <a:t>&gt;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&lt;</a:t>
            </a:r>
            <a:r>
              <a:rPr kumimoji="0" lang="ko-KR" altLang="ko-KR" sz="1400" b="1" i="0" u="none" strike="noStrike" cap="none" normalizeH="0" baseline="0" dirty="0" smtClean="0">
                <a:ln>
                  <a:noFill/>
                </a:ln>
                <a:solidFill>
                  <a:srgbClr val="000080"/>
                </a:solidFill>
                <a:effectLst/>
                <a:latin typeface="+mn-ea"/>
              </a:rPr>
              <a:t>action </a:t>
            </a:r>
            <a:r>
              <a:rPr kumimoji="0" lang="ko-KR" altLang="ko-KR" sz="1400" b="1" i="0" u="none" strike="noStrike" cap="none" normalizeH="0" baseline="0" dirty="0" smtClean="0">
                <a:ln>
                  <a:noFill/>
                </a:ln>
                <a:solidFill>
                  <a:srgbClr val="660E7A"/>
                </a:solidFill>
                <a:effectLst/>
                <a:latin typeface="+mn-ea"/>
              </a:rPr>
              <a:t>android</a:t>
            </a:r>
            <a:r>
              <a:rPr kumimoji="0" lang="ko-KR" altLang="ko-KR" sz="1400" b="1" i="0" u="none" strike="noStrike" cap="none" normalizeH="0" baseline="0" dirty="0" smtClean="0">
                <a:ln>
                  <a:noFill/>
                </a:ln>
                <a:solidFill>
                  <a:srgbClr val="0000FF"/>
                </a:solidFill>
                <a:effectLst/>
                <a:latin typeface="+mn-ea"/>
              </a:rPr>
              <a:t>:name=</a:t>
            </a:r>
            <a:r>
              <a:rPr kumimoji="0" lang="ko-KR" altLang="ko-KR" sz="1400" b="1" i="0" u="none" strike="noStrike" cap="none" normalizeH="0" baseline="0" dirty="0" smtClean="0">
                <a:ln>
                  <a:noFill/>
                </a:ln>
                <a:solidFill>
                  <a:srgbClr val="008000"/>
                </a:solidFill>
                <a:effectLst/>
                <a:latin typeface="+mn-ea"/>
              </a:rPr>
              <a:t>"android.intent.action.MEDIA_MOUNTED"</a:t>
            </a:r>
            <a:r>
              <a:rPr kumimoji="0" lang="ko-KR" altLang="ko-KR" sz="1400" b="0" i="0" u="none" strike="noStrike" cap="none" normalizeH="0" baseline="0" dirty="0" smtClean="0">
                <a:ln>
                  <a:noFill/>
                </a:ln>
                <a:solidFill>
                  <a:srgbClr val="000000"/>
                </a:solidFill>
                <a:effectLst/>
                <a:latin typeface="+mn-ea"/>
              </a:rPr>
              <a:t>&gt;&lt;/</a:t>
            </a:r>
            <a:r>
              <a:rPr kumimoji="0" lang="ko-KR" altLang="ko-KR" sz="1400" b="1" i="0" u="none" strike="noStrike" cap="none" normalizeH="0" baseline="0" dirty="0" smtClean="0">
                <a:ln>
                  <a:noFill/>
                </a:ln>
                <a:solidFill>
                  <a:srgbClr val="000080"/>
                </a:solidFill>
                <a:effectLst/>
                <a:latin typeface="+mn-ea"/>
              </a:rPr>
              <a:t>action</a:t>
            </a:r>
            <a:r>
              <a:rPr kumimoji="0" lang="ko-KR" altLang="ko-KR" sz="1400" b="0" i="0" u="none" strike="noStrike" cap="none" normalizeH="0" baseline="0" dirty="0" smtClean="0">
                <a:ln>
                  <a:noFill/>
                </a:ln>
                <a:solidFill>
                  <a:srgbClr val="000000"/>
                </a:solidFill>
                <a:effectLst/>
                <a:latin typeface="+mn-ea"/>
              </a:rPr>
              <a:t>&gt;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&lt;</a:t>
            </a:r>
            <a:r>
              <a:rPr kumimoji="0" lang="ko-KR" altLang="ko-KR" sz="1400" b="1" i="0" u="none" strike="noStrike" cap="none" normalizeH="0" baseline="0" dirty="0" smtClean="0">
                <a:ln>
                  <a:noFill/>
                </a:ln>
                <a:solidFill>
                  <a:srgbClr val="000080"/>
                </a:solidFill>
                <a:effectLst/>
                <a:latin typeface="+mn-ea"/>
              </a:rPr>
              <a:t>action </a:t>
            </a:r>
            <a:r>
              <a:rPr kumimoji="0" lang="ko-KR" altLang="ko-KR" sz="1400" b="1" i="0" u="none" strike="noStrike" cap="none" normalizeH="0" baseline="0" dirty="0" smtClean="0">
                <a:ln>
                  <a:noFill/>
                </a:ln>
                <a:solidFill>
                  <a:srgbClr val="660E7A"/>
                </a:solidFill>
                <a:effectLst/>
                <a:latin typeface="+mn-ea"/>
              </a:rPr>
              <a:t>android</a:t>
            </a:r>
            <a:r>
              <a:rPr kumimoji="0" lang="ko-KR" altLang="ko-KR" sz="1400" b="1" i="0" u="none" strike="noStrike" cap="none" normalizeH="0" baseline="0" dirty="0" smtClean="0">
                <a:ln>
                  <a:noFill/>
                </a:ln>
                <a:solidFill>
                  <a:srgbClr val="0000FF"/>
                </a:solidFill>
                <a:effectLst/>
                <a:latin typeface="+mn-ea"/>
              </a:rPr>
              <a:t>:name=</a:t>
            </a:r>
            <a:r>
              <a:rPr kumimoji="0" lang="ko-KR" altLang="ko-KR" sz="1400" b="1" i="0" u="none" strike="noStrike" cap="none" normalizeH="0" baseline="0" dirty="0" smtClean="0">
                <a:ln>
                  <a:noFill/>
                </a:ln>
                <a:solidFill>
                  <a:srgbClr val="008000"/>
                </a:solidFill>
                <a:effectLst/>
                <a:latin typeface="+mn-ea"/>
              </a:rPr>
              <a:t>"android.intent.action.MEDIA_UNMOUNTED"</a:t>
            </a:r>
            <a:r>
              <a:rPr kumimoji="0" lang="ko-KR" altLang="ko-KR" sz="1400" b="0" i="0" u="none" strike="noStrike" cap="none" normalizeH="0" baseline="0" dirty="0" smtClean="0">
                <a:ln>
                  <a:noFill/>
                </a:ln>
                <a:solidFill>
                  <a:srgbClr val="000000"/>
                </a:solidFill>
                <a:effectLst/>
                <a:latin typeface="+mn-ea"/>
              </a:rPr>
              <a:t>&gt;&lt;/</a:t>
            </a:r>
            <a:r>
              <a:rPr kumimoji="0" lang="ko-KR" altLang="ko-KR" sz="1400" b="1" i="0" u="none" strike="noStrike" cap="none" normalizeH="0" baseline="0" dirty="0" smtClean="0">
                <a:ln>
                  <a:noFill/>
                </a:ln>
                <a:solidFill>
                  <a:srgbClr val="000080"/>
                </a:solidFill>
                <a:effectLst/>
                <a:latin typeface="+mn-ea"/>
              </a:rPr>
              <a:t>action</a:t>
            </a:r>
            <a:r>
              <a:rPr kumimoji="0" lang="ko-KR" altLang="ko-KR" sz="1400" b="0" i="0" u="none" strike="noStrike" cap="none" normalizeH="0" baseline="0" dirty="0" smtClean="0">
                <a:ln>
                  <a:noFill/>
                </a:ln>
                <a:solidFill>
                  <a:srgbClr val="000000"/>
                </a:solidFill>
                <a:effectLst/>
                <a:latin typeface="+mn-ea"/>
              </a:rPr>
              <a:t>&gt;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&lt;/</a:t>
            </a:r>
            <a:r>
              <a:rPr kumimoji="0" lang="ko-KR" altLang="ko-KR" sz="1400" b="1" i="0" u="none" strike="noStrike" cap="none" normalizeH="0" baseline="0" dirty="0" smtClean="0">
                <a:ln>
                  <a:noFill/>
                </a:ln>
                <a:solidFill>
                  <a:srgbClr val="000080"/>
                </a:solidFill>
                <a:effectLst/>
                <a:latin typeface="+mn-ea"/>
              </a:rPr>
              <a:t>intent-filter</a:t>
            </a:r>
            <a:r>
              <a:rPr kumimoji="0" lang="ko-KR" altLang="ko-KR" sz="1400" b="0" i="0" u="none" strike="noStrike" cap="none" normalizeH="0" baseline="0" dirty="0" smtClean="0">
                <a:ln>
                  <a:noFill/>
                </a:ln>
                <a:solidFill>
                  <a:srgbClr val="000000"/>
                </a:solidFill>
                <a:effectLst/>
                <a:latin typeface="+mn-ea"/>
              </a:rPr>
              <a:t>&gt;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&lt;/</a:t>
            </a:r>
            <a:r>
              <a:rPr kumimoji="0" lang="ko-KR" altLang="ko-KR" sz="1400" b="1" i="0" u="none" strike="noStrike" cap="none" normalizeH="0" baseline="0" dirty="0" smtClean="0">
                <a:ln>
                  <a:noFill/>
                </a:ln>
                <a:solidFill>
                  <a:srgbClr val="000080"/>
                </a:solidFill>
                <a:effectLst/>
                <a:latin typeface="+mn-ea"/>
              </a:rPr>
              <a:t>receiver</a:t>
            </a:r>
            <a:r>
              <a:rPr kumimoji="0" lang="ko-KR" altLang="ko-KR" sz="1400" b="0" i="0" u="none" strike="noStrike" cap="none" normalizeH="0" baseline="0" dirty="0" smtClean="0">
                <a:ln>
                  <a:noFill/>
                </a:ln>
                <a:solidFill>
                  <a:srgbClr val="000000"/>
                </a:solidFill>
                <a:effectLst/>
                <a:latin typeface="+mn-ea"/>
              </a:rPr>
              <a:t>&gt;</a:t>
            </a:r>
            <a:endParaRPr kumimoji="0" lang="ko-KR" altLang="ko-KR" sz="3600" b="0" i="0" u="none" strike="noStrike" cap="none" normalizeH="0" baseline="0" dirty="0" smtClean="0">
              <a:ln>
                <a:noFill/>
              </a:ln>
              <a:solidFill>
                <a:schemeClr val="tx1"/>
              </a:solidFill>
              <a:effectLst/>
              <a:latin typeface="+mn-ea"/>
            </a:endParaRPr>
          </a:p>
        </p:txBody>
      </p:sp>
      <p:sp>
        <p:nvSpPr>
          <p:cNvPr id="2" name="슬라이드 번호 개체 틀 1"/>
          <p:cNvSpPr>
            <a:spLocks noGrp="1"/>
          </p:cNvSpPr>
          <p:nvPr>
            <p:ph type="sldNum" sz="quarter" idx="12"/>
          </p:nvPr>
        </p:nvSpPr>
        <p:spPr/>
        <p:txBody>
          <a:bodyPr/>
          <a:lstStyle/>
          <a:p>
            <a:fld id="{68FAA61E-CA35-46E7-954C-43D901BBD1EB}" type="slidenum">
              <a:rPr lang="ko-KR" altLang="en-US" smtClean="0"/>
              <a:pPr/>
              <a:t>13</a:t>
            </a:fld>
            <a:endParaRPr lang="ko-KR" altLang="en-US"/>
          </a:p>
        </p:txBody>
      </p:sp>
      <p:sp>
        <p:nvSpPr>
          <p:cNvPr id="3" name="제목 2"/>
          <p:cNvSpPr>
            <a:spLocks noGrp="1"/>
          </p:cNvSpPr>
          <p:nvPr>
            <p:ph type="title"/>
          </p:nvPr>
        </p:nvSpPr>
        <p:spPr/>
        <p:txBody>
          <a:bodyPr/>
          <a:lstStyle/>
          <a:p>
            <a:r>
              <a:rPr lang="en-US" altLang="ko-KR" dirty="0" smtClean="0"/>
              <a:t>Watch System</a:t>
            </a:r>
            <a:endParaRPr lang="ko-KR" altLang="en-US" dirty="0"/>
          </a:p>
        </p:txBody>
      </p:sp>
      <p:sp>
        <p:nvSpPr>
          <p:cNvPr id="5" name="TextBox 4"/>
          <p:cNvSpPr txBox="1"/>
          <p:nvPr/>
        </p:nvSpPr>
        <p:spPr>
          <a:xfrm>
            <a:off x="617717" y="1460140"/>
            <a:ext cx="5063117" cy="1200329"/>
          </a:xfrm>
          <a:prstGeom prst="rect">
            <a:avLst/>
          </a:prstGeom>
          <a:noFill/>
        </p:spPr>
        <p:txBody>
          <a:bodyPr wrap="none" rtlCol="0">
            <a:spAutoFit/>
          </a:bodyPr>
          <a:lstStyle/>
          <a:p>
            <a:r>
              <a:rPr lang="en-US" altLang="ko-KR" b="1" dirty="0" smtClean="0">
                <a:solidFill>
                  <a:prstClr val="black"/>
                </a:solidFill>
              </a:rPr>
              <a:t>BroadcastReceiverTest_2</a:t>
            </a:r>
            <a:endParaRPr lang="en-US" altLang="ko-KR" b="1" dirty="0" smtClean="0">
              <a:solidFill>
                <a:prstClr val="black"/>
              </a:solidFill>
            </a:endParaRPr>
          </a:p>
          <a:p>
            <a:r>
              <a:rPr lang="en-US" altLang="ko-KR" dirty="0" err="1"/>
              <a:t>BroadCast</a:t>
            </a:r>
            <a:r>
              <a:rPr lang="en-US" altLang="ko-KR" dirty="0"/>
              <a:t> Receiver </a:t>
            </a:r>
            <a:r>
              <a:rPr lang="ko-KR" altLang="en-US" dirty="0"/>
              <a:t>클래스 생성</a:t>
            </a:r>
            <a:r>
              <a:rPr lang="en-US" altLang="ko-KR" dirty="0"/>
              <a:t>  : </a:t>
            </a:r>
            <a:r>
              <a:rPr lang="en-US" altLang="ko-KR" dirty="0" err="1"/>
              <a:t>WatchSystem</a:t>
            </a:r>
            <a:endParaRPr lang="en-US" altLang="ko-KR" dirty="0"/>
          </a:p>
          <a:p>
            <a:endParaRPr lang="en-US" altLang="ko-KR" dirty="0" smtClean="0">
              <a:solidFill>
                <a:prstClr val="black"/>
              </a:solidFill>
            </a:endParaRPr>
          </a:p>
          <a:p>
            <a:r>
              <a:rPr lang="en-US" altLang="ko-KR" dirty="0" smtClean="0">
                <a:solidFill>
                  <a:prstClr val="black"/>
                </a:solidFill>
              </a:rPr>
              <a:t>AndroidManifest.xml</a:t>
            </a:r>
            <a:endParaRPr lang="ko-KR" altLang="en-US" dirty="0">
              <a:solidFill>
                <a:prstClr val="black"/>
              </a:solidFill>
            </a:endParaRPr>
          </a:p>
        </p:txBody>
      </p:sp>
      <p:sp>
        <p:nvSpPr>
          <p:cNvPr id="7" name="직사각형 6"/>
          <p:cNvSpPr/>
          <p:nvPr/>
        </p:nvSpPr>
        <p:spPr>
          <a:xfrm>
            <a:off x="785191" y="3617844"/>
            <a:ext cx="8130209" cy="188843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7433377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fld id="{68FAA61E-CA35-46E7-954C-43D901BBD1EB}" type="slidenum">
              <a:rPr lang="ko-KR" altLang="en-US" smtClean="0"/>
              <a:pPr/>
              <a:t>14</a:t>
            </a:fld>
            <a:endParaRPr lang="ko-KR" altLang="en-US"/>
          </a:p>
        </p:txBody>
      </p:sp>
      <p:sp>
        <p:nvSpPr>
          <p:cNvPr id="3" name="제목 2"/>
          <p:cNvSpPr>
            <a:spLocks noGrp="1"/>
          </p:cNvSpPr>
          <p:nvPr>
            <p:ph type="title"/>
          </p:nvPr>
        </p:nvSpPr>
        <p:spPr/>
        <p:txBody>
          <a:bodyPr/>
          <a:lstStyle/>
          <a:p>
            <a:r>
              <a:rPr lang="en-US" altLang="ko-KR" dirty="0" smtClean="0"/>
              <a:t>Watch System</a:t>
            </a:r>
            <a:endParaRPr lang="ko-KR" altLang="en-US" dirty="0"/>
          </a:p>
        </p:txBody>
      </p:sp>
      <p:sp>
        <p:nvSpPr>
          <p:cNvPr id="6" name="TextBox 5"/>
          <p:cNvSpPr txBox="1"/>
          <p:nvPr/>
        </p:nvSpPr>
        <p:spPr>
          <a:xfrm>
            <a:off x="644678" y="1301585"/>
            <a:ext cx="2776401" cy="646331"/>
          </a:xfrm>
          <a:prstGeom prst="rect">
            <a:avLst/>
          </a:prstGeom>
          <a:noFill/>
        </p:spPr>
        <p:txBody>
          <a:bodyPr wrap="none" rtlCol="0">
            <a:spAutoFit/>
          </a:bodyPr>
          <a:lstStyle/>
          <a:p>
            <a:r>
              <a:rPr lang="en-US" altLang="ko-KR" b="1" dirty="0" smtClean="0">
                <a:solidFill>
                  <a:prstClr val="black"/>
                </a:solidFill>
              </a:rPr>
              <a:t>BroadcastReceiverTest_2</a:t>
            </a:r>
          </a:p>
          <a:p>
            <a:r>
              <a:rPr lang="en-US" altLang="ko-KR" dirty="0" smtClean="0">
                <a:solidFill>
                  <a:prstClr val="black"/>
                </a:solidFill>
              </a:rPr>
              <a:t>WatchSystem.java</a:t>
            </a:r>
            <a:endParaRPr lang="ko-KR" altLang="en-US" dirty="0">
              <a:solidFill>
                <a:prstClr val="black"/>
              </a:solidFill>
            </a:endParaRPr>
          </a:p>
        </p:txBody>
      </p:sp>
      <p:sp>
        <p:nvSpPr>
          <p:cNvPr id="7" name="Rectangle 1"/>
          <p:cNvSpPr>
            <a:spLocks noChangeArrowheads="1"/>
          </p:cNvSpPr>
          <p:nvPr/>
        </p:nvSpPr>
        <p:spPr bwMode="auto">
          <a:xfrm>
            <a:off x="1082565" y="2293699"/>
            <a:ext cx="6611007" cy="3785652"/>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1" i="0" u="none" strike="noStrike" cap="none" normalizeH="0" baseline="0" dirty="0" smtClean="0">
                <a:ln>
                  <a:noFill/>
                </a:ln>
                <a:solidFill>
                  <a:srgbClr val="000080"/>
                </a:solidFill>
                <a:effectLst/>
                <a:latin typeface="+mn-ea"/>
              </a:rPr>
              <a:t>public class </a:t>
            </a:r>
            <a:r>
              <a:rPr kumimoji="0" lang="ko-KR" altLang="ko-KR" sz="1200" b="0" i="0" u="none" strike="noStrike" cap="none" normalizeH="0" baseline="0" dirty="0" smtClean="0">
                <a:ln>
                  <a:noFill/>
                </a:ln>
                <a:solidFill>
                  <a:srgbClr val="000000"/>
                </a:solidFill>
                <a:effectLst/>
                <a:latin typeface="+mn-ea"/>
              </a:rPr>
              <a:t>WatchSystem </a:t>
            </a:r>
            <a:r>
              <a:rPr kumimoji="0" lang="ko-KR" altLang="ko-KR" sz="1200" b="1" i="0" u="none" strike="noStrike" cap="none" normalizeH="0" baseline="0" dirty="0" smtClean="0">
                <a:ln>
                  <a:noFill/>
                </a:ln>
                <a:solidFill>
                  <a:srgbClr val="000080"/>
                </a:solidFill>
                <a:effectLst/>
                <a:latin typeface="+mn-ea"/>
              </a:rPr>
              <a:t>extends </a:t>
            </a:r>
            <a:r>
              <a:rPr kumimoji="0" lang="ko-KR" altLang="ko-KR" sz="1200" b="1" i="0" u="none" strike="noStrike" cap="none" normalizeH="0" baseline="0" dirty="0" smtClean="0">
                <a:ln>
                  <a:noFill/>
                </a:ln>
                <a:solidFill>
                  <a:srgbClr val="FF0000"/>
                </a:solidFill>
                <a:effectLst/>
                <a:latin typeface="+mn-ea"/>
              </a:rPr>
              <a:t>BroadcastReceiver</a:t>
            </a: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0080"/>
                </a:solidFill>
                <a:effectLst/>
                <a:latin typeface="+mn-ea"/>
              </a:rPr>
              <a:t>int </a:t>
            </a:r>
            <a:r>
              <a:rPr kumimoji="0" lang="ko-KR" altLang="ko-KR" sz="1200" b="1" i="0" u="none" strike="noStrike" cap="none" normalizeH="0" baseline="0" dirty="0" smtClean="0">
                <a:ln>
                  <a:noFill/>
                </a:ln>
                <a:solidFill>
                  <a:srgbClr val="660E7A"/>
                </a:solidFill>
                <a:effectLst/>
                <a:latin typeface="+mn-ea"/>
              </a:rPr>
              <a:t>mCount </a:t>
            </a:r>
            <a:r>
              <a:rPr kumimoji="0" lang="ko-KR" altLang="ko-KR" sz="1200" b="0" i="0" u="none" strike="noStrike" cap="none" normalizeH="0" baseline="0" dirty="0" smtClean="0">
                <a:ln>
                  <a:noFill/>
                </a:ln>
                <a:solidFill>
                  <a:srgbClr val="000000"/>
                </a:solidFill>
                <a:effectLst/>
                <a:latin typeface="+mn-ea"/>
              </a:rPr>
              <a:t>= </a:t>
            </a:r>
            <a:r>
              <a:rPr kumimoji="0" lang="ko-KR" altLang="ko-KR" sz="1200" b="0" i="0" u="none" strike="noStrike" cap="none" normalizeH="0" baseline="0" dirty="0" smtClean="0">
                <a:ln>
                  <a:noFill/>
                </a:ln>
                <a:solidFill>
                  <a:srgbClr val="0000FF"/>
                </a:solidFill>
                <a:effectLst/>
                <a:latin typeface="+mn-ea"/>
              </a:rPr>
              <a:t>0</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0" i="0" u="none" strike="noStrike" cap="none" normalizeH="0" baseline="0" dirty="0" smtClean="0">
                <a:ln>
                  <a:noFill/>
                </a:ln>
                <a:solidFill>
                  <a:srgbClr val="808000"/>
                </a:solidFill>
                <a:effectLst/>
                <a:latin typeface="+mn-ea"/>
              </a:rPr>
              <a:t>@Override</a:t>
            </a:r>
            <a:br>
              <a:rPr kumimoji="0" lang="ko-KR" altLang="ko-KR" sz="1200" b="0" i="0" u="none" strike="noStrike" cap="none" normalizeH="0" baseline="0" dirty="0" smtClean="0">
                <a:ln>
                  <a:noFill/>
                </a:ln>
                <a:solidFill>
                  <a:srgbClr val="808000"/>
                </a:solidFill>
                <a:effectLst/>
                <a:latin typeface="+mn-ea"/>
              </a:rPr>
            </a:br>
            <a:r>
              <a:rPr kumimoji="0" lang="ko-KR" altLang="ko-KR" sz="1200" b="0" i="0" u="none" strike="noStrike" cap="none" normalizeH="0" baseline="0" dirty="0" smtClean="0">
                <a:ln>
                  <a:noFill/>
                </a:ln>
                <a:solidFill>
                  <a:srgbClr val="808000"/>
                </a:solidFill>
                <a:effectLst/>
                <a:latin typeface="+mn-ea"/>
              </a:rPr>
              <a:t>    </a:t>
            </a:r>
            <a:r>
              <a:rPr kumimoji="0" lang="ko-KR" altLang="ko-KR" sz="1200" b="1" i="0" u="none" strike="noStrike" cap="none" normalizeH="0" baseline="0" dirty="0" smtClean="0">
                <a:ln>
                  <a:noFill/>
                </a:ln>
                <a:solidFill>
                  <a:srgbClr val="000080"/>
                </a:solidFill>
                <a:effectLst/>
                <a:latin typeface="+mn-ea"/>
              </a:rPr>
              <a:t>public void</a:t>
            </a:r>
            <a:r>
              <a:rPr kumimoji="0" lang="ko-KR" altLang="ko-KR" sz="1200" b="1" i="0" u="none" strike="noStrike" cap="none" normalizeH="0" baseline="0" dirty="0" smtClean="0">
                <a:ln>
                  <a:noFill/>
                </a:ln>
                <a:solidFill>
                  <a:srgbClr val="FF0000"/>
                </a:solidFill>
                <a:effectLst/>
                <a:latin typeface="+mn-ea"/>
              </a:rPr>
              <a:t> onReceive</a:t>
            </a:r>
            <a:r>
              <a:rPr kumimoji="0" lang="ko-KR" altLang="ko-KR" sz="1200" b="0" i="0" u="none" strike="noStrike" cap="none" normalizeH="0" baseline="0" dirty="0" smtClean="0">
                <a:ln>
                  <a:noFill/>
                </a:ln>
                <a:solidFill>
                  <a:srgbClr val="000000"/>
                </a:solidFill>
                <a:effectLst/>
                <a:latin typeface="+mn-ea"/>
              </a:rPr>
              <a:t>(Context context, </a:t>
            </a:r>
            <a:r>
              <a:rPr kumimoji="0" lang="ko-KR" altLang="ko-KR" sz="1200" b="0" i="0" u="none" strike="noStrike" cap="none" normalizeH="0" baseline="0" dirty="0" smtClean="0">
                <a:ln>
                  <a:noFill/>
                </a:ln>
                <a:solidFill>
                  <a:srgbClr val="FF0000"/>
                </a:solidFill>
                <a:effectLst/>
                <a:latin typeface="+mn-ea"/>
              </a:rPr>
              <a:t>Intent intent</a:t>
            </a: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0" i="1" u="none" strike="noStrike" cap="none" normalizeH="0" baseline="0" dirty="0" smtClean="0">
                <a:ln>
                  <a:noFill/>
                </a:ln>
                <a:solidFill>
                  <a:srgbClr val="808080"/>
                </a:solidFill>
                <a:effectLst/>
                <a:latin typeface="+mn-ea"/>
              </a:rPr>
              <a:t>// </a:t>
            </a:r>
            <a:r>
              <a:rPr kumimoji="0" lang="ko-KR" altLang="ko-KR" sz="1200" b="1" i="1" u="none" strike="noStrike" cap="none" normalizeH="0" baseline="0" dirty="0" smtClean="0">
                <a:ln>
                  <a:noFill/>
                </a:ln>
                <a:solidFill>
                  <a:srgbClr val="0073BF"/>
                </a:solidFill>
                <a:effectLst/>
                <a:latin typeface="+mn-ea"/>
              </a:rPr>
              <a:t>TODO: This method is called when the BroadcastReceiver is receiving</a:t>
            </a:r>
            <a:br>
              <a:rPr kumimoji="0" lang="ko-KR" altLang="ko-KR" sz="1200" b="1" i="1" u="none" strike="noStrike" cap="none" normalizeH="0" baseline="0" dirty="0" smtClean="0">
                <a:ln>
                  <a:noFill/>
                </a:ln>
                <a:solidFill>
                  <a:srgbClr val="0073BF"/>
                </a:solidFill>
                <a:effectLst/>
                <a:latin typeface="+mn-ea"/>
              </a:rPr>
            </a:br>
            <a:r>
              <a:rPr kumimoji="0" lang="ko-KR" altLang="ko-KR" sz="1200" b="1" i="1" u="none" strike="noStrike" cap="none" normalizeH="0" baseline="0" dirty="0" smtClean="0">
                <a:ln>
                  <a:noFill/>
                </a:ln>
                <a:solidFill>
                  <a:srgbClr val="0073BF"/>
                </a:solidFill>
                <a:effectLst/>
                <a:latin typeface="+mn-ea"/>
              </a:rPr>
              <a:t>        </a:t>
            </a:r>
            <a:r>
              <a:rPr kumimoji="0" lang="ko-KR" altLang="ko-KR" sz="1200" b="0" i="1" u="none" strike="noStrike" cap="none" normalizeH="0" baseline="0" dirty="0" smtClean="0">
                <a:ln>
                  <a:noFill/>
                </a:ln>
                <a:solidFill>
                  <a:schemeClr val="bg1">
                    <a:lumMod val="50000"/>
                  </a:schemeClr>
                </a:solidFill>
                <a:effectLst/>
                <a:latin typeface="+mn-ea"/>
              </a:rPr>
              <a:t>// an Intent broadcast.</a:t>
            </a:r>
            <a:r>
              <a:rPr kumimoji="0" lang="ko-KR" altLang="ko-KR" sz="1200" b="0" i="1" u="none" strike="noStrike" cap="none" normalizeH="0" baseline="0" dirty="0" smtClean="0">
                <a:ln>
                  <a:noFill/>
                </a:ln>
                <a:solidFill>
                  <a:srgbClr val="808080"/>
                </a:solidFill>
                <a:effectLst/>
                <a:latin typeface="+mn-ea"/>
              </a:rPr>
              <a:t/>
            </a:r>
            <a:br>
              <a:rPr kumimoji="0" lang="ko-KR" altLang="ko-KR" sz="1200" b="0" i="1" u="none" strike="noStrike" cap="none" normalizeH="0" baseline="0" dirty="0" smtClean="0">
                <a:ln>
                  <a:noFill/>
                </a:ln>
                <a:solidFill>
                  <a:srgbClr val="808080"/>
                </a:solidFill>
                <a:effectLst/>
                <a:latin typeface="+mn-ea"/>
              </a:rPr>
            </a:br>
            <a:r>
              <a:rPr kumimoji="0" lang="ko-KR" altLang="ko-KR" sz="1200" b="0" i="1" u="none" strike="noStrike" cap="none" normalizeH="0" baseline="0" dirty="0" smtClean="0">
                <a:ln>
                  <a:noFill/>
                </a:ln>
                <a:effectLst/>
                <a:latin typeface="+mn-ea"/>
              </a:rPr>
              <a:t>        </a:t>
            </a:r>
            <a:r>
              <a:rPr kumimoji="0" lang="ko-KR" altLang="ko-KR" sz="1200" b="0" i="0" u="none" strike="noStrike" cap="none" normalizeH="0" baseline="0" dirty="0" smtClean="0">
                <a:ln>
                  <a:noFill/>
                </a:ln>
                <a:effectLst/>
                <a:latin typeface="+mn-ea"/>
              </a:rPr>
              <a:t>String act = </a:t>
            </a:r>
            <a:r>
              <a:rPr kumimoji="0" lang="ko-KR" altLang="ko-KR" sz="1200" b="0" i="0" u="none" strike="noStrike" cap="none" normalizeH="0" baseline="0" dirty="0" smtClean="0">
                <a:ln>
                  <a:noFill/>
                </a:ln>
                <a:solidFill>
                  <a:srgbClr val="FF0000"/>
                </a:solidFill>
                <a:effectLst/>
                <a:latin typeface="+mn-ea"/>
              </a:rPr>
              <a:t>intent.getAction()</a:t>
            </a:r>
            <a:r>
              <a:rPr kumimoji="0" lang="ko-KR" altLang="ko-KR" sz="1200" b="0" i="0" u="none" strike="noStrike" cap="none" normalizeH="0" baseline="0" dirty="0" smtClean="0">
                <a:ln>
                  <a:noFill/>
                </a:ln>
                <a:effectLst/>
                <a:latin typeface="+mn-ea"/>
              </a:rPr>
              <a:t>;</a:t>
            </a:r>
            <a:r>
              <a:rPr kumimoji="0" lang="ko-KR" altLang="ko-KR" sz="1200" b="0" i="0" u="none" strike="noStrike" cap="none" normalizeH="0" baseline="0" dirty="0" smtClean="0">
                <a:ln>
                  <a:noFill/>
                </a:ln>
                <a:solidFill>
                  <a:srgbClr val="FF0000"/>
                </a:solidFill>
                <a:effectLst/>
                <a:latin typeface="+mn-ea"/>
              </a:rPr>
              <a:t/>
            </a:r>
            <a:br>
              <a:rPr kumimoji="0" lang="ko-KR" altLang="ko-KR" sz="1200" b="0" i="0" u="none" strike="noStrike" cap="none" normalizeH="0" baseline="0" dirty="0" smtClean="0">
                <a:ln>
                  <a:noFill/>
                </a:ln>
                <a:solidFill>
                  <a:srgbClr val="FF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660E7A"/>
                </a:solidFill>
                <a:effectLst/>
                <a:latin typeface="+mn-ea"/>
              </a:rPr>
              <a:t>mCount</a:t>
            </a:r>
            <a:r>
              <a:rPr kumimoji="0" lang="ko-KR" altLang="ko-KR" sz="1200" b="0" i="0" u="none" strike="noStrike" cap="none" normalizeH="0" baseline="0" dirty="0" smtClean="0">
                <a:ln>
                  <a:noFill/>
                </a:ln>
                <a:solidFill>
                  <a:srgbClr val="000000"/>
                </a:solidFill>
                <a:effectLst/>
                <a:latin typeface="+mn-ea"/>
              </a:rPr>
              <a:t>++;</a:t>
            </a:r>
            <a:r>
              <a:rPr kumimoji="0" lang="ko-KR" altLang="ko-KR" sz="1200" b="0" i="0" u="sng" strike="noStrike" cap="none" normalizeH="0" baseline="0" dirty="0" smtClean="0">
                <a:ln>
                  <a:noFill/>
                </a:ln>
                <a:solidFill>
                  <a:srgbClr val="000000"/>
                </a:solidFill>
                <a:effectLst/>
                <a:latin typeface="+mn-ea"/>
              </a:rPr>
              <a:t/>
            </a:r>
            <a:br>
              <a:rPr kumimoji="0" lang="ko-KR" altLang="ko-KR" sz="1200" b="0" i="0" u="sng"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0080"/>
                </a:solidFill>
                <a:effectLst/>
                <a:latin typeface="+mn-ea"/>
              </a:rPr>
              <a:t>if </a:t>
            </a:r>
            <a:r>
              <a:rPr kumimoji="0" lang="ko-KR" altLang="ko-KR" sz="1200" b="0" i="0" u="none" strike="noStrike" cap="none" normalizeH="0" baseline="0" dirty="0" smtClean="0">
                <a:ln>
                  <a:noFill/>
                </a:ln>
                <a:solidFill>
                  <a:srgbClr val="000000"/>
                </a:solidFill>
                <a:effectLst/>
                <a:latin typeface="+mn-ea"/>
              </a:rPr>
              <a:t>(act.equals(Intent.</a:t>
            </a:r>
            <a:r>
              <a:rPr kumimoji="0" lang="ko-KR" altLang="ko-KR" sz="1200" b="1" i="1" u="none" strike="noStrike" cap="none" normalizeH="0" baseline="0" dirty="0" smtClean="0">
                <a:ln>
                  <a:noFill/>
                </a:ln>
                <a:solidFill>
                  <a:srgbClr val="660E7A"/>
                </a:solidFill>
                <a:effectLst/>
                <a:latin typeface="+mn-ea"/>
              </a:rPr>
              <a:t>ACTION_BATTERY_CHANGED</a:t>
            </a: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0" i="0" u="none" strike="noStrike" cap="none" normalizeH="0" baseline="0" dirty="0" err="1" smtClean="0">
                <a:ln>
                  <a:noFill/>
                </a:ln>
                <a:solidFill>
                  <a:srgbClr val="000000"/>
                </a:solidFill>
                <a:effectLst/>
                <a:latin typeface="+mn-ea"/>
              </a:rPr>
              <a:t>Log</a:t>
            </a:r>
            <a:r>
              <a:rPr kumimoji="0" lang="ko-KR" altLang="ko-KR" sz="1200" b="0" i="0" u="none" strike="noStrike" cap="none" normalizeH="0" baseline="0" dirty="0" smtClean="0">
                <a:ln>
                  <a:noFill/>
                </a:ln>
                <a:solidFill>
                  <a:srgbClr val="000000"/>
                </a:solidFill>
                <a:effectLst/>
                <a:latin typeface="+mn-ea"/>
              </a:rPr>
              <a:t>.</a:t>
            </a:r>
            <a:r>
              <a:rPr kumimoji="0" lang="en-US" altLang="ko-KR" sz="1200" b="0" i="0" u="none" strike="noStrike" cap="none" normalizeH="0" baseline="0" dirty="0" smtClean="0">
                <a:ln>
                  <a:noFill/>
                </a:ln>
                <a:solidFill>
                  <a:srgbClr val="000000"/>
                </a:solidFill>
                <a:effectLst/>
                <a:latin typeface="+mn-ea"/>
              </a:rPr>
              <a:t>d</a:t>
            </a:r>
            <a:r>
              <a:rPr kumimoji="0" lang="ko-KR" altLang="ko-KR" sz="1200" b="0" i="0" u="none" strike="noStrike" cap="none" normalizeH="0" baseline="0" dirty="0" smtClean="0">
                <a:ln>
                  <a:noFill/>
                </a:ln>
                <a:solidFill>
                  <a:srgbClr val="000000"/>
                </a:solidFill>
                <a:effectLst/>
                <a:latin typeface="+mn-ea"/>
              </a:rPr>
              <a:t>(</a:t>
            </a:r>
            <a:r>
              <a:rPr kumimoji="0" lang="ko-KR" altLang="ko-KR" sz="1200" b="1" i="0" u="none" strike="noStrike" cap="none" normalizeH="0" baseline="0" dirty="0" smtClean="0">
                <a:ln>
                  <a:noFill/>
                </a:ln>
                <a:solidFill>
                  <a:srgbClr val="008000"/>
                </a:solidFill>
                <a:effectLst/>
                <a:latin typeface="+mn-ea"/>
              </a:rPr>
              <a:t>"WatchSystem"</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8000"/>
                </a:solidFill>
                <a:effectLst/>
                <a:latin typeface="+mn-ea"/>
              </a:rPr>
              <a:t>"BR" </a:t>
            </a: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660E7A"/>
                </a:solidFill>
                <a:effectLst/>
                <a:latin typeface="+mn-ea"/>
              </a:rPr>
              <a:t>mCount </a:t>
            </a: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8000"/>
                </a:solidFill>
                <a:effectLst/>
                <a:latin typeface="+mn-ea"/>
              </a:rPr>
              <a:t>": ACTION_BATTERY_CHANGED "</a:t>
            </a:r>
            <a:br>
              <a:rPr kumimoji="0" lang="ko-KR" altLang="ko-KR" sz="1200" b="1" i="0" u="none" strike="noStrike" cap="none" normalizeH="0" baseline="0" dirty="0" smtClean="0">
                <a:ln>
                  <a:noFill/>
                </a:ln>
                <a:solidFill>
                  <a:srgbClr val="008000"/>
                </a:solidFill>
                <a:effectLst/>
                <a:latin typeface="+mn-ea"/>
              </a:rPr>
            </a:br>
            <a:r>
              <a:rPr kumimoji="0" lang="ko-KR" altLang="ko-KR" sz="1200" b="1" i="0" u="none" strike="noStrike" cap="none" normalizeH="0" baseline="0" dirty="0" smtClean="0">
                <a:ln>
                  <a:noFill/>
                </a:ln>
                <a:solidFill>
                  <a:srgbClr val="008000"/>
                </a:solidFill>
                <a:effectLst/>
                <a:latin typeface="+mn-ea"/>
              </a:rPr>
              <a:t>                            </a:t>
            </a:r>
            <a:r>
              <a:rPr kumimoji="0" lang="ko-KR" altLang="ko-KR" sz="1200" b="0" i="0" u="none" strike="noStrike" cap="none" normalizeH="0" baseline="0" dirty="0" smtClean="0">
                <a:ln>
                  <a:noFill/>
                </a:ln>
                <a:solidFill>
                  <a:srgbClr val="000000"/>
                </a:solidFill>
                <a:effectLst/>
                <a:latin typeface="+mn-ea"/>
              </a:rPr>
              <a:t>+ intent.getIntExtra(BatteryManager.</a:t>
            </a:r>
            <a:r>
              <a:rPr kumimoji="0" lang="ko-KR" altLang="ko-KR" sz="1200" b="1" i="1" u="none" strike="noStrike" cap="none" normalizeH="0" baseline="0" dirty="0" smtClean="0">
                <a:ln>
                  <a:noFill/>
                </a:ln>
                <a:solidFill>
                  <a:srgbClr val="660E7A"/>
                </a:solidFill>
                <a:effectLst/>
                <a:latin typeface="+mn-ea"/>
              </a:rPr>
              <a:t>EXTRA_LEVEL</a:t>
            </a:r>
            <a:r>
              <a:rPr kumimoji="0" lang="ko-KR" altLang="ko-KR" sz="1200" b="0" i="0" u="none" strike="noStrike" cap="none" normalizeH="0" baseline="0" dirty="0" smtClean="0">
                <a:ln>
                  <a:noFill/>
                </a:ln>
                <a:solidFill>
                  <a:srgbClr val="000000"/>
                </a:solidFill>
                <a:effectLst/>
                <a:latin typeface="+mn-ea"/>
              </a:rPr>
              <a:t>, </a:t>
            </a:r>
            <a:r>
              <a:rPr kumimoji="0" lang="ko-KR" altLang="ko-KR" sz="1200" b="0" i="0" u="none" strike="noStrike" cap="none" normalizeH="0" baseline="0" dirty="0" smtClean="0">
                <a:ln>
                  <a:noFill/>
                </a:ln>
                <a:solidFill>
                  <a:srgbClr val="0000FF"/>
                </a:solidFill>
                <a:effectLst/>
                <a:latin typeface="+mn-ea"/>
              </a:rPr>
              <a:t>0</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 </a:t>
            </a:r>
            <a:r>
              <a:rPr kumimoji="0" lang="ko-KR" altLang="ko-KR" sz="1200" b="1" i="0" u="none" strike="noStrike" cap="none" normalizeH="0" baseline="0" dirty="0" smtClean="0">
                <a:ln>
                  <a:noFill/>
                </a:ln>
                <a:solidFill>
                  <a:srgbClr val="008000"/>
                </a:solidFill>
                <a:effectLst/>
                <a:latin typeface="+mn-ea"/>
              </a:rPr>
              <a:t>"%"</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0080"/>
                </a:solidFill>
                <a:effectLst/>
                <a:latin typeface="+mn-ea"/>
              </a:rPr>
              <a:t>else if </a:t>
            </a:r>
            <a:r>
              <a:rPr kumimoji="0" lang="ko-KR" altLang="ko-KR" sz="1200" b="0" i="0" u="none" strike="noStrike" cap="none" normalizeH="0" baseline="0" dirty="0" smtClean="0">
                <a:ln>
                  <a:noFill/>
                </a:ln>
                <a:solidFill>
                  <a:srgbClr val="000000"/>
                </a:solidFill>
                <a:effectLst/>
                <a:latin typeface="+mn-ea"/>
              </a:rPr>
              <a:t>(act.equals(Intent.</a:t>
            </a:r>
            <a:r>
              <a:rPr kumimoji="0" lang="ko-KR" altLang="ko-KR" sz="1200" b="1" i="1" u="none" strike="noStrike" cap="none" normalizeH="0" baseline="0" dirty="0" smtClean="0">
                <a:ln>
                  <a:noFill/>
                </a:ln>
                <a:solidFill>
                  <a:srgbClr val="660E7A"/>
                </a:solidFill>
                <a:effectLst/>
                <a:latin typeface="+mn-ea"/>
              </a:rPr>
              <a:t>ACTION_BATTERY_LOW</a:t>
            </a: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0" i="0" u="none" strike="noStrike" cap="none" normalizeH="0" baseline="0" dirty="0" err="1" smtClean="0">
                <a:ln>
                  <a:noFill/>
                </a:ln>
                <a:solidFill>
                  <a:srgbClr val="000000"/>
                </a:solidFill>
                <a:effectLst/>
                <a:latin typeface="+mn-ea"/>
              </a:rPr>
              <a:t>Log</a:t>
            </a:r>
            <a:r>
              <a:rPr kumimoji="0" lang="ko-KR" altLang="ko-KR" sz="1200" b="0" i="0" u="none" strike="noStrike" cap="none" normalizeH="0" baseline="0" dirty="0" smtClean="0">
                <a:ln>
                  <a:noFill/>
                </a:ln>
                <a:solidFill>
                  <a:srgbClr val="000000"/>
                </a:solidFill>
                <a:effectLst/>
                <a:latin typeface="+mn-ea"/>
              </a:rPr>
              <a:t>.</a:t>
            </a:r>
            <a:r>
              <a:rPr kumimoji="0" lang="en-US" altLang="ko-KR" sz="1200" b="0" i="0" u="none" strike="noStrike" cap="none" normalizeH="0" baseline="0" dirty="0" smtClean="0">
                <a:ln>
                  <a:noFill/>
                </a:ln>
                <a:solidFill>
                  <a:srgbClr val="000000"/>
                </a:solidFill>
                <a:effectLst/>
                <a:latin typeface="+mn-ea"/>
              </a:rPr>
              <a:t>d</a:t>
            </a:r>
            <a:r>
              <a:rPr kumimoji="0" lang="ko-KR" altLang="ko-KR" sz="1200" b="0" i="0" u="none" strike="noStrike" cap="none" normalizeH="0" baseline="0" dirty="0" smtClean="0">
                <a:ln>
                  <a:noFill/>
                </a:ln>
                <a:solidFill>
                  <a:srgbClr val="000000"/>
                </a:solidFill>
                <a:effectLst/>
                <a:latin typeface="+mn-ea"/>
              </a:rPr>
              <a:t>(</a:t>
            </a:r>
            <a:r>
              <a:rPr kumimoji="0" lang="ko-KR" altLang="ko-KR" sz="1200" b="1" i="0" u="none" strike="noStrike" cap="none" normalizeH="0" baseline="0" dirty="0" smtClean="0">
                <a:ln>
                  <a:noFill/>
                </a:ln>
                <a:solidFill>
                  <a:srgbClr val="008000"/>
                </a:solidFill>
                <a:effectLst/>
                <a:latin typeface="+mn-ea"/>
              </a:rPr>
              <a:t>"WatchSystem"</a:t>
            </a: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8000"/>
                </a:solidFill>
                <a:effectLst/>
                <a:latin typeface="+mn-ea"/>
              </a:rPr>
              <a:t>"BR" </a:t>
            </a: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660E7A"/>
                </a:solidFill>
                <a:effectLst/>
                <a:latin typeface="+mn-ea"/>
              </a:rPr>
              <a:t>mCount </a:t>
            </a: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8000"/>
                </a:solidFill>
                <a:effectLst/>
                <a:latin typeface="+mn-ea"/>
              </a:rPr>
              <a:t>": ACTION_BATTERY_LOW"</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endParaRPr kumimoji="0" lang="ko-KR" altLang="ko-KR" sz="3200" b="0" i="0" u="none" strike="noStrike" cap="none" normalizeH="0" baseline="0" dirty="0" smtClean="0">
              <a:ln>
                <a:noFill/>
              </a:ln>
              <a:solidFill>
                <a:schemeClr val="tx1"/>
              </a:solidFill>
              <a:effectLst/>
              <a:latin typeface="+mn-ea"/>
            </a:endParaRPr>
          </a:p>
        </p:txBody>
      </p:sp>
    </p:spTree>
    <p:extLst>
      <p:ext uri="{BB962C8B-B14F-4D97-AF65-F5344CB8AC3E}">
        <p14:creationId xmlns:p14="http://schemas.microsoft.com/office/powerpoint/2010/main" val="22313644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44678" y="1301585"/>
            <a:ext cx="2776401" cy="646331"/>
          </a:xfrm>
          <a:prstGeom prst="rect">
            <a:avLst/>
          </a:prstGeom>
          <a:noFill/>
        </p:spPr>
        <p:txBody>
          <a:bodyPr wrap="none" rtlCol="0">
            <a:spAutoFit/>
          </a:bodyPr>
          <a:lstStyle/>
          <a:p>
            <a:r>
              <a:rPr lang="en-US" altLang="ko-KR" b="1" dirty="0" smtClean="0">
                <a:solidFill>
                  <a:prstClr val="black"/>
                </a:solidFill>
              </a:rPr>
              <a:t>BroadcastReceiverTest_2</a:t>
            </a:r>
          </a:p>
          <a:p>
            <a:r>
              <a:rPr lang="en-US" altLang="ko-KR" dirty="0" smtClean="0">
                <a:solidFill>
                  <a:prstClr val="black"/>
                </a:solidFill>
              </a:rPr>
              <a:t>WatchSystem.java</a:t>
            </a:r>
            <a:endParaRPr lang="ko-KR" altLang="en-US" dirty="0">
              <a:solidFill>
                <a:prstClr val="black"/>
              </a:solidFill>
            </a:endParaRPr>
          </a:p>
        </p:txBody>
      </p:sp>
      <p:sp>
        <p:nvSpPr>
          <p:cNvPr id="2" name="슬라이드 번호 개체 틀 1"/>
          <p:cNvSpPr>
            <a:spLocks noGrp="1"/>
          </p:cNvSpPr>
          <p:nvPr>
            <p:ph type="sldNum" sz="quarter" idx="12"/>
          </p:nvPr>
        </p:nvSpPr>
        <p:spPr/>
        <p:txBody>
          <a:bodyPr/>
          <a:lstStyle/>
          <a:p>
            <a:fld id="{68FAA61E-CA35-46E7-954C-43D901BBD1EB}" type="slidenum">
              <a:rPr lang="ko-KR" altLang="en-US" smtClean="0"/>
              <a:pPr/>
              <a:t>15</a:t>
            </a:fld>
            <a:endParaRPr lang="ko-KR" altLang="en-US"/>
          </a:p>
        </p:txBody>
      </p:sp>
      <p:sp>
        <p:nvSpPr>
          <p:cNvPr id="3" name="제목 2"/>
          <p:cNvSpPr>
            <a:spLocks noGrp="1"/>
          </p:cNvSpPr>
          <p:nvPr>
            <p:ph type="title"/>
          </p:nvPr>
        </p:nvSpPr>
        <p:spPr/>
        <p:txBody>
          <a:bodyPr/>
          <a:lstStyle/>
          <a:p>
            <a:r>
              <a:rPr lang="en-US" altLang="ko-KR" dirty="0" smtClean="0"/>
              <a:t>Watch System</a:t>
            </a:r>
            <a:endParaRPr lang="ko-KR" altLang="en-US" dirty="0"/>
          </a:p>
        </p:txBody>
      </p:sp>
      <p:sp>
        <p:nvSpPr>
          <p:cNvPr id="6" name="직사각형 5"/>
          <p:cNvSpPr/>
          <p:nvPr/>
        </p:nvSpPr>
        <p:spPr>
          <a:xfrm>
            <a:off x="947704" y="2216192"/>
            <a:ext cx="7248591" cy="3231654"/>
          </a:xfrm>
          <a:prstGeom prst="rect">
            <a:avLst/>
          </a:prstGeom>
          <a:solidFill>
            <a:schemeClr val="bg1">
              <a:lumMod val="95000"/>
            </a:schemeClr>
          </a:solidFill>
        </p:spPr>
        <p:txBody>
          <a:bodyPr wrap="square">
            <a:spAutoFit/>
          </a:bodyPr>
          <a:lstStyle/>
          <a:p>
            <a:pPr lvl="0" eaLnBrk="0" fontAlgn="base" latinLnBrk="0" hangingPunct="0">
              <a:spcBef>
                <a:spcPct val="0"/>
              </a:spcBef>
              <a:spcAft>
                <a:spcPct val="0"/>
              </a:spcAft>
            </a:pPr>
            <a:r>
              <a:rPr lang="en-US" altLang="ko-KR" sz="1200" b="1" dirty="0" smtClean="0">
                <a:solidFill>
                  <a:srgbClr val="000080"/>
                </a:solidFill>
                <a:latin typeface="+mn-ea"/>
              </a:rPr>
              <a:t>        </a:t>
            </a:r>
            <a:r>
              <a:rPr lang="ko-KR" altLang="ko-KR" sz="1200" b="1" dirty="0" smtClean="0">
                <a:solidFill>
                  <a:srgbClr val="000080"/>
                </a:solidFill>
                <a:latin typeface="+mn-ea"/>
              </a:rPr>
              <a:t>else </a:t>
            </a:r>
            <a:r>
              <a:rPr lang="ko-KR" altLang="ko-KR" sz="1200" b="1" dirty="0">
                <a:solidFill>
                  <a:srgbClr val="000080"/>
                </a:solidFill>
                <a:latin typeface="+mn-ea"/>
              </a:rPr>
              <a:t>if </a:t>
            </a:r>
            <a:r>
              <a:rPr lang="ko-KR" altLang="ko-KR" sz="1200" dirty="0">
                <a:solidFill>
                  <a:srgbClr val="000000"/>
                </a:solidFill>
                <a:latin typeface="+mn-ea"/>
              </a:rPr>
              <a:t>(act.equals(Intent.</a:t>
            </a:r>
            <a:r>
              <a:rPr lang="ko-KR" altLang="ko-KR" sz="1200" b="1" i="1" dirty="0">
                <a:solidFill>
                  <a:srgbClr val="660E7A"/>
                </a:solidFill>
                <a:latin typeface="+mn-ea"/>
              </a:rPr>
              <a:t>ACTION_BATTERY_OKAY</a:t>
            </a:r>
            <a:r>
              <a:rPr lang="ko-KR" altLang="ko-KR" sz="1200" dirty="0">
                <a:solidFill>
                  <a:srgbClr val="000000"/>
                </a:solidFill>
                <a:latin typeface="+mn-ea"/>
              </a:rPr>
              <a:t>)) {</a:t>
            </a:r>
            <a:br>
              <a:rPr lang="ko-KR" altLang="ko-KR" sz="1200" dirty="0">
                <a:solidFill>
                  <a:srgbClr val="000000"/>
                </a:solidFill>
                <a:latin typeface="+mn-ea"/>
              </a:rPr>
            </a:br>
            <a:r>
              <a:rPr lang="ko-KR" altLang="ko-KR" sz="1200" dirty="0">
                <a:solidFill>
                  <a:srgbClr val="000000"/>
                </a:solidFill>
                <a:latin typeface="+mn-ea"/>
              </a:rPr>
              <a:t>            </a:t>
            </a:r>
            <a:r>
              <a:rPr lang="ko-KR" altLang="ko-KR" sz="1200" dirty="0" err="1" smtClean="0">
                <a:solidFill>
                  <a:srgbClr val="000000"/>
                </a:solidFill>
                <a:latin typeface="+mn-ea"/>
              </a:rPr>
              <a:t>Log</a:t>
            </a:r>
            <a:r>
              <a:rPr lang="ko-KR" altLang="ko-KR" sz="1200" dirty="0" smtClean="0">
                <a:solidFill>
                  <a:srgbClr val="000000"/>
                </a:solidFill>
                <a:latin typeface="+mn-ea"/>
              </a:rPr>
              <a:t>.</a:t>
            </a:r>
            <a:r>
              <a:rPr lang="en-US" altLang="ko-KR" sz="1200" dirty="0" smtClean="0">
                <a:solidFill>
                  <a:srgbClr val="000000"/>
                </a:solidFill>
                <a:latin typeface="+mn-ea"/>
              </a:rPr>
              <a:t>d</a:t>
            </a:r>
            <a:r>
              <a:rPr lang="ko-KR" altLang="ko-KR" sz="1200" dirty="0" smtClean="0">
                <a:solidFill>
                  <a:srgbClr val="000000"/>
                </a:solidFill>
                <a:latin typeface="+mn-ea"/>
              </a:rPr>
              <a:t>(</a:t>
            </a:r>
            <a:r>
              <a:rPr lang="ko-KR" altLang="ko-KR" sz="1200" b="1" dirty="0" smtClean="0">
                <a:solidFill>
                  <a:srgbClr val="008000"/>
                </a:solidFill>
                <a:latin typeface="+mn-ea"/>
              </a:rPr>
              <a:t>"</a:t>
            </a:r>
            <a:r>
              <a:rPr lang="ko-KR" altLang="ko-KR" sz="1200" b="1" dirty="0">
                <a:solidFill>
                  <a:srgbClr val="008000"/>
                </a:solidFill>
                <a:latin typeface="+mn-ea"/>
              </a:rPr>
              <a:t>WatchSystem"</a:t>
            </a:r>
            <a:r>
              <a:rPr lang="ko-KR" altLang="ko-KR" sz="1200" dirty="0">
                <a:solidFill>
                  <a:srgbClr val="000000"/>
                </a:solidFill>
                <a:latin typeface="+mn-ea"/>
              </a:rPr>
              <a:t>, </a:t>
            </a:r>
            <a:r>
              <a:rPr lang="ko-KR" altLang="ko-KR" sz="1200" b="1" dirty="0">
                <a:solidFill>
                  <a:srgbClr val="008000"/>
                </a:solidFill>
                <a:latin typeface="+mn-ea"/>
              </a:rPr>
              <a:t>"BR" </a:t>
            </a:r>
            <a:r>
              <a:rPr lang="ko-KR" altLang="ko-KR" sz="1200" dirty="0">
                <a:solidFill>
                  <a:srgbClr val="000000"/>
                </a:solidFill>
                <a:latin typeface="+mn-ea"/>
              </a:rPr>
              <a:t>+ </a:t>
            </a:r>
            <a:r>
              <a:rPr lang="ko-KR" altLang="ko-KR" sz="1200" b="1" dirty="0">
                <a:solidFill>
                  <a:srgbClr val="660E7A"/>
                </a:solidFill>
                <a:latin typeface="+mn-ea"/>
              </a:rPr>
              <a:t>mCount </a:t>
            </a:r>
            <a:r>
              <a:rPr lang="ko-KR" altLang="ko-KR" sz="1200" dirty="0">
                <a:solidFill>
                  <a:srgbClr val="000000"/>
                </a:solidFill>
                <a:latin typeface="+mn-ea"/>
              </a:rPr>
              <a:t>+ </a:t>
            </a:r>
            <a:r>
              <a:rPr lang="ko-KR" altLang="ko-KR" sz="1200" b="1" dirty="0">
                <a:solidFill>
                  <a:srgbClr val="008000"/>
                </a:solidFill>
                <a:latin typeface="+mn-ea"/>
              </a:rPr>
              <a:t>": ACTION_BATTERY_OKAY"</a:t>
            </a:r>
            <a:r>
              <a:rPr lang="ko-KR" altLang="ko-KR" sz="1200" dirty="0">
                <a:solidFill>
                  <a:srgbClr val="000000"/>
                </a:solidFill>
                <a:latin typeface="+mn-ea"/>
              </a:rPr>
              <a:t>);</a:t>
            </a:r>
            <a:br>
              <a:rPr lang="ko-KR" altLang="ko-KR" sz="1200" dirty="0">
                <a:solidFill>
                  <a:srgbClr val="000000"/>
                </a:solidFill>
                <a:latin typeface="+mn-ea"/>
              </a:rPr>
            </a:br>
            <a:r>
              <a:rPr lang="ko-KR" altLang="ko-KR" sz="1200" dirty="0">
                <a:solidFill>
                  <a:srgbClr val="000000"/>
                </a:solidFill>
                <a:latin typeface="+mn-ea"/>
              </a:rPr>
              <a:t>        }</a:t>
            </a:r>
            <a:br>
              <a:rPr lang="ko-KR" altLang="ko-KR" sz="1200" dirty="0">
                <a:solidFill>
                  <a:srgbClr val="000000"/>
                </a:solidFill>
                <a:latin typeface="+mn-ea"/>
              </a:rPr>
            </a:br>
            <a:r>
              <a:rPr lang="en-US" altLang="ko-KR" sz="1200" dirty="0" smtClean="0">
                <a:solidFill>
                  <a:srgbClr val="000000"/>
                </a:solidFill>
                <a:latin typeface="+mn-ea"/>
              </a:rPr>
              <a:t>        </a:t>
            </a:r>
            <a:r>
              <a:rPr lang="ko-KR" altLang="ko-KR" sz="1200" b="1" dirty="0" smtClean="0">
                <a:solidFill>
                  <a:srgbClr val="000080"/>
                </a:solidFill>
                <a:latin typeface="+mn-ea"/>
              </a:rPr>
              <a:t>else </a:t>
            </a:r>
            <a:r>
              <a:rPr lang="ko-KR" altLang="ko-KR" sz="1200" b="1" dirty="0">
                <a:solidFill>
                  <a:srgbClr val="000080"/>
                </a:solidFill>
                <a:latin typeface="+mn-ea"/>
              </a:rPr>
              <a:t>if </a:t>
            </a:r>
            <a:r>
              <a:rPr lang="ko-KR" altLang="ko-KR" sz="1200" dirty="0">
                <a:solidFill>
                  <a:srgbClr val="000000"/>
                </a:solidFill>
                <a:latin typeface="+mn-ea"/>
              </a:rPr>
              <a:t>(act.equals(Intent.</a:t>
            </a:r>
            <a:r>
              <a:rPr lang="ko-KR" altLang="ko-KR" sz="1200" b="1" i="1" dirty="0">
                <a:solidFill>
                  <a:srgbClr val="660E7A"/>
                </a:solidFill>
                <a:latin typeface="+mn-ea"/>
              </a:rPr>
              <a:t>ACTION_POWER_CONNECTED</a:t>
            </a:r>
            <a:r>
              <a:rPr lang="ko-KR" altLang="ko-KR" sz="1200" dirty="0">
                <a:solidFill>
                  <a:srgbClr val="000000"/>
                </a:solidFill>
                <a:latin typeface="+mn-ea"/>
              </a:rPr>
              <a:t>)) {</a:t>
            </a:r>
            <a:br>
              <a:rPr lang="ko-KR" altLang="ko-KR" sz="1200" dirty="0">
                <a:solidFill>
                  <a:srgbClr val="000000"/>
                </a:solidFill>
                <a:latin typeface="+mn-ea"/>
              </a:rPr>
            </a:br>
            <a:r>
              <a:rPr lang="ko-KR" altLang="ko-KR" sz="1200" dirty="0">
                <a:solidFill>
                  <a:srgbClr val="000000"/>
                </a:solidFill>
                <a:latin typeface="+mn-ea"/>
              </a:rPr>
              <a:t>            </a:t>
            </a:r>
            <a:r>
              <a:rPr lang="ko-KR" altLang="ko-KR" sz="1200" dirty="0" err="1" smtClean="0">
                <a:solidFill>
                  <a:srgbClr val="000000"/>
                </a:solidFill>
                <a:latin typeface="+mn-ea"/>
              </a:rPr>
              <a:t>Log</a:t>
            </a:r>
            <a:r>
              <a:rPr lang="en-US" altLang="ko-KR" sz="1200" dirty="0" smtClean="0">
                <a:solidFill>
                  <a:srgbClr val="000000"/>
                </a:solidFill>
                <a:latin typeface="+mn-ea"/>
              </a:rPr>
              <a:t>.d</a:t>
            </a:r>
            <a:r>
              <a:rPr lang="ko-KR" altLang="ko-KR" sz="1200" dirty="0" smtClean="0">
                <a:solidFill>
                  <a:srgbClr val="000000"/>
                </a:solidFill>
                <a:latin typeface="+mn-ea"/>
              </a:rPr>
              <a:t>(</a:t>
            </a:r>
            <a:r>
              <a:rPr lang="ko-KR" altLang="ko-KR" sz="1200" b="1" dirty="0" smtClean="0">
                <a:solidFill>
                  <a:srgbClr val="008000"/>
                </a:solidFill>
                <a:latin typeface="+mn-ea"/>
              </a:rPr>
              <a:t>"</a:t>
            </a:r>
            <a:r>
              <a:rPr lang="ko-KR" altLang="ko-KR" sz="1200" b="1" dirty="0">
                <a:solidFill>
                  <a:srgbClr val="008000"/>
                </a:solidFill>
                <a:latin typeface="+mn-ea"/>
              </a:rPr>
              <a:t>WatchSystem"</a:t>
            </a:r>
            <a:r>
              <a:rPr lang="ko-KR" altLang="ko-KR" sz="1200" dirty="0">
                <a:solidFill>
                  <a:srgbClr val="000000"/>
                </a:solidFill>
                <a:latin typeface="+mn-ea"/>
              </a:rPr>
              <a:t>, </a:t>
            </a:r>
            <a:r>
              <a:rPr lang="ko-KR" altLang="ko-KR" sz="1200" b="1" dirty="0">
                <a:solidFill>
                  <a:srgbClr val="008000"/>
                </a:solidFill>
                <a:latin typeface="+mn-ea"/>
              </a:rPr>
              <a:t>"BR" </a:t>
            </a:r>
            <a:r>
              <a:rPr lang="ko-KR" altLang="ko-KR" sz="1200" dirty="0">
                <a:solidFill>
                  <a:srgbClr val="000000"/>
                </a:solidFill>
                <a:latin typeface="+mn-ea"/>
              </a:rPr>
              <a:t>+ </a:t>
            </a:r>
            <a:r>
              <a:rPr lang="ko-KR" altLang="ko-KR" sz="1200" b="1" dirty="0">
                <a:solidFill>
                  <a:srgbClr val="660E7A"/>
                </a:solidFill>
                <a:latin typeface="+mn-ea"/>
              </a:rPr>
              <a:t>mCount </a:t>
            </a:r>
            <a:r>
              <a:rPr lang="ko-KR" altLang="ko-KR" sz="1200" dirty="0">
                <a:solidFill>
                  <a:srgbClr val="000000"/>
                </a:solidFill>
                <a:latin typeface="+mn-ea"/>
              </a:rPr>
              <a:t>+ </a:t>
            </a:r>
            <a:r>
              <a:rPr lang="ko-KR" altLang="ko-KR" sz="1200" b="1" dirty="0">
                <a:solidFill>
                  <a:srgbClr val="008000"/>
                </a:solidFill>
                <a:latin typeface="+mn-ea"/>
              </a:rPr>
              <a:t>": ACTION_POWER_CONNECTED"</a:t>
            </a:r>
            <a:r>
              <a:rPr lang="ko-KR" altLang="ko-KR" sz="1200" dirty="0">
                <a:solidFill>
                  <a:srgbClr val="000000"/>
                </a:solidFill>
                <a:latin typeface="+mn-ea"/>
              </a:rPr>
              <a:t>);</a:t>
            </a:r>
            <a:br>
              <a:rPr lang="ko-KR" altLang="ko-KR" sz="1200" dirty="0">
                <a:solidFill>
                  <a:srgbClr val="000000"/>
                </a:solidFill>
                <a:latin typeface="+mn-ea"/>
              </a:rPr>
            </a:br>
            <a:r>
              <a:rPr lang="ko-KR" altLang="ko-KR" sz="1200" dirty="0">
                <a:solidFill>
                  <a:srgbClr val="000000"/>
                </a:solidFill>
                <a:latin typeface="+mn-ea"/>
              </a:rPr>
              <a:t>        </a:t>
            </a:r>
            <a:r>
              <a:rPr lang="ko-KR" altLang="ko-KR" sz="1200" dirty="0" smtClean="0">
                <a:solidFill>
                  <a:srgbClr val="000000"/>
                </a:solidFill>
                <a:latin typeface="+mn-ea"/>
              </a:rPr>
              <a:t>}</a:t>
            </a:r>
            <a:r>
              <a:rPr lang="ko-KR" altLang="ko-KR" sz="1200" dirty="0">
                <a:solidFill>
                  <a:srgbClr val="000000"/>
                </a:solidFill>
                <a:latin typeface="+mn-ea"/>
              </a:rPr>
              <a:t/>
            </a:r>
            <a:br>
              <a:rPr lang="ko-KR" altLang="ko-KR" sz="1200" dirty="0">
                <a:solidFill>
                  <a:srgbClr val="000000"/>
                </a:solidFill>
                <a:latin typeface="+mn-ea"/>
              </a:rPr>
            </a:br>
            <a:r>
              <a:rPr lang="ko-KR" altLang="ko-KR" sz="1200" dirty="0">
                <a:solidFill>
                  <a:srgbClr val="000000"/>
                </a:solidFill>
                <a:latin typeface="+mn-ea"/>
              </a:rPr>
              <a:t>        </a:t>
            </a:r>
            <a:r>
              <a:rPr lang="ko-KR" altLang="ko-KR" sz="1200" b="1" dirty="0">
                <a:solidFill>
                  <a:srgbClr val="000080"/>
                </a:solidFill>
                <a:latin typeface="+mn-ea"/>
              </a:rPr>
              <a:t>else if </a:t>
            </a:r>
            <a:r>
              <a:rPr lang="ko-KR" altLang="ko-KR" sz="1200" dirty="0">
                <a:solidFill>
                  <a:srgbClr val="000000"/>
                </a:solidFill>
                <a:latin typeface="+mn-ea"/>
              </a:rPr>
              <a:t>(act.equals(Intent.</a:t>
            </a:r>
            <a:r>
              <a:rPr lang="ko-KR" altLang="ko-KR" sz="1200" b="1" i="1" dirty="0">
                <a:solidFill>
                  <a:srgbClr val="660E7A"/>
                </a:solidFill>
                <a:latin typeface="+mn-ea"/>
              </a:rPr>
              <a:t>ACTION_POWER_DISCONNECTED</a:t>
            </a:r>
            <a:r>
              <a:rPr lang="ko-KR" altLang="ko-KR" sz="1200" dirty="0">
                <a:solidFill>
                  <a:srgbClr val="000000"/>
                </a:solidFill>
                <a:latin typeface="+mn-ea"/>
              </a:rPr>
              <a:t>)) {</a:t>
            </a:r>
            <a:br>
              <a:rPr lang="ko-KR" altLang="ko-KR" sz="1200" dirty="0">
                <a:solidFill>
                  <a:srgbClr val="000000"/>
                </a:solidFill>
                <a:latin typeface="+mn-ea"/>
              </a:rPr>
            </a:br>
            <a:r>
              <a:rPr lang="ko-KR" altLang="ko-KR" sz="1200" dirty="0">
                <a:solidFill>
                  <a:srgbClr val="000000"/>
                </a:solidFill>
                <a:latin typeface="+mn-ea"/>
              </a:rPr>
              <a:t>            </a:t>
            </a:r>
            <a:r>
              <a:rPr lang="ko-KR" altLang="ko-KR" sz="1200" dirty="0" err="1" smtClean="0">
                <a:solidFill>
                  <a:srgbClr val="000000"/>
                </a:solidFill>
                <a:latin typeface="+mn-ea"/>
              </a:rPr>
              <a:t>Log</a:t>
            </a:r>
            <a:r>
              <a:rPr lang="ko-KR" altLang="ko-KR" sz="1200" dirty="0" smtClean="0">
                <a:solidFill>
                  <a:srgbClr val="000000"/>
                </a:solidFill>
                <a:latin typeface="+mn-ea"/>
              </a:rPr>
              <a:t>.</a:t>
            </a:r>
            <a:r>
              <a:rPr lang="en-US" altLang="ko-KR" sz="1200" i="1" dirty="0">
                <a:solidFill>
                  <a:srgbClr val="000000"/>
                </a:solidFill>
                <a:latin typeface="+mn-ea"/>
              </a:rPr>
              <a:t>d</a:t>
            </a:r>
            <a:r>
              <a:rPr lang="ko-KR" altLang="ko-KR" sz="1200" dirty="0" smtClean="0">
                <a:solidFill>
                  <a:srgbClr val="000000"/>
                </a:solidFill>
                <a:latin typeface="+mn-ea"/>
              </a:rPr>
              <a:t>(</a:t>
            </a:r>
            <a:r>
              <a:rPr lang="ko-KR" altLang="ko-KR" sz="1200" b="1" dirty="0" smtClean="0">
                <a:solidFill>
                  <a:srgbClr val="008000"/>
                </a:solidFill>
                <a:latin typeface="+mn-ea"/>
              </a:rPr>
              <a:t>"</a:t>
            </a:r>
            <a:r>
              <a:rPr lang="ko-KR" altLang="ko-KR" sz="1200" b="1" dirty="0">
                <a:solidFill>
                  <a:srgbClr val="008000"/>
                </a:solidFill>
                <a:latin typeface="+mn-ea"/>
              </a:rPr>
              <a:t>WatchSystem"</a:t>
            </a:r>
            <a:r>
              <a:rPr lang="ko-KR" altLang="ko-KR" sz="1200" dirty="0">
                <a:solidFill>
                  <a:srgbClr val="000000"/>
                </a:solidFill>
                <a:latin typeface="+mn-ea"/>
              </a:rPr>
              <a:t>, </a:t>
            </a:r>
            <a:r>
              <a:rPr lang="ko-KR" altLang="ko-KR" sz="1200" b="1" dirty="0">
                <a:solidFill>
                  <a:srgbClr val="008000"/>
                </a:solidFill>
                <a:latin typeface="+mn-ea"/>
              </a:rPr>
              <a:t>"BR" </a:t>
            </a:r>
            <a:r>
              <a:rPr lang="ko-KR" altLang="ko-KR" sz="1200" dirty="0">
                <a:solidFill>
                  <a:srgbClr val="000000"/>
                </a:solidFill>
                <a:latin typeface="+mn-ea"/>
              </a:rPr>
              <a:t>+ </a:t>
            </a:r>
            <a:r>
              <a:rPr lang="ko-KR" altLang="ko-KR" sz="1200" b="1" dirty="0">
                <a:solidFill>
                  <a:srgbClr val="660E7A"/>
                </a:solidFill>
                <a:latin typeface="+mn-ea"/>
              </a:rPr>
              <a:t>mCount </a:t>
            </a:r>
            <a:r>
              <a:rPr lang="ko-KR" altLang="ko-KR" sz="1200" dirty="0">
                <a:solidFill>
                  <a:srgbClr val="000000"/>
                </a:solidFill>
                <a:latin typeface="+mn-ea"/>
              </a:rPr>
              <a:t>+ </a:t>
            </a:r>
            <a:r>
              <a:rPr lang="ko-KR" altLang="ko-KR" sz="1200" b="1" dirty="0">
                <a:solidFill>
                  <a:srgbClr val="008000"/>
                </a:solidFill>
                <a:latin typeface="+mn-ea"/>
              </a:rPr>
              <a:t>": ACTION_POWER_DISCONNECTED"</a:t>
            </a:r>
            <a:r>
              <a:rPr lang="ko-KR" altLang="ko-KR" sz="1200" dirty="0">
                <a:solidFill>
                  <a:srgbClr val="000000"/>
                </a:solidFill>
                <a:latin typeface="+mn-ea"/>
              </a:rPr>
              <a:t>);</a:t>
            </a:r>
            <a:br>
              <a:rPr lang="ko-KR" altLang="ko-KR" sz="1200" dirty="0">
                <a:solidFill>
                  <a:srgbClr val="000000"/>
                </a:solidFill>
                <a:latin typeface="+mn-ea"/>
              </a:rPr>
            </a:br>
            <a:r>
              <a:rPr lang="ko-KR" altLang="ko-KR" sz="1200" dirty="0">
                <a:solidFill>
                  <a:srgbClr val="000000"/>
                </a:solidFill>
                <a:latin typeface="+mn-ea"/>
              </a:rPr>
              <a:t>        }</a:t>
            </a:r>
            <a:br>
              <a:rPr lang="ko-KR" altLang="ko-KR" sz="1200" dirty="0">
                <a:solidFill>
                  <a:srgbClr val="000000"/>
                </a:solidFill>
                <a:latin typeface="+mn-ea"/>
              </a:rPr>
            </a:br>
            <a:r>
              <a:rPr lang="ko-KR" altLang="ko-KR" sz="1200" dirty="0">
                <a:solidFill>
                  <a:srgbClr val="000000"/>
                </a:solidFill>
                <a:latin typeface="+mn-ea"/>
              </a:rPr>
              <a:t>        </a:t>
            </a:r>
            <a:r>
              <a:rPr lang="ko-KR" altLang="ko-KR" sz="1200" b="1" dirty="0">
                <a:solidFill>
                  <a:srgbClr val="000080"/>
                </a:solidFill>
                <a:latin typeface="+mn-ea"/>
              </a:rPr>
              <a:t>else if </a:t>
            </a:r>
            <a:r>
              <a:rPr lang="ko-KR" altLang="ko-KR" sz="1200" dirty="0">
                <a:solidFill>
                  <a:srgbClr val="000000"/>
                </a:solidFill>
                <a:latin typeface="+mn-ea"/>
              </a:rPr>
              <a:t>(act.equals(Intent.</a:t>
            </a:r>
            <a:r>
              <a:rPr lang="ko-KR" altLang="ko-KR" sz="1200" b="1" i="1" dirty="0">
                <a:solidFill>
                  <a:srgbClr val="660E7A"/>
                </a:solidFill>
                <a:latin typeface="+mn-ea"/>
              </a:rPr>
              <a:t>ACTION_MEDIA_MOUNTED</a:t>
            </a:r>
            <a:r>
              <a:rPr lang="ko-KR" altLang="ko-KR" sz="1200" dirty="0">
                <a:solidFill>
                  <a:srgbClr val="000000"/>
                </a:solidFill>
                <a:latin typeface="+mn-ea"/>
              </a:rPr>
              <a:t>)) {</a:t>
            </a:r>
            <a:br>
              <a:rPr lang="ko-KR" altLang="ko-KR" sz="1200" dirty="0">
                <a:solidFill>
                  <a:srgbClr val="000000"/>
                </a:solidFill>
                <a:latin typeface="+mn-ea"/>
              </a:rPr>
            </a:br>
            <a:r>
              <a:rPr lang="ko-KR" altLang="ko-KR" sz="1200" dirty="0">
                <a:solidFill>
                  <a:srgbClr val="000000"/>
                </a:solidFill>
                <a:latin typeface="+mn-ea"/>
              </a:rPr>
              <a:t>            </a:t>
            </a:r>
            <a:r>
              <a:rPr lang="ko-KR" altLang="ko-KR" sz="1200" dirty="0" err="1" smtClean="0">
                <a:solidFill>
                  <a:srgbClr val="000000"/>
                </a:solidFill>
                <a:latin typeface="+mn-ea"/>
              </a:rPr>
              <a:t>Log</a:t>
            </a:r>
            <a:r>
              <a:rPr lang="ko-KR" altLang="ko-KR" sz="1200" dirty="0" smtClean="0">
                <a:solidFill>
                  <a:srgbClr val="000000"/>
                </a:solidFill>
                <a:latin typeface="+mn-ea"/>
              </a:rPr>
              <a:t>.</a:t>
            </a:r>
            <a:r>
              <a:rPr lang="en-US" altLang="ko-KR" sz="1200" i="1" dirty="0">
                <a:solidFill>
                  <a:srgbClr val="000000"/>
                </a:solidFill>
                <a:latin typeface="+mn-ea"/>
              </a:rPr>
              <a:t>d</a:t>
            </a:r>
            <a:r>
              <a:rPr lang="ko-KR" altLang="ko-KR" sz="1200" dirty="0" smtClean="0">
                <a:solidFill>
                  <a:srgbClr val="000000"/>
                </a:solidFill>
                <a:latin typeface="+mn-ea"/>
              </a:rPr>
              <a:t>(</a:t>
            </a:r>
            <a:r>
              <a:rPr lang="ko-KR" altLang="ko-KR" sz="1200" b="1" dirty="0" smtClean="0">
                <a:solidFill>
                  <a:srgbClr val="008000"/>
                </a:solidFill>
                <a:latin typeface="+mn-ea"/>
              </a:rPr>
              <a:t>"</a:t>
            </a:r>
            <a:r>
              <a:rPr lang="ko-KR" altLang="ko-KR" sz="1200" b="1" dirty="0">
                <a:solidFill>
                  <a:srgbClr val="008000"/>
                </a:solidFill>
                <a:latin typeface="+mn-ea"/>
              </a:rPr>
              <a:t>WatchSystem"</a:t>
            </a:r>
            <a:r>
              <a:rPr lang="ko-KR" altLang="ko-KR" sz="1200" dirty="0">
                <a:solidFill>
                  <a:srgbClr val="000000"/>
                </a:solidFill>
                <a:latin typeface="+mn-ea"/>
              </a:rPr>
              <a:t>, </a:t>
            </a:r>
            <a:r>
              <a:rPr lang="ko-KR" altLang="ko-KR" sz="1200" b="1" dirty="0">
                <a:solidFill>
                  <a:srgbClr val="008000"/>
                </a:solidFill>
                <a:latin typeface="+mn-ea"/>
              </a:rPr>
              <a:t>"BR" </a:t>
            </a:r>
            <a:r>
              <a:rPr lang="ko-KR" altLang="ko-KR" sz="1200" dirty="0">
                <a:solidFill>
                  <a:srgbClr val="000000"/>
                </a:solidFill>
                <a:latin typeface="+mn-ea"/>
              </a:rPr>
              <a:t>+ </a:t>
            </a:r>
            <a:r>
              <a:rPr lang="ko-KR" altLang="ko-KR" sz="1200" b="1" dirty="0">
                <a:solidFill>
                  <a:srgbClr val="660E7A"/>
                </a:solidFill>
                <a:latin typeface="+mn-ea"/>
              </a:rPr>
              <a:t>mCount </a:t>
            </a:r>
            <a:r>
              <a:rPr lang="ko-KR" altLang="ko-KR" sz="1200" dirty="0">
                <a:solidFill>
                  <a:srgbClr val="000000"/>
                </a:solidFill>
                <a:latin typeface="+mn-ea"/>
              </a:rPr>
              <a:t>+ </a:t>
            </a:r>
            <a:r>
              <a:rPr lang="ko-KR" altLang="ko-KR" sz="1200" b="1" dirty="0">
                <a:solidFill>
                  <a:srgbClr val="008000"/>
                </a:solidFill>
                <a:latin typeface="+mn-ea"/>
              </a:rPr>
              <a:t>": ACTION_MEDIA_MOUNTED"</a:t>
            </a:r>
            <a:r>
              <a:rPr lang="ko-KR" altLang="ko-KR" sz="1200" dirty="0">
                <a:solidFill>
                  <a:srgbClr val="000000"/>
                </a:solidFill>
                <a:latin typeface="+mn-ea"/>
              </a:rPr>
              <a:t>);</a:t>
            </a:r>
            <a:br>
              <a:rPr lang="ko-KR" altLang="ko-KR" sz="1200" dirty="0">
                <a:solidFill>
                  <a:srgbClr val="000000"/>
                </a:solidFill>
                <a:latin typeface="+mn-ea"/>
              </a:rPr>
            </a:br>
            <a:r>
              <a:rPr lang="ko-KR" altLang="ko-KR" sz="1200" dirty="0">
                <a:solidFill>
                  <a:srgbClr val="000000"/>
                </a:solidFill>
                <a:latin typeface="+mn-ea"/>
              </a:rPr>
              <a:t>        }</a:t>
            </a:r>
            <a:br>
              <a:rPr lang="ko-KR" altLang="ko-KR" sz="1200" dirty="0">
                <a:solidFill>
                  <a:srgbClr val="000000"/>
                </a:solidFill>
                <a:latin typeface="+mn-ea"/>
              </a:rPr>
            </a:br>
            <a:r>
              <a:rPr lang="ko-KR" altLang="ko-KR" sz="1200" dirty="0">
                <a:solidFill>
                  <a:srgbClr val="000000"/>
                </a:solidFill>
                <a:latin typeface="+mn-ea"/>
              </a:rPr>
              <a:t>        </a:t>
            </a:r>
            <a:r>
              <a:rPr lang="ko-KR" altLang="ko-KR" sz="1200" b="1" dirty="0">
                <a:solidFill>
                  <a:srgbClr val="000080"/>
                </a:solidFill>
                <a:latin typeface="+mn-ea"/>
              </a:rPr>
              <a:t>else if </a:t>
            </a:r>
            <a:r>
              <a:rPr lang="ko-KR" altLang="ko-KR" sz="1200" dirty="0">
                <a:solidFill>
                  <a:srgbClr val="000000"/>
                </a:solidFill>
                <a:latin typeface="+mn-ea"/>
              </a:rPr>
              <a:t>(act.equals(Intent.</a:t>
            </a:r>
            <a:r>
              <a:rPr lang="ko-KR" altLang="ko-KR" sz="1200" b="1" i="1" dirty="0">
                <a:solidFill>
                  <a:srgbClr val="660E7A"/>
                </a:solidFill>
                <a:latin typeface="+mn-ea"/>
              </a:rPr>
              <a:t>ACTION_MEDIA_UNMOUNTED</a:t>
            </a:r>
            <a:r>
              <a:rPr lang="ko-KR" altLang="ko-KR" sz="1200" dirty="0">
                <a:solidFill>
                  <a:srgbClr val="000000"/>
                </a:solidFill>
                <a:latin typeface="+mn-ea"/>
              </a:rPr>
              <a:t>)) {</a:t>
            </a:r>
            <a:br>
              <a:rPr lang="ko-KR" altLang="ko-KR" sz="1200" dirty="0">
                <a:solidFill>
                  <a:srgbClr val="000000"/>
                </a:solidFill>
                <a:latin typeface="+mn-ea"/>
              </a:rPr>
            </a:br>
            <a:r>
              <a:rPr lang="ko-KR" altLang="ko-KR" sz="1200" dirty="0">
                <a:solidFill>
                  <a:srgbClr val="000000"/>
                </a:solidFill>
                <a:latin typeface="+mn-ea"/>
              </a:rPr>
              <a:t>            </a:t>
            </a:r>
            <a:r>
              <a:rPr lang="ko-KR" altLang="ko-KR" sz="1200" dirty="0" err="1" smtClean="0">
                <a:solidFill>
                  <a:srgbClr val="000000"/>
                </a:solidFill>
                <a:latin typeface="+mn-ea"/>
              </a:rPr>
              <a:t>Log</a:t>
            </a:r>
            <a:r>
              <a:rPr lang="ko-KR" altLang="ko-KR" sz="1200" dirty="0" smtClean="0">
                <a:solidFill>
                  <a:srgbClr val="000000"/>
                </a:solidFill>
                <a:latin typeface="+mn-ea"/>
              </a:rPr>
              <a:t>.</a:t>
            </a:r>
            <a:r>
              <a:rPr lang="en-US" altLang="ko-KR" sz="1200" i="1" dirty="0">
                <a:solidFill>
                  <a:srgbClr val="000000"/>
                </a:solidFill>
                <a:latin typeface="+mn-ea"/>
              </a:rPr>
              <a:t>d</a:t>
            </a:r>
            <a:r>
              <a:rPr lang="ko-KR" altLang="ko-KR" sz="1200" dirty="0" smtClean="0">
                <a:solidFill>
                  <a:srgbClr val="000000"/>
                </a:solidFill>
                <a:latin typeface="+mn-ea"/>
              </a:rPr>
              <a:t>(</a:t>
            </a:r>
            <a:r>
              <a:rPr lang="ko-KR" altLang="ko-KR" sz="1200" b="1" dirty="0" smtClean="0">
                <a:solidFill>
                  <a:srgbClr val="008000"/>
                </a:solidFill>
                <a:latin typeface="+mn-ea"/>
              </a:rPr>
              <a:t>"</a:t>
            </a:r>
            <a:r>
              <a:rPr lang="ko-KR" altLang="ko-KR" sz="1200" b="1" dirty="0">
                <a:solidFill>
                  <a:srgbClr val="008000"/>
                </a:solidFill>
                <a:latin typeface="+mn-ea"/>
              </a:rPr>
              <a:t>WatchSystem"</a:t>
            </a:r>
            <a:r>
              <a:rPr lang="ko-KR" altLang="ko-KR" sz="1200" dirty="0">
                <a:solidFill>
                  <a:srgbClr val="000000"/>
                </a:solidFill>
                <a:latin typeface="+mn-ea"/>
              </a:rPr>
              <a:t>, </a:t>
            </a:r>
            <a:r>
              <a:rPr lang="ko-KR" altLang="ko-KR" sz="1200" b="1" dirty="0">
                <a:solidFill>
                  <a:srgbClr val="008000"/>
                </a:solidFill>
                <a:latin typeface="+mn-ea"/>
              </a:rPr>
              <a:t>"BR" </a:t>
            </a:r>
            <a:r>
              <a:rPr lang="ko-KR" altLang="ko-KR" sz="1200" dirty="0">
                <a:solidFill>
                  <a:srgbClr val="000000"/>
                </a:solidFill>
                <a:latin typeface="+mn-ea"/>
              </a:rPr>
              <a:t>+ </a:t>
            </a:r>
            <a:r>
              <a:rPr lang="ko-KR" altLang="ko-KR" sz="1200" b="1" dirty="0">
                <a:solidFill>
                  <a:srgbClr val="660E7A"/>
                </a:solidFill>
                <a:latin typeface="+mn-ea"/>
              </a:rPr>
              <a:t>mCount </a:t>
            </a:r>
            <a:r>
              <a:rPr lang="ko-KR" altLang="ko-KR" sz="1200" dirty="0">
                <a:solidFill>
                  <a:srgbClr val="000000"/>
                </a:solidFill>
                <a:latin typeface="+mn-ea"/>
              </a:rPr>
              <a:t>+ </a:t>
            </a:r>
            <a:r>
              <a:rPr lang="ko-KR" altLang="ko-KR" sz="1200" b="1" dirty="0">
                <a:solidFill>
                  <a:srgbClr val="008000"/>
                </a:solidFill>
                <a:latin typeface="+mn-ea"/>
              </a:rPr>
              <a:t>": ACTION_MEDIA_UNMOUNTED"</a:t>
            </a:r>
            <a:r>
              <a:rPr lang="ko-KR" altLang="ko-KR" sz="1200" dirty="0">
                <a:solidFill>
                  <a:srgbClr val="000000"/>
                </a:solidFill>
                <a:latin typeface="+mn-ea"/>
              </a:rPr>
              <a:t>);</a:t>
            </a:r>
            <a:br>
              <a:rPr lang="ko-KR" altLang="ko-KR" sz="1200" dirty="0">
                <a:solidFill>
                  <a:srgbClr val="000000"/>
                </a:solidFill>
                <a:latin typeface="+mn-ea"/>
              </a:rPr>
            </a:br>
            <a:r>
              <a:rPr lang="ko-KR" altLang="ko-KR" sz="1200" dirty="0">
                <a:solidFill>
                  <a:srgbClr val="000000"/>
                </a:solidFill>
                <a:latin typeface="+mn-ea"/>
              </a:rPr>
              <a:t>        }</a:t>
            </a:r>
            <a:br>
              <a:rPr lang="ko-KR" altLang="ko-KR" sz="1200" dirty="0">
                <a:solidFill>
                  <a:srgbClr val="000000"/>
                </a:solidFill>
                <a:latin typeface="+mn-ea"/>
              </a:rPr>
            </a:br>
            <a:r>
              <a:rPr lang="ko-KR" altLang="ko-KR" sz="1200" dirty="0">
                <a:solidFill>
                  <a:srgbClr val="000000"/>
                </a:solidFill>
                <a:latin typeface="+mn-ea"/>
              </a:rPr>
              <a:t>    }</a:t>
            </a:r>
            <a:br>
              <a:rPr lang="ko-KR" altLang="ko-KR" sz="1200" dirty="0">
                <a:solidFill>
                  <a:srgbClr val="000000"/>
                </a:solidFill>
                <a:latin typeface="+mn-ea"/>
              </a:rPr>
            </a:br>
            <a:r>
              <a:rPr lang="ko-KR" altLang="ko-KR" sz="1200" dirty="0">
                <a:solidFill>
                  <a:srgbClr val="000000"/>
                </a:solidFill>
                <a:latin typeface="+mn-ea"/>
              </a:rPr>
              <a:t>}</a:t>
            </a:r>
            <a:endParaRPr lang="ko-KR" altLang="ko-KR" sz="3200" dirty="0">
              <a:latin typeface="+mn-ea"/>
            </a:endParaRPr>
          </a:p>
        </p:txBody>
      </p:sp>
    </p:spTree>
    <p:extLst>
      <p:ext uri="{BB962C8B-B14F-4D97-AF65-F5344CB8AC3E}">
        <p14:creationId xmlns:p14="http://schemas.microsoft.com/office/powerpoint/2010/main" val="16446212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9804" y="2140834"/>
            <a:ext cx="5184392" cy="4352933"/>
          </a:xfrm>
          <a:prstGeom prst="rect">
            <a:avLst/>
          </a:prstGeom>
        </p:spPr>
      </p:pic>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16</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smtClean="0"/>
              <a:t>Background Daemon</a:t>
            </a:r>
            <a:endParaRPr lang="ko-KR" altLang="en-US" dirty="0"/>
          </a:p>
        </p:txBody>
      </p:sp>
      <p:sp>
        <p:nvSpPr>
          <p:cNvPr id="17" name="내용 개체 틀 2"/>
          <p:cNvSpPr txBox="1">
            <a:spLocks/>
          </p:cNvSpPr>
          <p:nvPr/>
        </p:nvSpPr>
        <p:spPr>
          <a:xfrm>
            <a:off x="457200" y="1484672"/>
            <a:ext cx="8229600" cy="4641492"/>
          </a:xfrm>
          <a:prstGeom prst="rect">
            <a:avLst/>
          </a:prstGeom>
        </p:spPr>
        <p:txBody>
          <a:bodyPr/>
          <a:lstStyle>
            <a:lvl1pPr marL="342900" indent="-342900" algn="l" defTabSz="914400" rtl="0" eaLnBrk="1" latinLnBrk="1" hangingPunct="1">
              <a:spcBef>
                <a:spcPct val="20000"/>
              </a:spcBef>
              <a:buFont typeface="Arial" pitchFamily="34" charset="0"/>
              <a:buChar char="•"/>
              <a:defRPr sz="2400" kern="1200">
                <a:solidFill>
                  <a:schemeClr val="tx1"/>
                </a:solidFill>
                <a:latin typeface="Calibri" pitchFamily="34" charset="0"/>
                <a:ea typeface="+mn-ea"/>
                <a:cs typeface="Calibri" pitchFamily="34" charset="0"/>
              </a:defRPr>
            </a:lvl1pPr>
            <a:lvl2pPr marL="742950" indent="-285750" algn="l" defTabSz="914400" rtl="0" eaLnBrk="1" latinLnBrk="1" hangingPunct="1">
              <a:spcBef>
                <a:spcPct val="20000"/>
              </a:spcBef>
              <a:buFont typeface="Courier New" pitchFamily="49" charset="0"/>
              <a:buChar char="o"/>
              <a:defRPr sz="1600" kern="1200">
                <a:solidFill>
                  <a:schemeClr val="tx1"/>
                </a:solidFill>
                <a:latin typeface="Calibri" pitchFamily="34" charset="0"/>
                <a:ea typeface="+mn-ea"/>
                <a:cs typeface="Calibri" pitchFamily="34" charset="0"/>
              </a:defRPr>
            </a:lvl2pPr>
            <a:lvl3pPr marL="1143000" indent="-228600" algn="l" defTabSz="914400" rtl="0" eaLnBrk="1" latinLnBrk="1" hangingPunct="1">
              <a:spcBef>
                <a:spcPct val="20000"/>
              </a:spcBef>
              <a:buFont typeface="Arial" pitchFamily="34" charset="0"/>
              <a:buChar char="•"/>
              <a:defRPr sz="1600" kern="1200">
                <a:solidFill>
                  <a:schemeClr val="tx1"/>
                </a:solidFill>
                <a:latin typeface="Calibri" pitchFamily="34" charset="0"/>
                <a:ea typeface="+mn-ea"/>
                <a:cs typeface="Calibri" pitchFamily="34" charset="0"/>
              </a:defRPr>
            </a:lvl3pPr>
            <a:lvl4pPr marL="1600200" indent="-228600" algn="l" defTabSz="914400" rtl="0" eaLnBrk="1" latinLnBrk="1" hangingPunct="1">
              <a:spcBef>
                <a:spcPct val="20000"/>
              </a:spcBef>
              <a:buFont typeface="Courier New" pitchFamily="49" charset="0"/>
              <a:buChar char="o"/>
              <a:defRPr sz="1600" kern="1200">
                <a:solidFill>
                  <a:schemeClr val="tx1"/>
                </a:solidFill>
                <a:latin typeface="Calibri" pitchFamily="34" charset="0"/>
                <a:ea typeface="+mn-ea"/>
                <a:cs typeface="Calibri" pitchFamily="34" charset="0"/>
              </a:defRPr>
            </a:lvl4pPr>
            <a:lvl5pPr marL="2057400" indent="-228600" algn="l" defTabSz="914400" rtl="0" eaLnBrk="1" latinLnBrk="1" hangingPunct="1">
              <a:spcBef>
                <a:spcPct val="20000"/>
              </a:spcBef>
              <a:buFont typeface="Arial" pitchFamily="34" charset="0"/>
              <a:buChar char="•"/>
              <a:defRPr sz="1600" kern="1200">
                <a:solidFill>
                  <a:schemeClr val="tx1"/>
                </a:solidFill>
                <a:latin typeface="Calibri" pitchFamily="34" charset="0"/>
                <a:ea typeface="+mn-ea"/>
                <a:cs typeface="Calibri" pitchFamily="34" charset="0"/>
              </a:defRPr>
            </a:lvl5pPr>
            <a:lvl6pPr marL="2514600" indent="-228600" algn="l" defTabSz="914400" rtl="0" eaLnBrk="1" latinLnBrk="1"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1"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1"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1"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pPr lvl="1"/>
            <a:endParaRPr lang="ko-KR" altLang="en-US" dirty="0"/>
          </a:p>
        </p:txBody>
      </p:sp>
      <p:sp>
        <p:nvSpPr>
          <p:cNvPr id="20" name="직사각형 19"/>
          <p:cNvSpPr/>
          <p:nvPr/>
        </p:nvSpPr>
        <p:spPr>
          <a:xfrm>
            <a:off x="5943895" y="5091862"/>
            <a:ext cx="1213814" cy="2206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TextBox 6"/>
          <p:cNvSpPr txBox="1"/>
          <p:nvPr/>
        </p:nvSpPr>
        <p:spPr>
          <a:xfrm>
            <a:off x="457200" y="1401096"/>
            <a:ext cx="4305987" cy="646331"/>
          </a:xfrm>
          <a:prstGeom prst="rect">
            <a:avLst/>
          </a:prstGeom>
          <a:noFill/>
        </p:spPr>
        <p:txBody>
          <a:bodyPr wrap="none" rtlCol="0">
            <a:spAutoFit/>
          </a:bodyPr>
          <a:lstStyle/>
          <a:p>
            <a:r>
              <a:rPr lang="en-US" altLang="ko-KR" b="1" dirty="0" smtClean="0">
                <a:solidFill>
                  <a:prstClr val="black"/>
                </a:solidFill>
              </a:rPr>
              <a:t>BroadcastReceiverTest_2</a:t>
            </a:r>
          </a:p>
          <a:p>
            <a:r>
              <a:rPr lang="en-US" altLang="ko-KR" dirty="0" smtClean="0">
                <a:solidFill>
                  <a:prstClr val="black"/>
                </a:solidFill>
              </a:rPr>
              <a:t>Service </a:t>
            </a:r>
            <a:r>
              <a:rPr lang="ko-KR" altLang="en-US" dirty="0" smtClean="0">
                <a:solidFill>
                  <a:prstClr val="black"/>
                </a:solidFill>
              </a:rPr>
              <a:t>클래스</a:t>
            </a:r>
            <a:r>
              <a:rPr lang="en-US" altLang="ko-KR" dirty="0" smtClean="0">
                <a:solidFill>
                  <a:prstClr val="black"/>
                </a:solidFill>
              </a:rPr>
              <a:t> </a:t>
            </a:r>
            <a:r>
              <a:rPr lang="ko-KR" altLang="en-US" dirty="0" smtClean="0">
                <a:solidFill>
                  <a:prstClr val="black"/>
                </a:solidFill>
              </a:rPr>
              <a:t>생성 </a:t>
            </a:r>
            <a:r>
              <a:rPr lang="en-US" altLang="ko-KR" dirty="0">
                <a:solidFill>
                  <a:prstClr val="black"/>
                </a:solidFill>
              </a:rPr>
              <a:t>: </a:t>
            </a:r>
            <a:r>
              <a:rPr lang="en-US" altLang="ko-KR" dirty="0" err="1">
                <a:solidFill>
                  <a:prstClr val="black"/>
                </a:solidFill>
              </a:rPr>
              <a:t>FakeNewsDaemon</a:t>
            </a:r>
            <a:endParaRPr lang="ko-KR" altLang="en-US" dirty="0">
              <a:solidFill>
                <a:prstClr val="black"/>
              </a:solidFill>
            </a:endParaRPr>
          </a:p>
        </p:txBody>
      </p:sp>
    </p:spTree>
    <p:extLst>
      <p:ext uri="{BB962C8B-B14F-4D97-AF65-F5344CB8AC3E}">
        <p14:creationId xmlns:p14="http://schemas.microsoft.com/office/powerpoint/2010/main" val="5598739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17</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a:t>Background Daemon</a:t>
            </a:r>
            <a:endParaRPr lang="ko-KR" altLang="en-US" dirty="0"/>
          </a:p>
        </p:txBody>
      </p:sp>
      <p:sp>
        <p:nvSpPr>
          <p:cNvPr id="5" name="TextBox 4"/>
          <p:cNvSpPr txBox="1"/>
          <p:nvPr/>
        </p:nvSpPr>
        <p:spPr>
          <a:xfrm>
            <a:off x="676210" y="1640424"/>
            <a:ext cx="4371068" cy="646331"/>
          </a:xfrm>
          <a:prstGeom prst="rect">
            <a:avLst/>
          </a:prstGeom>
          <a:noFill/>
        </p:spPr>
        <p:txBody>
          <a:bodyPr wrap="none" rtlCol="0">
            <a:spAutoFit/>
          </a:bodyPr>
          <a:lstStyle/>
          <a:p>
            <a:r>
              <a:rPr lang="en-US" altLang="ko-KR" b="1" dirty="0" smtClean="0">
                <a:solidFill>
                  <a:prstClr val="black"/>
                </a:solidFill>
              </a:rPr>
              <a:t>BroadcastReceiverTest_2 (Daemon Test)</a:t>
            </a:r>
            <a:endParaRPr lang="en-US" altLang="ko-KR" b="1" dirty="0">
              <a:solidFill>
                <a:prstClr val="black"/>
              </a:solidFill>
            </a:endParaRPr>
          </a:p>
          <a:p>
            <a:r>
              <a:rPr lang="en-US" altLang="ko-KR" dirty="0" smtClean="0">
                <a:solidFill>
                  <a:prstClr val="black"/>
                </a:solidFill>
              </a:rPr>
              <a:t>FakeNewsDaemon.java</a:t>
            </a:r>
            <a:endParaRPr lang="ko-KR" altLang="en-US" dirty="0">
              <a:solidFill>
                <a:prstClr val="black"/>
              </a:solidFill>
            </a:endParaRPr>
          </a:p>
        </p:txBody>
      </p:sp>
      <p:sp>
        <p:nvSpPr>
          <p:cNvPr id="7" name="직사각형 6"/>
          <p:cNvSpPr/>
          <p:nvPr/>
        </p:nvSpPr>
        <p:spPr>
          <a:xfrm>
            <a:off x="3459415" y="2436607"/>
            <a:ext cx="2243062" cy="44577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ko-KR" dirty="0" err="1" smtClean="0"/>
              <a:t>onCreate</a:t>
            </a:r>
            <a:endParaRPr lang="ko-KR" altLang="en-US" dirty="0"/>
          </a:p>
        </p:txBody>
      </p:sp>
      <p:sp>
        <p:nvSpPr>
          <p:cNvPr id="9" name="직사각형 8"/>
          <p:cNvSpPr/>
          <p:nvPr/>
        </p:nvSpPr>
        <p:spPr>
          <a:xfrm>
            <a:off x="3459415" y="3257662"/>
            <a:ext cx="2243062" cy="44577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ko-KR" dirty="0" err="1" smtClean="0"/>
              <a:t>onStartCommand</a:t>
            </a:r>
            <a:endParaRPr lang="ko-KR" altLang="en-US" dirty="0"/>
          </a:p>
        </p:txBody>
      </p:sp>
      <p:sp>
        <p:nvSpPr>
          <p:cNvPr id="10" name="직사각형 9"/>
          <p:cNvSpPr/>
          <p:nvPr/>
        </p:nvSpPr>
        <p:spPr>
          <a:xfrm>
            <a:off x="3459415" y="4781662"/>
            <a:ext cx="2243062" cy="44577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ko-KR" dirty="0" err="1" smtClean="0"/>
              <a:t>onDestroy</a:t>
            </a:r>
            <a:endParaRPr lang="ko-KR" altLang="en-US" dirty="0"/>
          </a:p>
        </p:txBody>
      </p:sp>
      <p:cxnSp>
        <p:nvCxnSpPr>
          <p:cNvPr id="11" name="직선 화살표 연결선 10"/>
          <p:cNvCxnSpPr>
            <a:stCxn id="7" idx="2"/>
            <a:endCxn id="9" idx="0"/>
          </p:cNvCxnSpPr>
          <p:nvPr/>
        </p:nvCxnSpPr>
        <p:spPr>
          <a:xfrm>
            <a:off x="4580946" y="2882377"/>
            <a:ext cx="0" cy="37528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직선 화살표 연결선 11"/>
          <p:cNvCxnSpPr>
            <a:stCxn id="9" idx="2"/>
            <a:endCxn id="10" idx="0"/>
          </p:cNvCxnSpPr>
          <p:nvPr/>
        </p:nvCxnSpPr>
        <p:spPr>
          <a:xfrm>
            <a:off x="4580946" y="3703432"/>
            <a:ext cx="0" cy="107823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모서리가 둥근 직사각형 12"/>
          <p:cNvSpPr/>
          <p:nvPr/>
        </p:nvSpPr>
        <p:spPr>
          <a:xfrm>
            <a:off x="2053524" y="3911077"/>
            <a:ext cx="2040255" cy="662940"/>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altLang="ko-KR" dirty="0" smtClean="0"/>
              <a:t>Working thread</a:t>
            </a:r>
            <a:endParaRPr lang="ko-KR" altLang="en-US" dirty="0"/>
          </a:p>
        </p:txBody>
      </p:sp>
      <p:cxnSp>
        <p:nvCxnSpPr>
          <p:cNvPr id="14" name="꺾인 연결선 13"/>
          <p:cNvCxnSpPr>
            <a:stCxn id="9" idx="1"/>
            <a:endCxn id="13" idx="0"/>
          </p:cNvCxnSpPr>
          <p:nvPr/>
        </p:nvCxnSpPr>
        <p:spPr>
          <a:xfrm rot="10800000" flipV="1">
            <a:off x="3073653" y="3480547"/>
            <a:ext cx="385763" cy="430530"/>
          </a:xfrm>
          <a:prstGeom prst="bentConnector2">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36852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823356" y="1926491"/>
            <a:ext cx="7132976" cy="4893647"/>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1" i="0" u="none" strike="noStrike" cap="none" normalizeH="0" baseline="0" dirty="0" smtClean="0">
                <a:ln>
                  <a:noFill/>
                </a:ln>
                <a:solidFill>
                  <a:srgbClr val="000080"/>
                </a:solidFill>
                <a:effectLst/>
                <a:latin typeface="+mn-ea"/>
              </a:rPr>
              <a:t>public class </a:t>
            </a:r>
            <a:r>
              <a:rPr kumimoji="0" lang="ko-KR" altLang="ko-KR" sz="1200" b="0" i="0" u="none" strike="noStrike" cap="none" normalizeH="0" baseline="0" dirty="0" smtClean="0">
                <a:ln>
                  <a:noFill/>
                </a:ln>
                <a:solidFill>
                  <a:srgbClr val="000000"/>
                </a:solidFill>
                <a:effectLst/>
                <a:latin typeface="+mn-ea"/>
              </a:rPr>
              <a:t>FakeNewsDaemon </a:t>
            </a:r>
            <a:r>
              <a:rPr kumimoji="0" lang="ko-KR" altLang="ko-KR" sz="1200" b="1" i="0" u="none" strike="noStrike" cap="none" normalizeH="0" baseline="0" dirty="0" smtClean="0">
                <a:ln>
                  <a:noFill/>
                </a:ln>
                <a:solidFill>
                  <a:srgbClr val="000080"/>
                </a:solidFill>
                <a:effectLst/>
                <a:latin typeface="+mn-ea"/>
              </a:rPr>
              <a:t>extends </a:t>
            </a:r>
            <a:r>
              <a:rPr kumimoji="0" lang="ko-KR" altLang="ko-KR" sz="1200" b="1" i="0" u="none" strike="noStrike" cap="none" normalizeH="0" baseline="0" dirty="0" smtClean="0">
                <a:ln>
                  <a:noFill/>
                </a:ln>
                <a:solidFill>
                  <a:srgbClr val="FF0000"/>
                </a:solidFill>
                <a:effectLst/>
                <a:latin typeface="+mn-ea"/>
              </a:rPr>
              <a:t>Service</a:t>
            </a:r>
            <a:r>
              <a:rPr kumimoji="0" lang="ko-KR" altLang="ko-KR" sz="1200" b="0" i="0" u="none" strike="noStrike" cap="none" normalizeH="0" baseline="0" dirty="0" smtClean="0">
                <a:ln>
                  <a:noFill/>
                </a:ln>
                <a:solidFill>
                  <a:srgbClr val="FF0000"/>
                </a:solidFill>
                <a:effectLst/>
                <a:latin typeface="+mn-ea"/>
              </a:rPr>
              <a:t> </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0080"/>
                </a:solidFill>
                <a:effectLst/>
                <a:latin typeface="+mn-ea"/>
              </a:rPr>
              <a:t>boolean </a:t>
            </a:r>
            <a:r>
              <a:rPr kumimoji="0" lang="ko-KR" altLang="ko-KR" sz="1200" b="1" i="0" u="none" strike="noStrike" cap="none" normalizeH="0" baseline="0" dirty="0" smtClean="0">
                <a:ln>
                  <a:noFill/>
                </a:ln>
                <a:solidFill>
                  <a:srgbClr val="660E7A"/>
                </a:solidFill>
                <a:effectLst/>
                <a:latin typeface="+mn-ea"/>
              </a:rPr>
              <a:t>mStop </a:t>
            </a: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0080"/>
                </a:solidFill>
                <a:effectLst/>
                <a:latin typeface="+mn-ea"/>
              </a:rPr>
              <a:t>true</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Handler </a:t>
            </a:r>
            <a:r>
              <a:rPr kumimoji="0" lang="ko-KR" altLang="ko-KR" sz="1200" b="1" i="0" u="none" strike="noStrike" cap="none" normalizeH="0" baseline="0" dirty="0" smtClean="0">
                <a:ln>
                  <a:noFill/>
                </a:ln>
                <a:solidFill>
                  <a:srgbClr val="660E7A"/>
                </a:solidFill>
                <a:effectLst/>
                <a:latin typeface="+mn-ea"/>
              </a:rPr>
              <a:t>mHandler </a:t>
            </a: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0080"/>
                </a:solidFill>
                <a:effectLst/>
                <a:latin typeface="+mn-ea"/>
              </a:rPr>
              <a:t>new </a:t>
            </a:r>
            <a:r>
              <a:rPr kumimoji="0" lang="ko-KR" altLang="ko-KR" sz="1200" b="0" i="0" u="none" strike="noStrike" cap="none" normalizeH="0" baseline="0" dirty="0" smtClean="0">
                <a:ln>
                  <a:noFill/>
                </a:ln>
                <a:solidFill>
                  <a:srgbClr val="000000"/>
                </a:solidFill>
                <a:effectLst/>
                <a:latin typeface="+mn-ea"/>
              </a:rPr>
              <a:t>Handler()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0080"/>
                </a:solidFill>
                <a:effectLst/>
                <a:latin typeface="+mn-ea"/>
              </a:rPr>
              <a:t>public void </a:t>
            </a:r>
            <a:r>
              <a:rPr kumimoji="0" lang="ko-KR" altLang="ko-KR" sz="1200" b="1" i="0" u="none" strike="noStrike" cap="none" normalizeH="0" baseline="0" dirty="0" smtClean="0">
                <a:ln>
                  <a:noFill/>
                </a:ln>
                <a:solidFill>
                  <a:srgbClr val="00B0F0"/>
                </a:solidFill>
                <a:effectLst/>
                <a:latin typeface="+mn-ea"/>
              </a:rPr>
              <a:t>handleMessage</a:t>
            </a:r>
            <a:r>
              <a:rPr kumimoji="0" lang="ko-KR" altLang="ko-KR" sz="1200" b="0" i="0" u="none" strike="noStrike" cap="none" normalizeH="0" baseline="0" dirty="0" smtClean="0">
                <a:ln>
                  <a:noFill/>
                </a:ln>
                <a:solidFill>
                  <a:srgbClr val="000000"/>
                </a:solidFill>
                <a:effectLst/>
                <a:latin typeface="+mn-ea"/>
              </a:rPr>
              <a:t>(Message msg)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0080"/>
                </a:solidFill>
                <a:effectLst/>
                <a:latin typeface="+mn-ea"/>
              </a:rPr>
              <a:t>if </a:t>
            </a:r>
            <a:r>
              <a:rPr kumimoji="0" lang="ko-KR" altLang="ko-KR" sz="1200" b="0" i="0" u="none" strike="noStrike" cap="none" normalizeH="0" baseline="0" dirty="0" smtClean="0">
                <a:ln>
                  <a:noFill/>
                </a:ln>
                <a:solidFill>
                  <a:srgbClr val="000000"/>
                </a:solidFill>
                <a:effectLst/>
                <a:latin typeface="+mn-ea"/>
              </a:rPr>
              <a:t>(msg.</a:t>
            </a:r>
            <a:r>
              <a:rPr kumimoji="0" lang="ko-KR" altLang="ko-KR" sz="1200" b="1" i="0" u="none" strike="noStrike" cap="none" normalizeH="0" baseline="0" dirty="0" smtClean="0">
                <a:ln>
                  <a:noFill/>
                </a:ln>
                <a:solidFill>
                  <a:srgbClr val="660E7A"/>
                </a:solidFill>
                <a:effectLst/>
                <a:latin typeface="+mn-ea"/>
              </a:rPr>
              <a:t>what </a:t>
            </a:r>
            <a:r>
              <a:rPr kumimoji="0" lang="ko-KR" altLang="ko-KR" sz="1200" b="0" i="0" u="none" strike="noStrike" cap="none" normalizeH="0" baseline="0" dirty="0" smtClean="0">
                <a:ln>
                  <a:noFill/>
                </a:ln>
                <a:solidFill>
                  <a:srgbClr val="000000"/>
                </a:solidFill>
                <a:effectLst/>
                <a:latin typeface="+mn-ea"/>
              </a:rPr>
              <a:t>== </a:t>
            </a:r>
            <a:r>
              <a:rPr kumimoji="0" lang="ko-KR" altLang="ko-KR" sz="1200" b="0" i="0" u="none" strike="noStrike" cap="none" normalizeH="0" baseline="0" dirty="0" smtClean="0">
                <a:ln>
                  <a:noFill/>
                </a:ln>
                <a:solidFill>
                  <a:srgbClr val="0000FF"/>
                </a:solidFill>
                <a:effectLst/>
                <a:latin typeface="+mn-ea"/>
              </a:rPr>
              <a:t>1</a:t>
            </a: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Toast.</a:t>
            </a:r>
            <a:r>
              <a:rPr kumimoji="0" lang="ko-KR" altLang="ko-KR" sz="1200" b="0" i="1" u="none" strike="noStrike" cap="none" normalizeH="0" baseline="0" dirty="0" smtClean="0">
                <a:ln>
                  <a:noFill/>
                </a:ln>
                <a:solidFill>
                  <a:srgbClr val="000000"/>
                </a:solidFill>
                <a:effectLst/>
                <a:latin typeface="+mn-ea"/>
              </a:rPr>
              <a:t>makeText</a:t>
            </a:r>
            <a:r>
              <a:rPr kumimoji="0" lang="ko-KR" altLang="ko-KR" sz="1200" b="0" i="0" u="none" strike="noStrike" cap="none" normalizeH="0" baseline="0" dirty="0" smtClean="0">
                <a:ln>
                  <a:noFill/>
                </a:ln>
                <a:solidFill>
                  <a:srgbClr val="000000"/>
                </a:solidFill>
                <a:effectLst/>
                <a:latin typeface="+mn-ea"/>
              </a:rPr>
              <a:t>(FakeNewsDaemon.</a:t>
            </a:r>
            <a:r>
              <a:rPr kumimoji="0" lang="ko-KR" altLang="ko-KR" sz="1200" b="1" i="0" u="none" strike="noStrike" cap="none" normalizeH="0" baseline="0" dirty="0" smtClean="0">
                <a:ln>
                  <a:noFill/>
                </a:ln>
                <a:solidFill>
                  <a:srgbClr val="000080"/>
                </a:solidFill>
                <a:effectLst/>
                <a:latin typeface="+mn-ea"/>
              </a:rPr>
              <a:t>this</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8000"/>
                </a:solidFill>
                <a:effectLst/>
                <a:latin typeface="+mn-ea"/>
              </a:rPr>
              <a:t>"</a:t>
            </a:r>
            <a:r>
              <a:rPr kumimoji="0" lang="ko-KR" altLang="ko-KR" sz="1200" b="1" i="0" u="none" strike="noStrike" cap="none" normalizeH="0" baseline="0" dirty="0" err="1" smtClean="0">
                <a:ln>
                  <a:noFill/>
                </a:ln>
                <a:solidFill>
                  <a:srgbClr val="008000"/>
                </a:solidFill>
                <a:effectLst/>
                <a:latin typeface="+mn-ea"/>
              </a:rPr>
              <a:t>안드로이드</a:t>
            </a:r>
            <a:r>
              <a:rPr kumimoji="0" lang="ko-KR" altLang="ko-KR" sz="1200" b="1" i="0" u="none" strike="noStrike" cap="none" normalizeH="0" baseline="0" dirty="0" smtClean="0">
                <a:ln>
                  <a:noFill/>
                </a:ln>
                <a:solidFill>
                  <a:srgbClr val="008000"/>
                </a:solidFill>
                <a:effectLst/>
                <a:latin typeface="+mn-ea"/>
              </a:rPr>
              <a:t> 뉴스</a:t>
            </a:r>
            <a:r>
              <a:rPr kumimoji="0" lang="ko-KR" altLang="ko-KR" sz="1200" b="1" i="0" u="none" strike="noStrike" cap="none" normalizeH="0" baseline="0" dirty="0" smtClean="0">
                <a:ln>
                  <a:noFill/>
                </a:ln>
                <a:solidFill>
                  <a:srgbClr val="000080"/>
                </a:solidFill>
                <a:effectLst/>
                <a:latin typeface="+mn-ea"/>
              </a:rPr>
              <a:t>\n</a:t>
            </a:r>
            <a:r>
              <a:rPr kumimoji="0" lang="ko-KR" altLang="ko-KR" sz="1200" b="1" i="0" u="none" strike="noStrike" cap="none" normalizeH="0" baseline="0" dirty="0" smtClean="0">
                <a:ln>
                  <a:noFill/>
                </a:ln>
                <a:solidFill>
                  <a:srgbClr val="008000"/>
                </a:solidFill>
                <a:effectLst/>
                <a:latin typeface="+mn-ea"/>
              </a:rPr>
              <a:t>" </a:t>
            </a:r>
            <a:r>
              <a:rPr kumimoji="0" lang="ko-KR" altLang="ko-KR" sz="1200" b="0" i="0" u="none" strike="noStrike" cap="none" normalizeH="0" baseline="0" dirty="0" smtClean="0">
                <a:ln>
                  <a:noFill/>
                </a:ln>
                <a:solidFill>
                  <a:srgbClr val="000000"/>
                </a:solidFill>
                <a:effectLst/>
                <a:latin typeface="+mn-ea"/>
              </a:rPr>
              <a:t>+ (String)msg.</a:t>
            </a:r>
            <a:r>
              <a:rPr kumimoji="0" lang="ko-KR" altLang="ko-KR" sz="1200" b="1" i="0" u="none" strike="noStrike" cap="none" normalizeH="0" baseline="0" dirty="0" smtClean="0">
                <a:ln>
                  <a:noFill/>
                </a:ln>
                <a:solidFill>
                  <a:srgbClr val="660E7A"/>
                </a:solidFill>
                <a:effectLst/>
                <a:latin typeface="+mn-ea"/>
              </a:rPr>
              <a:t>obj</a:t>
            </a:r>
            <a:r>
              <a:rPr kumimoji="0" lang="ko-KR" altLang="ko-KR" sz="1200" b="0" i="0" u="none" strike="noStrike" cap="none" normalizeH="0" baseline="0" dirty="0" smtClean="0">
                <a:ln>
                  <a:noFill/>
                </a:ln>
                <a:solidFill>
                  <a:srgbClr val="000000"/>
                </a:solidFill>
                <a:effectLst/>
                <a:latin typeface="+mn-ea"/>
              </a:rPr>
              <a:t>, Toast.</a:t>
            </a:r>
            <a:r>
              <a:rPr kumimoji="0" lang="ko-KR" altLang="ko-KR" sz="1200" b="1" i="1" u="none" strike="noStrike" cap="none" normalizeH="0" baseline="0" dirty="0" smtClean="0">
                <a:ln>
                  <a:noFill/>
                </a:ln>
                <a:solidFill>
                  <a:srgbClr val="660E7A"/>
                </a:solidFill>
                <a:effectLst/>
                <a:latin typeface="+mn-ea"/>
              </a:rPr>
              <a:t>LENGTH_SHORT</a:t>
            </a:r>
            <a:r>
              <a:rPr kumimoji="0" lang="ko-KR" altLang="ko-KR" sz="1200" b="0" i="0" u="none" strike="noStrike" cap="none" normalizeH="0" baseline="0" dirty="0" smtClean="0">
                <a:ln>
                  <a:noFill/>
                </a:ln>
                <a:solidFill>
                  <a:srgbClr val="000000"/>
                </a:solidFill>
                <a:effectLst/>
                <a:latin typeface="+mn-ea"/>
              </a:rPr>
              <a:t>).show();</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0" i="0" u="none" strike="noStrike" cap="none" normalizeH="0" baseline="0" dirty="0" smtClean="0">
                <a:ln>
                  <a:noFill/>
                </a:ln>
                <a:solidFill>
                  <a:srgbClr val="808000"/>
                </a:solidFill>
                <a:effectLst/>
                <a:latin typeface="+mn-ea"/>
              </a:rPr>
              <a:t>@Override</a:t>
            </a:r>
            <a:br>
              <a:rPr kumimoji="0" lang="ko-KR" altLang="ko-KR" sz="1200" b="0" i="0" u="none" strike="noStrike" cap="none" normalizeH="0" baseline="0" dirty="0" smtClean="0">
                <a:ln>
                  <a:noFill/>
                </a:ln>
                <a:solidFill>
                  <a:srgbClr val="808000"/>
                </a:solidFill>
                <a:effectLst/>
                <a:latin typeface="+mn-ea"/>
              </a:rPr>
            </a:br>
            <a:r>
              <a:rPr kumimoji="0" lang="ko-KR" altLang="ko-KR" sz="1200" b="0" i="0" u="none" strike="noStrike" cap="none" normalizeH="0" baseline="0" dirty="0" smtClean="0">
                <a:ln>
                  <a:noFill/>
                </a:ln>
                <a:solidFill>
                  <a:srgbClr val="808000"/>
                </a:solidFill>
                <a:effectLst/>
                <a:latin typeface="+mn-ea"/>
              </a:rPr>
              <a:t>    </a:t>
            </a:r>
            <a:r>
              <a:rPr kumimoji="0" lang="ko-KR" altLang="ko-KR" sz="1200" b="1" i="0" u="none" strike="noStrike" cap="none" normalizeH="0" baseline="0" dirty="0" smtClean="0">
                <a:ln>
                  <a:noFill/>
                </a:ln>
                <a:solidFill>
                  <a:srgbClr val="000080"/>
                </a:solidFill>
                <a:effectLst/>
                <a:latin typeface="+mn-ea"/>
              </a:rPr>
              <a:t>public void </a:t>
            </a:r>
            <a:r>
              <a:rPr kumimoji="0" lang="ko-KR" altLang="ko-KR" sz="1200" b="0" i="0" u="none" strike="noStrike" cap="none" normalizeH="0" baseline="0" dirty="0" smtClean="0">
                <a:ln>
                  <a:noFill/>
                </a:ln>
                <a:solidFill>
                  <a:srgbClr val="FF0000"/>
                </a:solidFill>
                <a:effectLst/>
                <a:latin typeface="+mn-ea"/>
              </a:rPr>
              <a:t>onCreate() </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0080"/>
                </a:solidFill>
                <a:effectLst/>
                <a:latin typeface="+mn-ea"/>
              </a:rPr>
              <a:t>super</a:t>
            </a:r>
            <a:r>
              <a:rPr kumimoji="0" lang="ko-KR" altLang="ko-KR" sz="1200" b="0" i="0" u="none" strike="noStrike" cap="none" normalizeH="0" baseline="0" dirty="0" smtClean="0">
                <a:ln>
                  <a:noFill/>
                </a:ln>
                <a:solidFill>
                  <a:srgbClr val="000000"/>
                </a:solidFill>
                <a:effectLst/>
                <a:latin typeface="+mn-ea"/>
              </a:rPr>
              <a:t>.onCreate();</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Toast.</a:t>
            </a:r>
            <a:r>
              <a:rPr kumimoji="0" lang="ko-KR" altLang="ko-KR" sz="1200" b="0" i="1" u="none" strike="noStrike" cap="none" normalizeH="0" baseline="0" dirty="0" smtClean="0">
                <a:ln>
                  <a:noFill/>
                </a:ln>
                <a:solidFill>
                  <a:srgbClr val="000000"/>
                </a:solidFill>
                <a:effectLst/>
                <a:latin typeface="+mn-ea"/>
              </a:rPr>
              <a:t>makeText</a:t>
            </a:r>
            <a:r>
              <a:rPr kumimoji="0" lang="ko-KR" altLang="ko-KR" sz="1200" b="0" i="0" u="none" strike="noStrike" cap="none" normalizeH="0" baseline="0" dirty="0" smtClean="0">
                <a:ln>
                  <a:noFill/>
                </a:ln>
                <a:solidFill>
                  <a:srgbClr val="000000"/>
                </a:solidFill>
                <a:effectLst/>
                <a:latin typeface="+mn-ea"/>
              </a:rPr>
              <a:t>(</a:t>
            </a:r>
            <a:r>
              <a:rPr kumimoji="0" lang="ko-KR" altLang="ko-KR" sz="1200" b="1" i="0" u="none" strike="noStrike" cap="none" normalizeH="0" baseline="0" dirty="0" smtClean="0">
                <a:ln>
                  <a:noFill/>
                </a:ln>
                <a:solidFill>
                  <a:srgbClr val="000080"/>
                </a:solidFill>
                <a:effectLst/>
                <a:latin typeface="+mn-ea"/>
              </a:rPr>
              <a:t>this</a:t>
            </a: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8000"/>
                </a:solidFill>
                <a:effectLst/>
                <a:latin typeface="+mn-ea"/>
              </a:rPr>
              <a:t>"</a:t>
            </a:r>
            <a:r>
              <a:rPr kumimoji="0" lang="ko-KR" altLang="ko-KR" sz="1200" b="1" i="0" u="none" strike="noStrike" cap="none" normalizeH="0" baseline="0" dirty="0" err="1" smtClean="0">
                <a:ln>
                  <a:noFill/>
                </a:ln>
                <a:solidFill>
                  <a:srgbClr val="008000"/>
                </a:solidFill>
                <a:effectLst/>
                <a:latin typeface="+mn-ea"/>
              </a:rPr>
              <a:t>안드로이드</a:t>
            </a:r>
            <a:r>
              <a:rPr kumimoji="0" lang="ko-KR" altLang="ko-KR" sz="1200" b="1" i="0" u="none" strike="noStrike" cap="none" normalizeH="0" baseline="0" dirty="0" smtClean="0">
                <a:ln>
                  <a:noFill/>
                </a:ln>
                <a:solidFill>
                  <a:srgbClr val="008000"/>
                </a:solidFill>
                <a:effectLst/>
                <a:latin typeface="+mn-ea"/>
              </a:rPr>
              <a:t> 뉴스 초기화"</a:t>
            </a:r>
            <a:r>
              <a:rPr kumimoji="0" lang="ko-KR" altLang="ko-KR" sz="1200" b="0" i="0" u="none" strike="noStrike" cap="none" normalizeH="0" baseline="0" dirty="0" smtClean="0">
                <a:ln>
                  <a:noFill/>
                </a:ln>
                <a:solidFill>
                  <a:srgbClr val="000000"/>
                </a:solidFill>
                <a:effectLst/>
                <a:latin typeface="+mn-ea"/>
              </a:rPr>
              <a:t>, Toast.</a:t>
            </a:r>
            <a:r>
              <a:rPr kumimoji="0" lang="ko-KR" altLang="ko-KR" sz="1200" b="1" i="1" u="none" strike="noStrike" cap="none" normalizeH="0" baseline="0" dirty="0" smtClean="0">
                <a:ln>
                  <a:noFill/>
                </a:ln>
                <a:solidFill>
                  <a:srgbClr val="660E7A"/>
                </a:solidFill>
                <a:effectLst/>
                <a:latin typeface="+mn-ea"/>
              </a:rPr>
              <a:t>LENGTH_SHORT</a:t>
            </a:r>
            <a:r>
              <a:rPr kumimoji="0" lang="ko-KR" altLang="ko-KR" sz="1200" b="0" i="0" u="none" strike="noStrike" cap="none" normalizeH="0" baseline="0" dirty="0" smtClean="0">
                <a:ln>
                  <a:noFill/>
                </a:ln>
                <a:solidFill>
                  <a:srgbClr val="000000"/>
                </a:solidFill>
                <a:effectLst/>
                <a:latin typeface="+mn-ea"/>
              </a:rPr>
              <a:t>).show();</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0" i="0" u="none" strike="noStrike" cap="none" normalizeH="0" baseline="0" dirty="0" smtClean="0">
                <a:ln>
                  <a:noFill/>
                </a:ln>
                <a:solidFill>
                  <a:srgbClr val="808000"/>
                </a:solidFill>
                <a:effectLst/>
                <a:latin typeface="+mn-ea"/>
              </a:rPr>
              <a:t>@Override</a:t>
            </a:r>
            <a:br>
              <a:rPr kumimoji="0" lang="ko-KR" altLang="ko-KR" sz="1200" b="0" i="0" u="none" strike="noStrike" cap="none" normalizeH="0" baseline="0" dirty="0" smtClean="0">
                <a:ln>
                  <a:noFill/>
                </a:ln>
                <a:solidFill>
                  <a:srgbClr val="808000"/>
                </a:solidFill>
                <a:effectLst/>
                <a:latin typeface="+mn-ea"/>
              </a:rPr>
            </a:br>
            <a:r>
              <a:rPr kumimoji="0" lang="ko-KR" altLang="ko-KR" sz="1200" b="0" i="0" u="none" strike="noStrike" cap="none" normalizeH="0" baseline="0" dirty="0" smtClean="0">
                <a:ln>
                  <a:noFill/>
                </a:ln>
                <a:solidFill>
                  <a:srgbClr val="808000"/>
                </a:solidFill>
                <a:effectLst/>
                <a:latin typeface="+mn-ea"/>
              </a:rPr>
              <a:t>    </a:t>
            </a:r>
            <a:r>
              <a:rPr kumimoji="0" lang="ko-KR" altLang="ko-KR" sz="1200" b="1" i="0" u="none" strike="noStrike" cap="none" normalizeH="0" baseline="0" dirty="0" smtClean="0">
                <a:ln>
                  <a:noFill/>
                </a:ln>
                <a:solidFill>
                  <a:srgbClr val="000080"/>
                </a:solidFill>
                <a:effectLst/>
                <a:latin typeface="+mn-ea"/>
              </a:rPr>
              <a:t>public int</a:t>
            </a:r>
            <a:r>
              <a:rPr kumimoji="0" lang="ko-KR" altLang="ko-KR" sz="1200" i="0" u="none" strike="noStrike" cap="none" normalizeH="0" baseline="0" dirty="0" smtClean="0">
                <a:ln>
                  <a:noFill/>
                </a:ln>
                <a:solidFill>
                  <a:srgbClr val="000080"/>
                </a:solidFill>
                <a:effectLst/>
                <a:latin typeface="+mn-ea"/>
              </a:rPr>
              <a:t> </a:t>
            </a:r>
            <a:r>
              <a:rPr kumimoji="0" lang="ko-KR" altLang="ko-KR" sz="1200" b="1" i="0" u="none" strike="noStrike" cap="none" normalizeH="0" baseline="0" dirty="0" smtClean="0">
                <a:ln>
                  <a:noFill/>
                </a:ln>
                <a:solidFill>
                  <a:srgbClr val="FF0000"/>
                </a:solidFill>
                <a:effectLst/>
                <a:latin typeface="+mn-ea"/>
              </a:rPr>
              <a:t>onStartCommand</a:t>
            </a:r>
            <a:r>
              <a:rPr kumimoji="0" lang="ko-KR" altLang="ko-KR" sz="1200" i="0" u="none" strike="noStrike" cap="none" normalizeH="0" baseline="0" dirty="0" smtClean="0">
                <a:ln>
                  <a:noFill/>
                </a:ln>
                <a:solidFill>
                  <a:srgbClr val="000000"/>
                </a:solidFill>
                <a:effectLst/>
                <a:latin typeface="+mn-ea"/>
              </a:rPr>
              <a:t>(</a:t>
            </a:r>
            <a:r>
              <a:rPr kumimoji="0" lang="ko-KR" altLang="ko-KR" sz="1200" b="0" i="0" u="none" strike="noStrike" cap="none" normalizeH="0" baseline="0" dirty="0" smtClean="0">
                <a:ln>
                  <a:noFill/>
                </a:ln>
                <a:solidFill>
                  <a:srgbClr val="FF0000"/>
                </a:solidFill>
                <a:effectLst/>
                <a:latin typeface="+mn-ea"/>
              </a:rPr>
              <a:t>Intent intent</a:t>
            </a: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0080"/>
                </a:solidFill>
                <a:effectLst/>
                <a:latin typeface="+mn-ea"/>
              </a:rPr>
              <a:t>int </a:t>
            </a:r>
            <a:r>
              <a:rPr kumimoji="0" lang="ko-KR" altLang="ko-KR" sz="1200" b="0" i="0" u="none" strike="noStrike" cap="none" normalizeH="0" baseline="0" dirty="0" smtClean="0">
                <a:ln>
                  <a:noFill/>
                </a:ln>
                <a:solidFill>
                  <a:srgbClr val="000000"/>
                </a:solidFill>
                <a:effectLst/>
                <a:latin typeface="+mn-ea"/>
              </a:rPr>
              <a:t>flags, </a:t>
            </a:r>
            <a:r>
              <a:rPr kumimoji="0" lang="ko-KR" altLang="ko-KR" sz="1200" b="1" i="0" u="none" strike="noStrike" cap="none" normalizeH="0" baseline="0" dirty="0" smtClean="0">
                <a:ln>
                  <a:noFill/>
                </a:ln>
                <a:solidFill>
                  <a:srgbClr val="000080"/>
                </a:solidFill>
                <a:effectLst/>
                <a:latin typeface="+mn-ea"/>
              </a:rPr>
              <a:t>int </a:t>
            </a:r>
            <a:r>
              <a:rPr kumimoji="0" lang="ko-KR" altLang="ko-KR" sz="1200" b="0" i="0" u="none" strike="noStrike" cap="none" normalizeH="0" baseline="0" dirty="0" smtClean="0">
                <a:ln>
                  <a:noFill/>
                </a:ln>
                <a:solidFill>
                  <a:srgbClr val="000000"/>
                </a:solidFill>
                <a:effectLst/>
                <a:latin typeface="+mn-ea"/>
              </a:rPr>
              <a:t>startId)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0080"/>
                </a:solidFill>
                <a:effectLst/>
                <a:latin typeface="+mn-ea"/>
              </a:rPr>
              <a:t>super</a:t>
            </a:r>
            <a:r>
              <a:rPr kumimoji="0" lang="ko-KR" altLang="ko-KR" sz="1200" b="0" i="0" u="none" strike="noStrike" cap="none" normalizeH="0" baseline="0" dirty="0" smtClean="0">
                <a:ln>
                  <a:noFill/>
                </a:ln>
                <a:solidFill>
                  <a:srgbClr val="000000"/>
                </a:solidFill>
                <a:effectLst/>
                <a:latin typeface="+mn-ea"/>
              </a:rPr>
              <a:t>.onStartCommand(intent, flags, startId);</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Toast.</a:t>
            </a:r>
            <a:r>
              <a:rPr kumimoji="0" lang="ko-KR" altLang="ko-KR" sz="1200" b="0" i="1" u="none" strike="noStrike" cap="none" normalizeH="0" baseline="0" dirty="0" smtClean="0">
                <a:ln>
                  <a:noFill/>
                </a:ln>
                <a:solidFill>
                  <a:srgbClr val="000000"/>
                </a:solidFill>
                <a:effectLst/>
                <a:latin typeface="+mn-ea"/>
              </a:rPr>
              <a:t>makeText</a:t>
            </a:r>
            <a:r>
              <a:rPr kumimoji="0" lang="ko-KR" altLang="ko-KR" sz="1200" b="0" i="0" u="none" strike="noStrike" cap="none" normalizeH="0" baseline="0" dirty="0" smtClean="0">
                <a:ln>
                  <a:noFill/>
                </a:ln>
                <a:solidFill>
                  <a:srgbClr val="000000"/>
                </a:solidFill>
                <a:effectLst/>
                <a:latin typeface="+mn-ea"/>
              </a:rPr>
              <a:t>(</a:t>
            </a:r>
            <a:r>
              <a:rPr kumimoji="0" lang="ko-KR" altLang="ko-KR" sz="1200" b="1" i="0" u="none" strike="noStrike" cap="none" normalizeH="0" baseline="0" dirty="0" smtClean="0">
                <a:ln>
                  <a:noFill/>
                </a:ln>
                <a:solidFill>
                  <a:srgbClr val="000080"/>
                </a:solidFill>
                <a:effectLst/>
                <a:latin typeface="+mn-ea"/>
              </a:rPr>
              <a:t>this</a:t>
            </a: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8000"/>
                </a:solidFill>
                <a:effectLst/>
                <a:latin typeface="+mn-ea"/>
              </a:rPr>
              <a:t>"</a:t>
            </a:r>
            <a:r>
              <a:rPr kumimoji="0" lang="ko-KR" altLang="ko-KR" sz="1200" b="1" i="0" u="none" strike="noStrike" cap="none" normalizeH="0" baseline="0" dirty="0" err="1" smtClean="0">
                <a:ln>
                  <a:noFill/>
                </a:ln>
                <a:solidFill>
                  <a:srgbClr val="008000"/>
                </a:solidFill>
                <a:effectLst/>
                <a:latin typeface="+mn-ea"/>
              </a:rPr>
              <a:t>안드로이드</a:t>
            </a:r>
            <a:r>
              <a:rPr kumimoji="0" lang="ko-KR" altLang="ko-KR" sz="1200" b="1" i="0" u="none" strike="noStrike" cap="none" normalizeH="0" baseline="0" dirty="0" smtClean="0">
                <a:ln>
                  <a:noFill/>
                </a:ln>
                <a:solidFill>
                  <a:srgbClr val="008000"/>
                </a:solidFill>
                <a:effectLst/>
                <a:latin typeface="+mn-ea"/>
              </a:rPr>
              <a:t> 뉴스 시작"</a:t>
            </a:r>
            <a:r>
              <a:rPr kumimoji="0" lang="ko-KR" altLang="ko-KR" sz="1200" b="0" i="0" u="none" strike="noStrike" cap="none" normalizeH="0" baseline="0" dirty="0" smtClean="0">
                <a:ln>
                  <a:noFill/>
                </a:ln>
                <a:solidFill>
                  <a:srgbClr val="000000"/>
                </a:solidFill>
                <a:effectLst/>
                <a:latin typeface="+mn-ea"/>
              </a:rPr>
              <a:t>, Toast.</a:t>
            </a:r>
            <a:r>
              <a:rPr kumimoji="0" lang="ko-KR" altLang="ko-KR" sz="1200" b="1" i="1" u="none" strike="noStrike" cap="none" normalizeH="0" baseline="0" dirty="0" smtClean="0">
                <a:ln>
                  <a:noFill/>
                </a:ln>
                <a:solidFill>
                  <a:srgbClr val="660E7A"/>
                </a:solidFill>
                <a:effectLst/>
                <a:latin typeface="+mn-ea"/>
              </a:rPr>
              <a:t>LENGTH_SHORT</a:t>
            </a:r>
            <a:r>
              <a:rPr kumimoji="0" lang="ko-KR" altLang="ko-KR" sz="1200" b="0" i="0" u="none" strike="noStrike" cap="none" normalizeH="0" baseline="0" dirty="0" smtClean="0">
                <a:ln>
                  <a:noFill/>
                </a:ln>
                <a:solidFill>
                  <a:srgbClr val="000000"/>
                </a:solidFill>
                <a:effectLst/>
                <a:latin typeface="+mn-ea"/>
              </a:rPr>
              <a:t>).show();</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660E7A"/>
                </a:solidFill>
                <a:effectLst/>
                <a:latin typeface="+mn-ea"/>
              </a:rPr>
              <a:t>mStop </a:t>
            </a: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0080"/>
                </a:solidFill>
                <a:effectLst/>
                <a:latin typeface="+mn-ea"/>
              </a:rPr>
              <a:t>false</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NewsThread news = </a:t>
            </a:r>
            <a:r>
              <a:rPr kumimoji="0" lang="ko-KR" altLang="ko-KR" sz="1200" b="1" i="0" u="none" strike="noStrike" cap="none" normalizeH="0" baseline="0" dirty="0" smtClean="0">
                <a:ln>
                  <a:noFill/>
                </a:ln>
                <a:solidFill>
                  <a:srgbClr val="FF0000"/>
                </a:solidFill>
                <a:effectLst/>
                <a:latin typeface="+mn-ea"/>
              </a:rPr>
              <a:t>new NewsThread</a:t>
            </a:r>
            <a:r>
              <a:rPr kumimoji="0" lang="ko-KR" altLang="ko-KR" sz="1200" b="1" i="0" u="none" strike="noStrike" cap="none" normalizeH="0" baseline="0" dirty="0" smtClean="0">
                <a:ln>
                  <a:noFill/>
                </a:ln>
                <a:effectLst/>
                <a:latin typeface="+mn-ea"/>
              </a:rPr>
              <a:t>(</a:t>
            </a:r>
            <a:r>
              <a:rPr kumimoji="0" lang="ko-KR" altLang="ko-KR" sz="1200" b="1" i="0" u="none" strike="noStrike" cap="none" normalizeH="0" baseline="0" dirty="0" smtClean="0">
                <a:ln>
                  <a:noFill/>
                </a:ln>
                <a:solidFill>
                  <a:srgbClr val="660E7A"/>
                </a:solidFill>
                <a:effectLst/>
                <a:latin typeface="+mn-ea"/>
              </a:rPr>
              <a:t>mHandler</a:t>
            </a:r>
            <a:r>
              <a:rPr kumimoji="0" lang="ko-KR" altLang="ko-KR" sz="1200" b="1" i="0" u="none" strike="noStrike" cap="none" normalizeH="0" baseline="0" dirty="0" smtClean="0">
                <a:ln>
                  <a:noFill/>
                </a:ln>
                <a:solidFill>
                  <a:srgbClr val="000000"/>
                </a:solidFill>
                <a:effectLst/>
                <a:latin typeface="+mn-ea"/>
              </a:rPr>
              <a:t>);</a:t>
            </a:r>
            <a:br>
              <a:rPr kumimoji="0" lang="ko-KR" altLang="ko-KR" sz="1200" b="1"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FF0000"/>
                </a:solidFill>
                <a:effectLst/>
                <a:latin typeface="+mn-ea"/>
              </a:rPr>
              <a:t>        </a:t>
            </a:r>
            <a:r>
              <a:rPr kumimoji="0" lang="ko-KR" altLang="ko-KR" sz="1200" b="1" i="0" u="none" strike="noStrike" cap="none" normalizeH="0" baseline="0" dirty="0" smtClean="0">
                <a:ln>
                  <a:noFill/>
                </a:ln>
                <a:solidFill>
                  <a:srgbClr val="FF0000"/>
                </a:solidFill>
                <a:effectLst/>
                <a:latin typeface="+mn-ea"/>
              </a:rPr>
              <a:t>news.start();</a:t>
            </a:r>
            <a:r>
              <a:rPr kumimoji="0" lang="ko-KR" altLang="ko-KR" sz="1200" b="0" i="0" u="none" strike="noStrike" cap="none" normalizeH="0" baseline="0" dirty="0" smtClean="0">
                <a:ln>
                  <a:noFill/>
                </a:ln>
                <a:solidFill>
                  <a:srgbClr val="000000"/>
                </a:solidFill>
                <a:effectLst/>
                <a:latin typeface="+mn-ea"/>
              </a:rPr>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0080"/>
                </a:solidFill>
                <a:effectLst/>
                <a:latin typeface="+mn-ea"/>
              </a:rPr>
              <a:t>return </a:t>
            </a:r>
            <a:r>
              <a:rPr kumimoji="0" lang="ko-KR" altLang="ko-KR" sz="1200" b="1" i="1" u="none" strike="noStrike" cap="none" normalizeH="0" baseline="0" dirty="0" smtClean="0">
                <a:ln>
                  <a:noFill/>
                </a:ln>
                <a:solidFill>
                  <a:srgbClr val="660E7A"/>
                </a:solidFill>
                <a:effectLst/>
                <a:latin typeface="+mn-ea"/>
              </a:rPr>
              <a:t>START_STICKY</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endParaRPr kumimoji="0" lang="ko-KR" altLang="ko-KR" sz="3200" b="0" i="0" u="none" strike="noStrike" cap="none" normalizeH="0" baseline="0" dirty="0" smtClean="0">
              <a:ln>
                <a:noFill/>
              </a:ln>
              <a:solidFill>
                <a:schemeClr val="tx1"/>
              </a:solidFill>
              <a:effectLst/>
              <a:latin typeface="+mn-ea"/>
            </a:endParaRPr>
          </a:p>
        </p:txBody>
      </p:sp>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18</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a:t>Background Daemon</a:t>
            </a:r>
            <a:endParaRPr lang="ko-KR" altLang="en-US" dirty="0"/>
          </a:p>
        </p:txBody>
      </p:sp>
      <p:sp>
        <p:nvSpPr>
          <p:cNvPr id="6" name="TextBox 5"/>
          <p:cNvSpPr txBox="1"/>
          <p:nvPr/>
        </p:nvSpPr>
        <p:spPr>
          <a:xfrm>
            <a:off x="613148" y="1280160"/>
            <a:ext cx="2776401" cy="646331"/>
          </a:xfrm>
          <a:prstGeom prst="rect">
            <a:avLst/>
          </a:prstGeom>
          <a:noFill/>
        </p:spPr>
        <p:txBody>
          <a:bodyPr wrap="none" rtlCol="0">
            <a:spAutoFit/>
          </a:bodyPr>
          <a:lstStyle/>
          <a:p>
            <a:r>
              <a:rPr lang="en-US" altLang="ko-KR" b="1" dirty="0">
                <a:solidFill>
                  <a:prstClr val="black"/>
                </a:solidFill>
              </a:rPr>
              <a:t>BroadcastReceiverTest_2</a:t>
            </a:r>
          </a:p>
          <a:p>
            <a:r>
              <a:rPr lang="en-US" altLang="ko-KR" dirty="0" smtClean="0">
                <a:solidFill>
                  <a:prstClr val="black"/>
                </a:solidFill>
              </a:rPr>
              <a:t>FakeNewsDaemon.java</a:t>
            </a:r>
            <a:endParaRPr lang="ko-KR" altLang="en-US" dirty="0">
              <a:solidFill>
                <a:prstClr val="black"/>
              </a:solidFill>
            </a:endParaRPr>
          </a:p>
        </p:txBody>
      </p:sp>
    </p:spTree>
    <p:extLst>
      <p:ext uri="{BB962C8B-B14F-4D97-AF65-F5344CB8AC3E}">
        <p14:creationId xmlns:p14="http://schemas.microsoft.com/office/powerpoint/2010/main" val="20128586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19</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a:t>Background Daemon</a:t>
            </a:r>
            <a:endParaRPr lang="ko-KR" altLang="en-US" dirty="0"/>
          </a:p>
        </p:txBody>
      </p:sp>
      <p:sp>
        <p:nvSpPr>
          <p:cNvPr id="6" name="TextBox 5"/>
          <p:cNvSpPr txBox="1"/>
          <p:nvPr/>
        </p:nvSpPr>
        <p:spPr>
          <a:xfrm>
            <a:off x="613148" y="1280160"/>
            <a:ext cx="2776401" cy="646331"/>
          </a:xfrm>
          <a:prstGeom prst="rect">
            <a:avLst/>
          </a:prstGeom>
          <a:noFill/>
        </p:spPr>
        <p:txBody>
          <a:bodyPr wrap="none" rtlCol="0">
            <a:spAutoFit/>
          </a:bodyPr>
          <a:lstStyle/>
          <a:p>
            <a:r>
              <a:rPr lang="en-US" altLang="ko-KR" b="1" dirty="0">
                <a:solidFill>
                  <a:prstClr val="black"/>
                </a:solidFill>
              </a:rPr>
              <a:t>BroadcastReceiverTest_2</a:t>
            </a:r>
          </a:p>
          <a:p>
            <a:r>
              <a:rPr lang="en-US" altLang="ko-KR" dirty="0" smtClean="0">
                <a:solidFill>
                  <a:prstClr val="black"/>
                </a:solidFill>
              </a:rPr>
              <a:t>FakeNewsDaemon.java</a:t>
            </a:r>
            <a:endParaRPr lang="ko-KR" altLang="en-US" dirty="0">
              <a:solidFill>
                <a:prstClr val="black"/>
              </a:solidFill>
            </a:endParaRPr>
          </a:p>
        </p:txBody>
      </p:sp>
      <p:sp>
        <p:nvSpPr>
          <p:cNvPr id="4" name="Rectangle 1"/>
          <p:cNvSpPr>
            <a:spLocks noChangeArrowheads="1"/>
          </p:cNvSpPr>
          <p:nvPr/>
        </p:nvSpPr>
        <p:spPr bwMode="auto">
          <a:xfrm>
            <a:off x="793531" y="2325666"/>
            <a:ext cx="7556938" cy="2677656"/>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lvl="1" eaLnBrk="0" fontAlgn="base" latinLnBrk="0" hangingPunct="0">
              <a:spcBef>
                <a:spcPct val="0"/>
              </a:spcBef>
              <a:spcAft>
                <a:spcPct val="0"/>
              </a:spcAft>
            </a:pPr>
            <a:r>
              <a:rPr kumimoji="0" lang="ko-KR" altLang="ko-KR" sz="1400" b="0" i="0" u="none" strike="noStrike" cap="none" normalizeH="0" baseline="0" dirty="0" smtClean="0">
                <a:ln>
                  <a:noFill/>
                </a:ln>
                <a:solidFill>
                  <a:srgbClr val="808000"/>
                </a:solidFill>
                <a:effectLst/>
                <a:latin typeface="+mn-ea"/>
              </a:rPr>
              <a:t>@Override</a:t>
            </a:r>
            <a:br>
              <a:rPr kumimoji="0" lang="ko-KR" altLang="ko-KR" sz="1400" b="0" i="0" u="none" strike="noStrike" cap="none" normalizeH="0" baseline="0" dirty="0" smtClean="0">
                <a:ln>
                  <a:noFill/>
                </a:ln>
                <a:solidFill>
                  <a:srgbClr val="808000"/>
                </a:solidFill>
                <a:effectLst/>
                <a:latin typeface="+mn-ea"/>
              </a:rPr>
            </a:br>
            <a:r>
              <a:rPr kumimoji="0" lang="ko-KR" altLang="ko-KR" sz="1400" b="1" i="0" u="none" strike="noStrike" cap="none" normalizeH="0" baseline="0" dirty="0" smtClean="0">
                <a:ln>
                  <a:noFill/>
                </a:ln>
                <a:solidFill>
                  <a:srgbClr val="000080"/>
                </a:solidFill>
                <a:effectLst/>
                <a:latin typeface="+mn-ea"/>
              </a:rPr>
              <a:t>public void </a:t>
            </a:r>
            <a:r>
              <a:rPr kumimoji="0" lang="ko-KR" altLang="ko-KR" sz="1400" b="0" i="0" u="none" strike="noStrike" cap="none" normalizeH="0" baseline="0" dirty="0" smtClean="0">
                <a:ln>
                  <a:noFill/>
                </a:ln>
                <a:solidFill>
                  <a:srgbClr val="FF0000"/>
                </a:solidFill>
                <a:effectLst/>
                <a:latin typeface="+mn-ea"/>
              </a:rPr>
              <a:t>onDestroy() </a:t>
            </a:r>
            <a:r>
              <a:rPr kumimoji="0" lang="ko-KR" altLang="ko-KR" sz="1400" b="0" i="0" u="none" strike="noStrike" cap="none" normalizeH="0" baseline="0" dirty="0" smtClean="0">
                <a:ln>
                  <a:noFill/>
                </a:ln>
                <a:solidFill>
                  <a:srgbClr val="000000"/>
                </a:solidFill>
                <a:effectLst/>
                <a:latin typeface="+mn-ea"/>
              </a:rPr>
              <a: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a:t>
            </a:r>
            <a:r>
              <a:rPr kumimoji="0" lang="ko-KR" altLang="ko-KR" sz="1400" b="1" i="0" u="none" strike="noStrike" cap="none" normalizeH="0" baseline="0" dirty="0" smtClean="0">
                <a:ln>
                  <a:noFill/>
                </a:ln>
                <a:solidFill>
                  <a:srgbClr val="000080"/>
                </a:solidFill>
                <a:effectLst/>
                <a:latin typeface="+mn-ea"/>
              </a:rPr>
              <a:t>super</a:t>
            </a:r>
            <a:r>
              <a:rPr kumimoji="0" lang="ko-KR" altLang="ko-KR" sz="1400" b="0" i="0" u="none" strike="noStrike" cap="none" normalizeH="0" baseline="0" dirty="0" smtClean="0">
                <a:ln>
                  <a:noFill/>
                </a:ln>
                <a:solidFill>
                  <a:srgbClr val="000000"/>
                </a:solidFill>
                <a:effectLst/>
                <a:latin typeface="+mn-ea"/>
              </a:rPr>
              <a:t>.onDestroy();</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Toast.</a:t>
            </a:r>
            <a:r>
              <a:rPr kumimoji="0" lang="ko-KR" altLang="ko-KR" sz="1400" b="0" i="1" u="none" strike="noStrike" cap="none" normalizeH="0" baseline="0" dirty="0" smtClean="0">
                <a:ln>
                  <a:noFill/>
                </a:ln>
                <a:solidFill>
                  <a:srgbClr val="000000"/>
                </a:solidFill>
                <a:effectLst/>
                <a:latin typeface="+mn-ea"/>
              </a:rPr>
              <a:t>makeText</a:t>
            </a:r>
            <a:r>
              <a:rPr kumimoji="0" lang="ko-KR" altLang="ko-KR" sz="1400" b="0" i="0" u="none" strike="noStrike" cap="none" normalizeH="0" baseline="0" dirty="0" smtClean="0">
                <a:ln>
                  <a:noFill/>
                </a:ln>
                <a:solidFill>
                  <a:srgbClr val="000000"/>
                </a:solidFill>
                <a:effectLst/>
                <a:latin typeface="+mn-ea"/>
              </a:rPr>
              <a:t>(</a:t>
            </a:r>
            <a:r>
              <a:rPr kumimoji="0" lang="ko-KR" altLang="ko-KR" sz="1400" b="1" i="0" u="none" strike="noStrike" cap="none" normalizeH="0" baseline="0" dirty="0" smtClean="0">
                <a:ln>
                  <a:noFill/>
                </a:ln>
                <a:solidFill>
                  <a:srgbClr val="000080"/>
                </a:solidFill>
                <a:effectLst/>
                <a:latin typeface="+mn-ea"/>
              </a:rPr>
              <a:t>this</a:t>
            </a:r>
            <a:r>
              <a:rPr kumimoji="0" lang="ko-KR" altLang="ko-KR" sz="1400" b="0" i="0" u="none" strike="noStrike" cap="none" normalizeH="0" baseline="0" dirty="0" smtClean="0">
                <a:ln>
                  <a:noFill/>
                </a:ln>
                <a:solidFill>
                  <a:srgbClr val="000000"/>
                </a:solidFill>
                <a:effectLst/>
                <a:latin typeface="+mn-ea"/>
              </a:rPr>
              <a:t>, </a:t>
            </a:r>
            <a:r>
              <a:rPr kumimoji="0" lang="ko-KR" altLang="ko-KR" sz="1400" b="1" i="0" u="none" strike="noStrike" cap="none" normalizeH="0" baseline="0" dirty="0" smtClean="0">
                <a:ln>
                  <a:noFill/>
                </a:ln>
                <a:solidFill>
                  <a:srgbClr val="008000"/>
                </a:solidFill>
                <a:effectLst/>
                <a:latin typeface="+mn-ea"/>
              </a:rPr>
              <a:t>"</a:t>
            </a:r>
            <a:r>
              <a:rPr kumimoji="0" lang="ko-KR" altLang="ko-KR" sz="1400" b="1" i="0" u="none" strike="noStrike" cap="none" normalizeH="0" baseline="0" dirty="0" err="1" smtClean="0">
                <a:ln>
                  <a:noFill/>
                </a:ln>
                <a:solidFill>
                  <a:srgbClr val="008000"/>
                </a:solidFill>
                <a:effectLst/>
                <a:latin typeface="+mn-ea"/>
              </a:rPr>
              <a:t>안드로이드</a:t>
            </a:r>
            <a:r>
              <a:rPr kumimoji="0" lang="ko-KR" altLang="ko-KR" sz="1400" b="1" i="0" u="none" strike="noStrike" cap="none" normalizeH="0" baseline="0" dirty="0" smtClean="0">
                <a:ln>
                  <a:noFill/>
                </a:ln>
                <a:solidFill>
                  <a:srgbClr val="008000"/>
                </a:solidFill>
                <a:effectLst/>
                <a:latin typeface="+mn-ea"/>
              </a:rPr>
              <a:t> 뉴스 종료"</a:t>
            </a:r>
            <a:r>
              <a:rPr kumimoji="0" lang="ko-KR" altLang="ko-KR" sz="1400" b="0" i="0" u="none" strike="noStrike" cap="none" normalizeH="0" baseline="0" dirty="0" smtClean="0">
                <a:ln>
                  <a:noFill/>
                </a:ln>
                <a:solidFill>
                  <a:srgbClr val="000000"/>
                </a:solidFill>
                <a:effectLst/>
                <a:latin typeface="+mn-ea"/>
              </a:rPr>
              <a:t>, Toast.</a:t>
            </a:r>
            <a:r>
              <a:rPr kumimoji="0" lang="ko-KR" altLang="ko-KR" sz="1400" b="1" i="1" u="none" strike="noStrike" cap="none" normalizeH="0" baseline="0" dirty="0" smtClean="0">
                <a:ln>
                  <a:noFill/>
                </a:ln>
                <a:solidFill>
                  <a:srgbClr val="660E7A"/>
                </a:solidFill>
                <a:effectLst/>
                <a:latin typeface="+mn-ea"/>
              </a:rPr>
              <a:t>LENGTH_SHORT</a:t>
            </a:r>
            <a:r>
              <a:rPr kumimoji="0" lang="ko-KR" altLang="ko-KR" sz="1400" b="0" i="0" u="none" strike="noStrike" cap="none" normalizeH="0" baseline="0" dirty="0" smtClean="0">
                <a:ln>
                  <a:noFill/>
                </a:ln>
                <a:solidFill>
                  <a:srgbClr val="000000"/>
                </a:solidFill>
                <a:effectLst/>
                <a:latin typeface="+mn-ea"/>
              </a:rPr>
              <a:t>).show();</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a:t>
            </a:r>
            <a:r>
              <a:rPr kumimoji="0" lang="ko-KR" altLang="ko-KR" sz="1400" b="1" i="0" u="none" strike="noStrike" cap="none" normalizeH="0" baseline="0" dirty="0" smtClean="0">
                <a:ln>
                  <a:noFill/>
                </a:ln>
                <a:solidFill>
                  <a:srgbClr val="660E7A"/>
                </a:solidFill>
                <a:effectLst/>
                <a:latin typeface="+mn-ea"/>
              </a:rPr>
              <a:t>mStop </a:t>
            </a:r>
            <a:r>
              <a:rPr kumimoji="0" lang="ko-KR" altLang="ko-KR" sz="1400" b="0" i="0" u="none" strike="noStrike" cap="none" normalizeH="0" baseline="0" dirty="0" smtClean="0">
                <a:ln>
                  <a:noFill/>
                </a:ln>
                <a:solidFill>
                  <a:srgbClr val="000000"/>
                </a:solidFill>
                <a:effectLst/>
                <a:latin typeface="+mn-ea"/>
              </a:rPr>
              <a:t>= </a:t>
            </a:r>
            <a:r>
              <a:rPr kumimoji="0" lang="ko-KR" altLang="ko-KR" sz="1400" b="1" i="0" u="none" strike="noStrike" cap="none" normalizeH="0" baseline="0" dirty="0" smtClean="0">
                <a:ln>
                  <a:noFill/>
                </a:ln>
                <a:solidFill>
                  <a:srgbClr val="000080"/>
                </a:solidFill>
                <a:effectLst/>
                <a:latin typeface="+mn-ea"/>
              </a:rPr>
              <a:t>true</a:t>
            </a:r>
            <a:r>
              <a:rPr kumimoji="0" lang="ko-KR" altLang="ko-KR" sz="1400" b="0" i="0" u="none" strike="noStrike" cap="none" normalizeH="0" baseline="0" dirty="0" smtClean="0">
                <a:ln>
                  <a:noFill/>
                </a:ln>
                <a:solidFill>
                  <a:srgbClr val="000000"/>
                </a:solidFill>
                <a:effectLst/>
                <a:latin typeface="+mn-ea"/>
              </a:rPr>
              <a: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808000"/>
                </a:solidFill>
                <a:effectLst/>
                <a:latin typeface="+mn-ea"/>
              </a:rPr>
              <a:t>@Override</a:t>
            </a:r>
            <a:br>
              <a:rPr kumimoji="0" lang="ko-KR" altLang="ko-KR" sz="1400" b="0" i="0" u="none" strike="noStrike" cap="none" normalizeH="0" baseline="0" dirty="0" smtClean="0">
                <a:ln>
                  <a:noFill/>
                </a:ln>
                <a:solidFill>
                  <a:srgbClr val="808000"/>
                </a:solidFill>
                <a:effectLst/>
                <a:latin typeface="+mn-ea"/>
              </a:rPr>
            </a:br>
            <a:r>
              <a:rPr kumimoji="0" lang="ko-KR" altLang="ko-KR" sz="1400" b="1" i="0" u="none" strike="noStrike" cap="none" normalizeH="0" baseline="0" dirty="0" smtClean="0">
                <a:ln>
                  <a:noFill/>
                </a:ln>
                <a:solidFill>
                  <a:srgbClr val="000080"/>
                </a:solidFill>
                <a:effectLst/>
                <a:latin typeface="+mn-ea"/>
              </a:rPr>
              <a:t>public </a:t>
            </a:r>
            <a:r>
              <a:rPr kumimoji="0" lang="ko-KR" altLang="ko-KR" sz="1400" b="0" i="0" u="none" strike="noStrike" cap="none" normalizeH="0" baseline="0" dirty="0" smtClean="0">
                <a:ln>
                  <a:noFill/>
                </a:ln>
                <a:solidFill>
                  <a:srgbClr val="000000"/>
                </a:solidFill>
                <a:effectLst/>
                <a:latin typeface="+mn-ea"/>
              </a:rPr>
              <a:t>IBinder onBind(Intent arg0) {</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a:t>
            </a:r>
            <a:r>
              <a:rPr kumimoji="0" lang="ko-KR" altLang="ko-KR" sz="1400" b="1" i="0" u="none" strike="noStrike" cap="none" normalizeH="0" baseline="0" dirty="0" smtClean="0">
                <a:ln>
                  <a:noFill/>
                </a:ln>
                <a:solidFill>
                  <a:srgbClr val="000080"/>
                </a:solidFill>
                <a:effectLst/>
                <a:latin typeface="+mn-ea"/>
              </a:rPr>
              <a:t>return null</a:t>
            </a:r>
            <a:r>
              <a:rPr kumimoji="0" lang="ko-KR" altLang="ko-KR" sz="1400" b="0" i="0" u="none" strike="noStrike" cap="none" normalizeH="0" baseline="0" dirty="0" smtClean="0">
                <a:ln>
                  <a:noFill/>
                </a:ln>
                <a:solidFill>
                  <a:srgbClr val="000000"/>
                </a:solidFill>
                <a:effectLst/>
                <a:latin typeface="+mn-ea"/>
              </a:rPr>
              <a: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a:t>
            </a:r>
            <a:endParaRPr kumimoji="0" lang="en-US" altLang="ko-KR" sz="1400" b="0" i="0" u="none" strike="noStrike" cap="none" normalizeH="0" baseline="0" dirty="0" smtClean="0">
              <a:ln>
                <a:noFill/>
              </a:ln>
              <a:solidFill>
                <a:srgbClr val="000000"/>
              </a:solidFill>
              <a:effectLst/>
              <a:latin typeface="+mn-ea"/>
            </a:endParaRPr>
          </a:p>
          <a:p>
            <a:pPr lvl="1" eaLnBrk="0" fontAlgn="base" latinLnBrk="0" hangingPunct="0">
              <a:spcBef>
                <a:spcPct val="0"/>
              </a:spcBef>
              <a:spcAft>
                <a:spcPct val="0"/>
              </a:spcAft>
            </a:pPr>
            <a:endParaRPr lang="en-US" altLang="ko-KR" sz="1400" dirty="0">
              <a:solidFill>
                <a:srgbClr val="000000"/>
              </a:solidFill>
              <a:latin typeface="+mn-ea"/>
            </a:endParaRPr>
          </a:p>
        </p:txBody>
      </p:sp>
    </p:spTree>
    <p:extLst>
      <p:ext uri="{BB962C8B-B14F-4D97-AF65-F5344CB8AC3E}">
        <p14:creationId xmlns:p14="http://schemas.microsoft.com/office/powerpoint/2010/main" val="16232199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20</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a:t>Background Daemon</a:t>
            </a:r>
            <a:endParaRPr lang="ko-KR" altLang="en-US" dirty="0"/>
          </a:p>
        </p:txBody>
      </p:sp>
      <p:sp>
        <p:nvSpPr>
          <p:cNvPr id="6" name="TextBox 5"/>
          <p:cNvSpPr txBox="1"/>
          <p:nvPr/>
        </p:nvSpPr>
        <p:spPr>
          <a:xfrm>
            <a:off x="613148" y="1280160"/>
            <a:ext cx="2776401" cy="646331"/>
          </a:xfrm>
          <a:prstGeom prst="rect">
            <a:avLst/>
          </a:prstGeom>
          <a:noFill/>
        </p:spPr>
        <p:txBody>
          <a:bodyPr wrap="none" rtlCol="0">
            <a:spAutoFit/>
          </a:bodyPr>
          <a:lstStyle/>
          <a:p>
            <a:r>
              <a:rPr lang="en-US" altLang="ko-KR" b="1" dirty="0">
                <a:solidFill>
                  <a:prstClr val="black"/>
                </a:solidFill>
              </a:rPr>
              <a:t>BroadcastReceiverTest_2</a:t>
            </a:r>
          </a:p>
          <a:p>
            <a:r>
              <a:rPr lang="en-US" altLang="ko-KR" dirty="0" smtClean="0">
                <a:solidFill>
                  <a:prstClr val="black"/>
                </a:solidFill>
              </a:rPr>
              <a:t>FakeNewsDaemon.java</a:t>
            </a:r>
            <a:endParaRPr lang="ko-KR" altLang="en-US" dirty="0">
              <a:solidFill>
                <a:prstClr val="black"/>
              </a:solidFill>
            </a:endParaRPr>
          </a:p>
        </p:txBody>
      </p:sp>
      <p:sp>
        <p:nvSpPr>
          <p:cNvPr id="4" name="Rectangle 1"/>
          <p:cNvSpPr>
            <a:spLocks noChangeArrowheads="1"/>
          </p:cNvSpPr>
          <p:nvPr/>
        </p:nvSpPr>
        <p:spPr bwMode="auto">
          <a:xfrm>
            <a:off x="3389549" y="1234119"/>
            <a:ext cx="5715704" cy="5632311"/>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1" i="0" u="none" strike="noStrike" cap="none" normalizeH="0" baseline="0" dirty="0" smtClean="0">
                <a:ln>
                  <a:noFill/>
                </a:ln>
                <a:solidFill>
                  <a:srgbClr val="000080"/>
                </a:solidFill>
                <a:effectLst/>
                <a:latin typeface="+mn-ea"/>
              </a:rPr>
              <a:t>class </a:t>
            </a:r>
            <a:r>
              <a:rPr kumimoji="0" lang="ko-KR" altLang="ko-KR" sz="1200" b="0" i="0" u="none" strike="noStrike" cap="none" normalizeH="0" baseline="0" dirty="0" smtClean="0">
                <a:ln>
                  <a:noFill/>
                </a:ln>
                <a:solidFill>
                  <a:srgbClr val="000000"/>
                </a:solidFill>
                <a:effectLst/>
                <a:latin typeface="+mn-ea"/>
              </a:rPr>
              <a:t>NewsThread </a:t>
            </a:r>
            <a:r>
              <a:rPr kumimoji="0" lang="ko-KR" altLang="ko-KR" sz="1200" b="1" i="0" u="none" strike="noStrike" cap="none" normalizeH="0" baseline="0" dirty="0" smtClean="0">
                <a:ln>
                  <a:noFill/>
                </a:ln>
                <a:solidFill>
                  <a:srgbClr val="000080"/>
                </a:solidFill>
                <a:effectLst/>
                <a:latin typeface="+mn-ea"/>
              </a:rPr>
              <a:t>extends </a:t>
            </a:r>
            <a:r>
              <a:rPr kumimoji="0" lang="ko-KR" altLang="ko-KR" sz="1200" b="0" i="0" u="none" strike="noStrike" cap="none" normalizeH="0" baseline="0" dirty="0" smtClean="0">
                <a:ln>
                  <a:noFill/>
                </a:ln>
                <a:solidFill>
                  <a:srgbClr val="000000"/>
                </a:solidFill>
                <a:effectLst/>
                <a:latin typeface="+mn-ea"/>
              </a:rPr>
              <a:t>Thread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Handler </a:t>
            </a:r>
            <a:r>
              <a:rPr kumimoji="0" lang="ko-KR" altLang="ko-KR" sz="1200" b="1" i="0" u="none" strike="noStrike" cap="none" normalizeH="0" baseline="0" dirty="0" smtClean="0">
                <a:ln>
                  <a:noFill/>
                </a:ln>
                <a:solidFill>
                  <a:srgbClr val="660E7A"/>
                </a:solidFill>
                <a:effectLst/>
                <a:latin typeface="+mn-ea"/>
              </a:rPr>
              <a:t>mHandler</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String[] </a:t>
            </a:r>
            <a:r>
              <a:rPr kumimoji="0" lang="ko-KR" altLang="ko-KR" sz="1200" b="1" i="0" u="none" strike="noStrike" cap="none" normalizeH="0" baseline="0" dirty="0" smtClean="0">
                <a:ln>
                  <a:noFill/>
                </a:ln>
                <a:solidFill>
                  <a:srgbClr val="660E7A"/>
                </a:solidFill>
                <a:effectLst/>
                <a:latin typeface="+mn-ea"/>
              </a:rPr>
              <a:t>newsArray </a:t>
            </a: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8000"/>
                </a:solidFill>
                <a:effectLst/>
                <a:latin typeface="+mn-ea"/>
              </a:rPr>
              <a:t>"1.5 ver, 컵케이크"</a:t>
            </a:r>
            <a:r>
              <a:rPr kumimoji="0" lang="ko-KR" altLang="ko-KR" sz="1200" b="0" i="0" u="none" strike="noStrike" cap="none" normalizeH="0" baseline="0" dirty="0" smtClean="0">
                <a:ln>
                  <a:noFill/>
                </a:ln>
                <a:solidFill>
                  <a:srgbClr val="000000"/>
                </a:solidFill>
                <a:effectLst/>
                <a:latin typeface="+mn-ea"/>
              </a:rPr>
              <a:t>,</a:t>
            </a:r>
            <a:r>
              <a:rPr kumimoji="0" lang="en-US"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8000"/>
                </a:solidFill>
                <a:effectLst/>
                <a:latin typeface="+mn-ea"/>
              </a:rPr>
              <a:t>"1.6 ver, 도넛"</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8000"/>
                </a:solidFill>
                <a:effectLst/>
                <a:latin typeface="+mn-ea"/>
              </a:rPr>
              <a:t>"2.0~2.1 ver, </a:t>
            </a:r>
            <a:r>
              <a:rPr kumimoji="0" lang="ko-KR" altLang="ko-KR" sz="1200" b="1" i="0" u="none" strike="noStrike" cap="none" normalizeH="0" baseline="0" dirty="0" err="1" smtClean="0">
                <a:ln>
                  <a:noFill/>
                </a:ln>
                <a:solidFill>
                  <a:srgbClr val="008000"/>
                </a:solidFill>
                <a:effectLst/>
                <a:latin typeface="+mn-ea"/>
              </a:rPr>
              <a:t>이클레어</a:t>
            </a:r>
            <a:r>
              <a:rPr kumimoji="0" lang="ko-KR" altLang="ko-KR" sz="1200" b="1" i="0" u="none" strike="noStrike" cap="none" normalizeH="0" baseline="0" dirty="0" smtClean="0">
                <a:ln>
                  <a:noFill/>
                </a:ln>
                <a:solidFill>
                  <a:srgbClr val="008000"/>
                </a:solidFill>
                <a:effectLst/>
                <a:latin typeface="+mn-ea"/>
              </a:rPr>
              <a:t>"</a:t>
            </a:r>
            <a:r>
              <a:rPr kumimoji="0" lang="ko-KR" altLang="ko-KR" sz="1200" b="0" i="0" u="none" strike="noStrike" cap="none" normalizeH="0" baseline="0" dirty="0" smtClean="0">
                <a:ln>
                  <a:noFill/>
                </a:ln>
                <a:solidFill>
                  <a:srgbClr val="000000"/>
                </a:solidFill>
                <a:effectLst/>
                <a:latin typeface="+mn-ea"/>
              </a:rPr>
              <a:t>,</a:t>
            </a:r>
            <a:r>
              <a:rPr kumimoji="0" lang="en-US"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8000"/>
                </a:solidFill>
                <a:effectLst/>
                <a:latin typeface="+mn-ea"/>
              </a:rPr>
              <a:t>"2.2 ver, 프로요"</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8000"/>
                </a:solidFill>
                <a:effectLst/>
                <a:latin typeface="+mn-ea"/>
              </a:rPr>
              <a:t>"2.3~2.3.7 ver, </a:t>
            </a:r>
            <a:r>
              <a:rPr kumimoji="0" lang="ko-KR" altLang="ko-KR" sz="1200" b="1" i="0" u="none" strike="noStrike" cap="none" normalizeH="0" baseline="0" dirty="0" err="1" smtClean="0">
                <a:ln>
                  <a:noFill/>
                </a:ln>
                <a:solidFill>
                  <a:srgbClr val="008000"/>
                </a:solidFill>
                <a:effectLst/>
                <a:latin typeface="+mn-ea"/>
              </a:rPr>
              <a:t>진저브레드</a:t>
            </a:r>
            <a:r>
              <a:rPr kumimoji="0" lang="ko-KR" altLang="ko-KR" sz="1200" b="1" i="0" u="none" strike="noStrike" cap="none" normalizeH="0" baseline="0" dirty="0" smtClean="0">
                <a:ln>
                  <a:noFill/>
                </a:ln>
                <a:solidFill>
                  <a:srgbClr val="008000"/>
                </a:solidFill>
                <a:effectLst/>
                <a:latin typeface="+mn-ea"/>
              </a:rPr>
              <a:t>"</a:t>
            </a:r>
            <a:r>
              <a:rPr kumimoji="0" lang="ko-KR" altLang="ko-KR" sz="1200" b="0" i="0" u="none" strike="noStrike" cap="none" normalizeH="0" baseline="0" dirty="0" smtClean="0">
                <a:ln>
                  <a:noFill/>
                </a:ln>
                <a:solidFill>
                  <a:srgbClr val="000000"/>
                </a:solidFill>
                <a:effectLst/>
                <a:latin typeface="+mn-ea"/>
              </a:rPr>
              <a:t>,</a:t>
            </a:r>
            <a:r>
              <a:rPr kumimoji="0" lang="en-US"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8000"/>
                </a:solidFill>
                <a:effectLst/>
                <a:latin typeface="+mn-ea"/>
              </a:rPr>
              <a:t>"3.1~3.2 ver, </a:t>
            </a:r>
            <a:r>
              <a:rPr kumimoji="0" lang="ko-KR" altLang="ko-KR" sz="1200" b="1" i="0" u="none" strike="noStrike" cap="none" normalizeH="0" baseline="0" dirty="0" err="1" smtClean="0">
                <a:ln>
                  <a:noFill/>
                </a:ln>
                <a:solidFill>
                  <a:srgbClr val="008000"/>
                </a:solidFill>
                <a:effectLst/>
                <a:latin typeface="+mn-ea"/>
              </a:rPr>
              <a:t>허니콤</a:t>
            </a:r>
            <a:r>
              <a:rPr kumimoji="0" lang="ko-KR" altLang="ko-KR" sz="1200" b="1" i="0" u="none" strike="noStrike" cap="none" normalizeH="0" baseline="0" dirty="0" smtClean="0">
                <a:ln>
                  <a:noFill/>
                </a:ln>
                <a:solidFill>
                  <a:srgbClr val="008000"/>
                </a:solidFill>
                <a:effectLst/>
                <a:latin typeface="+mn-ea"/>
              </a:rPr>
              <a:t>"</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8000"/>
                </a:solidFill>
                <a:effectLst/>
                <a:latin typeface="+mn-ea"/>
              </a:rPr>
              <a:t>"4.0.3~4.0.4 ver, 아이스크림 샌드위치"</a:t>
            </a:r>
            <a:r>
              <a:rPr kumimoji="0" lang="ko-KR" altLang="ko-KR" sz="1200" b="0" i="0" u="none" strike="noStrike" cap="none" normalizeH="0" baseline="0" dirty="0" smtClean="0">
                <a:ln>
                  <a:noFill/>
                </a:ln>
                <a:solidFill>
                  <a:srgbClr val="000000"/>
                </a:solidFill>
                <a:effectLst/>
                <a:latin typeface="+mn-ea"/>
              </a:rPr>
              <a:t>,</a:t>
            </a:r>
            <a:r>
              <a:rPr kumimoji="0" lang="en-US"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8000"/>
                </a:solidFill>
                <a:effectLst/>
                <a:latin typeface="+mn-ea"/>
              </a:rPr>
              <a:t>"4.1.x~4.2.x ver, </a:t>
            </a:r>
            <a:r>
              <a:rPr kumimoji="0" lang="ko-KR" altLang="ko-KR" sz="1200" b="1" i="0" u="none" strike="noStrike" cap="none" normalizeH="0" baseline="0" dirty="0" err="1" smtClean="0">
                <a:ln>
                  <a:noFill/>
                </a:ln>
                <a:solidFill>
                  <a:srgbClr val="008000"/>
                </a:solidFill>
                <a:effectLst/>
                <a:latin typeface="+mn-ea"/>
              </a:rPr>
              <a:t>젤리빈</a:t>
            </a:r>
            <a:r>
              <a:rPr kumimoji="0" lang="ko-KR" altLang="ko-KR" sz="1200" b="1" i="0" u="none" strike="noStrike" cap="none" normalizeH="0" baseline="0" dirty="0" smtClean="0">
                <a:ln>
                  <a:noFill/>
                </a:ln>
                <a:solidFill>
                  <a:srgbClr val="008000"/>
                </a:solidFill>
                <a:effectLst/>
                <a:latin typeface="+mn-ea"/>
              </a:rPr>
              <a:t>"</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8000"/>
                </a:solidFill>
                <a:effectLst/>
                <a:latin typeface="+mn-ea"/>
              </a:rPr>
              <a:t>"4.4, </a:t>
            </a:r>
            <a:r>
              <a:rPr kumimoji="0" lang="ko-KR" altLang="ko-KR" sz="1200" b="1" i="0" u="none" strike="noStrike" cap="none" normalizeH="0" baseline="0" dirty="0" err="1" smtClean="0">
                <a:ln>
                  <a:noFill/>
                </a:ln>
                <a:solidFill>
                  <a:srgbClr val="008000"/>
                </a:solidFill>
                <a:effectLst/>
                <a:latin typeface="+mn-ea"/>
              </a:rPr>
              <a:t>킷캣</a:t>
            </a:r>
            <a:r>
              <a:rPr kumimoji="0" lang="ko-KR" altLang="ko-KR" sz="1200" b="1" i="0" u="none" strike="noStrike" cap="none" normalizeH="0" baseline="0" dirty="0" smtClean="0">
                <a:ln>
                  <a:noFill/>
                </a:ln>
                <a:solidFill>
                  <a:srgbClr val="008000"/>
                </a:solidFill>
                <a:effectLst/>
                <a:latin typeface="+mn-ea"/>
              </a:rPr>
              <a:t>"</a:t>
            </a:r>
            <a:r>
              <a:rPr kumimoji="0" lang="ko-KR" altLang="ko-KR" sz="1200" b="0" i="0" u="none" strike="noStrike" cap="none" normalizeH="0" baseline="0" dirty="0" smtClean="0">
                <a:ln>
                  <a:noFill/>
                </a:ln>
                <a:solidFill>
                  <a:srgbClr val="000000"/>
                </a:solidFill>
                <a:effectLst/>
                <a:latin typeface="+mn-ea"/>
              </a:rPr>
              <a:t>,</a:t>
            </a:r>
            <a:r>
              <a:rPr kumimoji="0" lang="en-US"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8000"/>
                </a:solidFill>
                <a:effectLst/>
                <a:latin typeface="+mn-ea"/>
              </a:rPr>
              <a:t>"5.0~5.1.1, </a:t>
            </a:r>
            <a:r>
              <a:rPr kumimoji="0" lang="ko-KR" altLang="ko-KR" sz="1200" b="1" i="0" u="none" strike="noStrike" cap="none" normalizeH="0" baseline="0" dirty="0" err="1" smtClean="0">
                <a:ln>
                  <a:noFill/>
                </a:ln>
                <a:solidFill>
                  <a:srgbClr val="008000"/>
                </a:solidFill>
                <a:effectLst/>
                <a:latin typeface="+mn-ea"/>
              </a:rPr>
              <a:t>롤리팝</a:t>
            </a:r>
            <a:r>
              <a:rPr kumimoji="0" lang="ko-KR" altLang="ko-KR" sz="1200" b="1" i="0" u="none" strike="noStrike" cap="none" normalizeH="0" baseline="0" dirty="0" smtClean="0">
                <a:ln>
                  <a:noFill/>
                </a:ln>
                <a:solidFill>
                  <a:srgbClr val="008000"/>
                </a:solidFill>
                <a:effectLst/>
                <a:latin typeface="+mn-ea"/>
              </a:rPr>
              <a:t>"</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8000"/>
                </a:solidFill>
                <a:effectLst/>
                <a:latin typeface="+mn-ea"/>
              </a:rPr>
              <a:t>"6.0, </a:t>
            </a:r>
            <a:r>
              <a:rPr kumimoji="0" lang="ko-KR" altLang="ko-KR" sz="1200" b="1" i="0" u="none" strike="noStrike" cap="none" normalizeH="0" baseline="0" dirty="0" err="1" smtClean="0">
                <a:ln>
                  <a:noFill/>
                </a:ln>
                <a:solidFill>
                  <a:srgbClr val="008000"/>
                </a:solidFill>
                <a:effectLst/>
                <a:latin typeface="+mn-ea"/>
              </a:rPr>
              <a:t>마쉬멜로우</a:t>
            </a:r>
            <a:r>
              <a:rPr kumimoji="0" lang="ko-KR" altLang="ko-KR" sz="1200" b="1" i="0" u="none" strike="noStrike" cap="none" normalizeH="0" baseline="0" dirty="0" smtClean="0">
                <a:ln>
                  <a:noFill/>
                </a:ln>
                <a:solidFill>
                  <a:srgbClr val="008000"/>
                </a:solidFill>
                <a:effectLst/>
                <a:latin typeface="+mn-ea"/>
              </a:rPr>
              <a:t>“</a:t>
            </a:r>
            <a:r>
              <a:rPr kumimoji="0" lang="en-US" altLang="ko-KR" sz="1200" b="1" i="0" u="none" strike="noStrike" cap="none" normalizeH="0" baseline="0" dirty="0" smtClean="0">
                <a:ln>
                  <a:noFill/>
                </a:ln>
                <a:solidFill>
                  <a:srgbClr val="008000"/>
                </a:solidFill>
                <a:effectLst/>
                <a:latin typeface="+mn-ea"/>
              </a:rPr>
              <a:t>, “7.0 </a:t>
            </a:r>
            <a:r>
              <a:rPr kumimoji="0" lang="ko-KR" altLang="en-US" sz="1200" b="1" i="0" u="none" strike="noStrike" cap="none" normalizeH="0" baseline="0" dirty="0" smtClean="0">
                <a:ln>
                  <a:noFill/>
                </a:ln>
                <a:solidFill>
                  <a:srgbClr val="008000"/>
                </a:solidFill>
                <a:effectLst/>
                <a:latin typeface="+mn-ea"/>
              </a:rPr>
              <a:t>누가</a:t>
            </a:r>
            <a:r>
              <a:rPr kumimoji="0" lang="en-US" altLang="ko-KR" sz="1200" b="1" i="0" u="none" strike="noStrike" cap="none" normalizeH="0" baseline="0" dirty="0" smtClean="0">
                <a:ln>
                  <a:noFill/>
                </a:ln>
                <a:solidFill>
                  <a:srgbClr val="008000"/>
                </a:solidFill>
                <a:effectLst/>
                <a:latin typeface="+mn-ea"/>
              </a:rPr>
              <a:t>”</a:t>
            </a:r>
            <a:r>
              <a:rPr kumimoji="0" lang="ko-KR" altLang="ko-KR" sz="1200" b="1" i="0" u="none" strike="noStrike" cap="none" normalizeH="0" baseline="0" dirty="0" smtClean="0">
                <a:ln>
                  <a:noFill/>
                </a:ln>
                <a:solidFill>
                  <a:srgbClr val="008000"/>
                </a:solidFill>
                <a:effectLst/>
                <a:latin typeface="+mn-ea"/>
              </a:rPr>
              <a:t/>
            </a:r>
            <a:br>
              <a:rPr kumimoji="0" lang="ko-KR" altLang="ko-KR" sz="1200" b="1" i="0" u="none" strike="noStrike" cap="none" normalizeH="0" baseline="0" dirty="0" smtClean="0">
                <a:ln>
                  <a:noFill/>
                </a:ln>
                <a:solidFill>
                  <a:srgbClr val="008000"/>
                </a:solidFill>
                <a:effectLst/>
                <a:latin typeface="+mn-ea"/>
              </a:rPr>
            </a:br>
            <a:r>
              <a:rPr kumimoji="0" lang="ko-KR" altLang="ko-KR" sz="1200" b="1" i="0" u="none" strike="noStrike" cap="none" normalizeH="0" baseline="0" dirty="0" smtClean="0">
                <a:ln>
                  <a:noFill/>
                </a:ln>
                <a:solidFill>
                  <a:srgbClr val="008000"/>
                </a:solidFill>
                <a:effectLst/>
                <a:latin typeface="+mn-ea"/>
              </a:rPr>
              <a:t>    </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NewsThread(Handler handler)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660E7A"/>
                </a:solidFill>
                <a:effectLst/>
                <a:latin typeface="+mn-ea"/>
              </a:rPr>
              <a:t>mHandler </a:t>
            </a:r>
            <a:r>
              <a:rPr kumimoji="0" lang="ko-KR" altLang="ko-KR" sz="1200" b="0" i="0" u="none" strike="noStrike" cap="none" normalizeH="0" baseline="0" dirty="0" smtClean="0">
                <a:ln>
                  <a:noFill/>
                </a:ln>
                <a:solidFill>
                  <a:srgbClr val="000000"/>
                </a:solidFill>
                <a:effectLst/>
                <a:latin typeface="+mn-ea"/>
              </a:rPr>
              <a:t>= handler;</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0080"/>
                </a:solidFill>
                <a:effectLst/>
                <a:latin typeface="+mn-ea"/>
              </a:rPr>
              <a:t>public void </a:t>
            </a:r>
            <a:r>
              <a:rPr kumimoji="0" lang="ko-KR" altLang="ko-KR" sz="1200" b="0" i="0" u="none" strike="noStrike" cap="none" normalizeH="0" baseline="0" dirty="0" smtClean="0">
                <a:ln>
                  <a:noFill/>
                </a:ln>
                <a:solidFill>
                  <a:srgbClr val="000000"/>
                </a:solidFill>
                <a:effectLst/>
                <a:latin typeface="+mn-ea"/>
              </a:rPr>
              <a:t>run()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0080"/>
                </a:solidFill>
                <a:effectLst/>
                <a:latin typeface="+mn-ea"/>
              </a:rPr>
              <a:t>int </a:t>
            </a:r>
            <a:r>
              <a:rPr kumimoji="0" lang="ko-KR" altLang="ko-KR" sz="1200" b="0" i="0" u="none" strike="noStrike" cap="none" normalizeH="0" baseline="0" dirty="0" smtClean="0">
                <a:ln>
                  <a:noFill/>
                </a:ln>
                <a:solidFill>
                  <a:srgbClr val="000000"/>
                </a:solidFill>
                <a:effectLst/>
                <a:latin typeface="+mn-ea"/>
              </a:rPr>
              <a:t>idx = </a:t>
            </a:r>
            <a:r>
              <a:rPr kumimoji="0" lang="ko-KR" altLang="ko-KR" sz="1200" b="0" i="0" u="none" strike="noStrike" cap="none" normalizeH="0" baseline="0" dirty="0" smtClean="0">
                <a:ln>
                  <a:noFill/>
                </a:ln>
                <a:solidFill>
                  <a:srgbClr val="0000FF"/>
                </a:solidFill>
                <a:effectLst/>
                <a:latin typeface="+mn-ea"/>
              </a:rPr>
              <a:t>0</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0080"/>
                </a:solidFill>
                <a:effectLst/>
                <a:latin typeface="+mn-ea"/>
              </a:rPr>
              <a:t>while </a:t>
            </a:r>
            <a:r>
              <a:rPr kumimoji="0" lang="ko-KR" altLang="ko-KR" sz="1200" b="0" i="0" u="none" strike="noStrike" cap="none" normalizeH="0" baseline="0" dirty="0" smtClean="0">
                <a:ln>
                  <a:noFill/>
                </a:ln>
                <a:solidFill>
                  <a:srgbClr val="000000"/>
                </a:solidFill>
                <a:effectLst/>
                <a:latin typeface="+mn-ea"/>
              </a:rPr>
              <a:t>(!</a:t>
            </a:r>
            <a:r>
              <a:rPr kumimoji="0" lang="ko-KR" altLang="ko-KR" sz="1200" b="1" i="0" u="none" strike="noStrike" cap="none" normalizeH="0" baseline="0" dirty="0" smtClean="0">
                <a:ln>
                  <a:noFill/>
                </a:ln>
                <a:solidFill>
                  <a:srgbClr val="660E7A"/>
                </a:solidFill>
                <a:effectLst/>
                <a:latin typeface="+mn-ea"/>
              </a:rPr>
              <a:t>mStop</a:t>
            </a: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Message msg = Message.</a:t>
            </a:r>
            <a:r>
              <a:rPr kumimoji="0" lang="ko-KR" altLang="ko-KR" sz="1200" b="0" i="1" u="none" strike="noStrike" cap="none" normalizeH="0" baseline="0" dirty="0" smtClean="0">
                <a:ln>
                  <a:noFill/>
                </a:ln>
                <a:solidFill>
                  <a:srgbClr val="000000"/>
                </a:solidFill>
                <a:effectLst/>
                <a:latin typeface="+mn-ea"/>
              </a:rPr>
              <a:t>obtain</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msg.</a:t>
            </a:r>
            <a:r>
              <a:rPr kumimoji="0" lang="ko-KR" altLang="ko-KR" sz="1200" b="1" i="0" u="none" strike="noStrike" cap="none" normalizeH="0" baseline="0" dirty="0" smtClean="0">
                <a:ln>
                  <a:noFill/>
                </a:ln>
                <a:solidFill>
                  <a:srgbClr val="660E7A"/>
                </a:solidFill>
                <a:effectLst/>
                <a:latin typeface="+mn-ea"/>
              </a:rPr>
              <a:t>what </a:t>
            </a:r>
            <a:r>
              <a:rPr kumimoji="0" lang="ko-KR" altLang="ko-KR" sz="1200" b="0" i="0" u="none" strike="noStrike" cap="none" normalizeH="0" baseline="0" dirty="0" smtClean="0">
                <a:ln>
                  <a:noFill/>
                </a:ln>
                <a:solidFill>
                  <a:srgbClr val="000000"/>
                </a:solidFill>
                <a:effectLst/>
                <a:latin typeface="+mn-ea"/>
              </a:rPr>
              <a:t>= </a:t>
            </a:r>
            <a:r>
              <a:rPr kumimoji="0" lang="ko-KR" altLang="ko-KR" sz="1200" b="0" i="0" u="none" strike="noStrike" cap="none" normalizeH="0" baseline="0" dirty="0" smtClean="0">
                <a:ln>
                  <a:noFill/>
                </a:ln>
                <a:solidFill>
                  <a:srgbClr val="0000FF"/>
                </a:solidFill>
                <a:effectLst/>
                <a:latin typeface="+mn-ea"/>
              </a:rPr>
              <a:t>1</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msg.</a:t>
            </a:r>
            <a:r>
              <a:rPr kumimoji="0" lang="ko-KR" altLang="ko-KR" sz="1200" b="1" i="0" u="none" strike="noStrike" cap="none" normalizeH="0" baseline="0" dirty="0" smtClean="0">
                <a:ln>
                  <a:noFill/>
                </a:ln>
                <a:solidFill>
                  <a:srgbClr val="660E7A"/>
                </a:solidFill>
                <a:effectLst/>
                <a:latin typeface="+mn-ea"/>
              </a:rPr>
              <a:t>obj </a:t>
            </a: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660E7A"/>
                </a:solidFill>
                <a:effectLst/>
                <a:latin typeface="+mn-ea"/>
              </a:rPr>
              <a:t>newsArray</a:t>
            </a:r>
            <a:r>
              <a:rPr kumimoji="0" lang="ko-KR" altLang="ko-KR" sz="1200" b="0" i="0" u="none" strike="noStrike" cap="none" normalizeH="0" baseline="0" dirty="0" smtClean="0">
                <a:ln>
                  <a:noFill/>
                </a:ln>
                <a:solidFill>
                  <a:srgbClr val="000000"/>
                </a:solidFill>
                <a:effectLst/>
                <a:latin typeface="+mn-ea"/>
              </a:rPr>
              <a:t>[idx];</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660E7A"/>
                </a:solidFill>
                <a:effectLst/>
                <a:latin typeface="+mn-ea"/>
              </a:rPr>
              <a:t>mHandler</a:t>
            </a:r>
            <a:r>
              <a:rPr kumimoji="0" lang="ko-KR" altLang="ko-KR" sz="1200" b="0" i="0" u="none" strike="noStrike" cap="none" normalizeH="0" baseline="0" dirty="0" smtClean="0">
                <a:ln>
                  <a:noFill/>
                </a:ln>
                <a:solidFill>
                  <a:srgbClr val="000000"/>
                </a:solidFill>
                <a:effectLst/>
                <a:latin typeface="+mn-ea"/>
              </a:rPr>
              <a:t>.</a:t>
            </a:r>
            <a:r>
              <a:rPr kumimoji="0" lang="ko-KR" altLang="ko-KR" sz="1200" b="1" i="0" u="none" strike="noStrike" cap="none" normalizeH="0" baseline="0" dirty="0" smtClean="0">
                <a:ln>
                  <a:noFill/>
                </a:ln>
                <a:solidFill>
                  <a:srgbClr val="00B0F0"/>
                </a:solidFill>
                <a:effectLst/>
                <a:latin typeface="+mn-ea"/>
              </a:rPr>
              <a:t>sendMessage(msg)</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idx++;</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idx %= </a:t>
            </a:r>
            <a:r>
              <a:rPr kumimoji="0" lang="ko-KR" altLang="ko-KR" sz="1200" b="1" i="0" u="none" strike="noStrike" cap="none" normalizeH="0" baseline="0" dirty="0" smtClean="0">
                <a:ln>
                  <a:noFill/>
                </a:ln>
                <a:solidFill>
                  <a:srgbClr val="660E7A"/>
                </a:solidFill>
                <a:effectLst/>
                <a:latin typeface="+mn-ea"/>
              </a:rPr>
              <a:t>newsArray</a:t>
            </a:r>
            <a:r>
              <a:rPr kumimoji="0" lang="ko-KR" altLang="ko-KR" sz="1200" b="0" i="0" u="none" strike="noStrike" cap="none" normalizeH="0" baseline="0" dirty="0" smtClean="0">
                <a:ln>
                  <a:noFill/>
                </a:ln>
                <a:solidFill>
                  <a:srgbClr val="000000"/>
                </a:solidFill>
                <a:effectLst/>
                <a:latin typeface="+mn-ea"/>
              </a:rPr>
              <a:t>.</a:t>
            </a:r>
            <a:r>
              <a:rPr kumimoji="0" lang="ko-KR" altLang="ko-KR" sz="1200" b="1" i="0" u="none" strike="noStrike" cap="none" normalizeH="0" baseline="0" dirty="0" smtClean="0">
                <a:ln>
                  <a:noFill/>
                </a:ln>
                <a:solidFill>
                  <a:srgbClr val="660E7A"/>
                </a:solidFill>
                <a:effectLst/>
                <a:latin typeface="+mn-ea"/>
              </a:rPr>
              <a:t>length</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0080"/>
                </a:solidFill>
                <a:effectLst/>
                <a:latin typeface="+mn-ea"/>
              </a:rPr>
              <a:t>try </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0" i="1" u="none" strike="noStrike" cap="none" normalizeH="0" baseline="0" dirty="0" smtClean="0">
                <a:ln>
                  <a:noFill/>
                </a:ln>
                <a:solidFill>
                  <a:srgbClr val="000000"/>
                </a:solidFill>
                <a:effectLst/>
                <a:latin typeface="+mn-ea"/>
              </a:rPr>
              <a:t>sleep</a:t>
            </a:r>
            <a:r>
              <a:rPr kumimoji="0" lang="ko-KR" altLang="ko-KR" sz="1200" b="0" i="0" u="none" strike="noStrike" cap="none" normalizeH="0" baseline="0" dirty="0" smtClean="0">
                <a:ln>
                  <a:noFill/>
                </a:ln>
                <a:solidFill>
                  <a:srgbClr val="000000"/>
                </a:solidFill>
                <a:effectLst/>
                <a:latin typeface="+mn-ea"/>
              </a:rPr>
              <a:t>(</a:t>
            </a:r>
            <a:r>
              <a:rPr kumimoji="0" lang="ko-KR" altLang="ko-KR" sz="1200" b="0" i="0" u="none" strike="noStrike" cap="none" normalizeH="0" baseline="0" dirty="0" smtClean="0">
                <a:ln>
                  <a:noFill/>
                </a:ln>
                <a:solidFill>
                  <a:srgbClr val="0000FF"/>
                </a:solidFill>
                <a:effectLst/>
                <a:latin typeface="+mn-ea"/>
              </a:rPr>
              <a:t>5000</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 </a:t>
            </a:r>
            <a:r>
              <a:rPr kumimoji="0" lang="ko-KR" altLang="ko-KR" sz="1200" b="1" i="0" u="none" strike="noStrike" cap="none" normalizeH="0" baseline="0" dirty="0" smtClean="0">
                <a:ln>
                  <a:noFill/>
                </a:ln>
                <a:solidFill>
                  <a:srgbClr val="000080"/>
                </a:solidFill>
                <a:effectLst/>
                <a:latin typeface="+mn-ea"/>
              </a:rPr>
              <a:t>catch </a:t>
            </a:r>
            <a:r>
              <a:rPr kumimoji="0" lang="ko-KR" altLang="ko-KR" sz="1200" b="0" i="0" u="none" strike="noStrike" cap="none" normalizeH="0" baseline="0" dirty="0" smtClean="0">
                <a:ln>
                  <a:noFill/>
                </a:ln>
                <a:solidFill>
                  <a:srgbClr val="000000"/>
                </a:solidFill>
                <a:effectLst/>
                <a:latin typeface="+mn-ea"/>
              </a:rPr>
              <a:t>(InterruptedException e)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a:t>
            </a:r>
            <a:endParaRPr kumimoji="0" lang="ko-KR" altLang="ko-KR" sz="3200" b="0" i="0" u="none" strike="noStrike" cap="none" normalizeH="0" baseline="0" dirty="0" smtClean="0">
              <a:ln>
                <a:noFill/>
              </a:ln>
              <a:solidFill>
                <a:schemeClr val="tx1"/>
              </a:solidFill>
              <a:effectLst/>
              <a:latin typeface="+mn-ea"/>
            </a:endParaRPr>
          </a:p>
        </p:txBody>
      </p:sp>
    </p:spTree>
    <p:extLst>
      <p:ext uri="{BB962C8B-B14F-4D97-AF65-F5344CB8AC3E}">
        <p14:creationId xmlns:p14="http://schemas.microsoft.com/office/powerpoint/2010/main" val="10385789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50690" y="1899005"/>
            <a:ext cx="6096000" cy="3970318"/>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smtClean="0">
                <a:ln>
                  <a:noFill/>
                </a:ln>
                <a:solidFill>
                  <a:srgbClr val="000000"/>
                </a:solidFill>
                <a:effectLst/>
                <a:latin typeface="+mn-ea"/>
              </a:rPr>
              <a:t>&lt;</a:t>
            </a:r>
            <a:r>
              <a:rPr kumimoji="0" lang="ko-KR" altLang="ko-KR" sz="1200" b="1" i="0" u="none" strike="noStrike" cap="none" normalizeH="0" baseline="0" dirty="0" smtClean="0">
                <a:ln>
                  <a:noFill/>
                </a:ln>
                <a:solidFill>
                  <a:srgbClr val="000080"/>
                </a:solidFill>
                <a:effectLst/>
                <a:latin typeface="+mn-ea"/>
              </a:rPr>
              <a:t>LinearLayout </a:t>
            </a:r>
            <a:r>
              <a:rPr kumimoji="0" lang="ko-KR" altLang="ko-KR" sz="1200" b="1" i="0" u="none" strike="noStrike" cap="none" normalizeH="0" baseline="0" dirty="0" smtClean="0">
                <a:ln>
                  <a:noFill/>
                </a:ln>
                <a:solidFill>
                  <a:srgbClr val="0000FF"/>
                </a:solidFill>
                <a:effectLst/>
                <a:latin typeface="+mn-ea"/>
              </a:rPr>
              <a:t>xmlns:</a:t>
            </a:r>
            <a:r>
              <a:rPr kumimoji="0" lang="ko-KR" altLang="ko-KR" sz="1200" b="1" i="0" u="none" strike="noStrike" cap="none" normalizeH="0" baseline="0" dirty="0" smtClean="0">
                <a:ln>
                  <a:noFill/>
                </a:ln>
                <a:solidFill>
                  <a:srgbClr val="660E7A"/>
                </a:solidFill>
                <a:effectLst/>
                <a:latin typeface="+mn-ea"/>
              </a:rPr>
              <a:t>android</a:t>
            </a:r>
            <a:r>
              <a:rPr kumimoji="0" lang="ko-KR" altLang="ko-KR" sz="1200" b="1" i="0" u="none" strike="noStrike" cap="none" normalizeH="0" baseline="0" dirty="0" smtClean="0">
                <a:ln>
                  <a:noFill/>
                </a:ln>
                <a:solidFill>
                  <a:srgbClr val="0000FF"/>
                </a:solidFill>
                <a:effectLst/>
                <a:latin typeface="+mn-ea"/>
              </a:rPr>
              <a:t>=</a:t>
            </a:r>
            <a:r>
              <a:rPr kumimoji="0" lang="ko-KR" altLang="ko-KR" sz="1200" b="1" i="0" u="none" strike="noStrike" cap="none" normalizeH="0" baseline="0" dirty="0" smtClean="0">
                <a:ln>
                  <a:noFill/>
                </a:ln>
                <a:solidFill>
                  <a:srgbClr val="008000"/>
                </a:solidFill>
                <a:effectLst/>
                <a:latin typeface="+mn-ea"/>
              </a:rPr>
              <a:t>"http://schemas.android.com/apk/res/android"</a:t>
            </a:r>
            <a:br>
              <a:rPr kumimoji="0" lang="ko-KR" altLang="ko-KR" sz="1200" b="1" i="0" u="none" strike="noStrike" cap="none" normalizeH="0" baseline="0" dirty="0" smtClean="0">
                <a:ln>
                  <a:noFill/>
                </a:ln>
                <a:solidFill>
                  <a:srgbClr val="008000"/>
                </a:solidFill>
                <a:effectLst/>
                <a:latin typeface="+mn-ea"/>
              </a:rPr>
            </a:br>
            <a:r>
              <a:rPr kumimoji="0" lang="ko-KR" altLang="ko-KR" sz="1200" b="1" i="0" u="none" strike="noStrike" cap="none" normalizeH="0" baseline="0" dirty="0" smtClean="0">
                <a:ln>
                  <a:noFill/>
                </a:ln>
                <a:solidFill>
                  <a:srgbClr val="008000"/>
                </a:solidFill>
                <a:effectLst/>
                <a:latin typeface="+mn-ea"/>
              </a:rPr>
              <a:t>    </a:t>
            </a:r>
            <a:r>
              <a:rPr kumimoji="0" lang="ko-KR" altLang="ko-KR" sz="1200" b="1" i="0" u="none" strike="noStrike" cap="none" normalizeH="0" baseline="0" dirty="0" smtClean="0">
                <a:ln>
                  <a:noFill/>
                </a:ln>
                <a:solidFill>
                  <a:srgbClr val="0000FF"/>
                </a:solidFill>
                <a:effectLst/>
                <a:latin typeface="+mn-ea"/>
              </a:rPr>
              <a:t>xmlns:</a:t>
            </a:r>
            <a:r>
              <a:rPr kumimoji="0" lang="ko-KR" altLang="ko-KR" sz="1200" b="1" i="0" u="none" strike="noStrike" cap="none" normalizeH="0" baseline="0" dirty="0" smtClean="0">
                <a:ln>
                  <a:noFill/>
                </a:ln>
                <a:solidFill>
                  <a:srgbClr val="660E7A"/>
                </a:solidFill>
                <a:effectLst/>
                <a:latin typeface="+mn-ea"/>
              </a:rPr>
              <a:t>tools</a:t>
            </a:r>
            <a:r>
              <a:rPr kumimoji="0" lang="ko-KR" altLang="ko-KR" sz="1200" b="1" i="0" u="none" strike="noStrike" cap="none" normalizeH="0" baseline="0" dirty="0" smtClean="0">
                <a:ln>
                  <a:noFill/>
                </a:ln>
                <a:solidFill>
                  <a:srgbClr val="0000FF"/>
                </a:solidFill>
                <a:effectLst/>
                <a:latin typeface="+mn-ea"/>
              </a:rPr>
              <a:t>=</a:t>
            </a:r>
            <a:r>
              <a:rPr kumimoji="0" lang="ko-KR" altLang="ko-KR" sz="1200" b="1" i="0" u="none" strike="noStrike" cap="none" normalizeH="0" baseline="0" dirty="0" smtClean="0">
                <a:ln>
                  <a:noFill/>
                </a:ln>
                <a:solidFill>
                  <a:srgbClr val="008000"/>
                </a:solidFill>
                <a:effectLst/>
                <a:latin typeface="+mn-ea"/>
              </a:rPr>
              <a:t>"http://schemas.android.com/tools"</a:t>
            </a:r>
            <a:br>
              <a:rPr kumimoji="0" lang="ko-KR" altLang="ko-KR" sz="1200" b="1" i="0" u="none" strike="noStrike" cap="none" normalizeH="0" baseline="0" dirty="0" smtClean="0">
                <a:ln>
                  <a:noFill/>
                </a:ln>
                <a:solidFill>
                  <a:srgbClr val="008000"/>
                </a:solidFill>
                <a:effectLst/>
                <a:latin typeface="+mn-ea"/>
              </a:rPr>
            </a:br>
            <a:r>
              <a:rPr kumimoji="0" lang="ko-KR" altLang="ko-KR" sz="1200" b="1" i="0" u="none" strike="noStrike" cap="none" normalizeH="0" baseline="0" dirty="0" smtClean="0">
                <a:ln>
                  <a:noFill/>
                </a:ln>
                <a:solidFill>
                  <a:srgbClr val="008000"/>
                </a:solidFill>
                <a:effectLst/>
                <a:latin typeface="+mn-ea"/>
              </a:rPr>
              <a:t>    </a:t>
            </a:r>
            <a:r>
              <a:rPr kumimoji="0" lang="ko-KR" altLang="ko-KR" sz="1200" b="1" i="0" u="none" strike="noStrike" cap="none" normalizeH="0" baseline="0" dirty="0" smtClean="0">
                <a:ln>
                  <a:noFill/>
                </a:ln>
                <a:solidFill>
                  <a:srgbClr val="660E7A"/>
                </a:solidFill>
                <a:effectLst/>
                <a:latin typeface="+mn-ea"/>
              </a:rPr>
              <a:t>android</a:t>
            </a:r>
            <a:r>
              <a:rPr kumimoji="0" lang="ko-KR" altLang="ko-KR" sz="1200" b="1" i="0" u="none" strike="noStrike" cap="none" normalizeH="0" baseline="0" dirty="0" smtClean="0">
                <a:ln>
                  <a:noFill/>
                </a:ln>
                <a:solidFill>
                  <a:srgbClr val="0000FF"/>
                </a:solidFill>
                <a:effectLst/>
                <a:latin typeface="+mn-ea"/>
              </a:rPr>
              <a:t>:orientation=</a:t>
            </a:r>
            <a:r>
              <a:rPr kumimoji="0" lang="ko-KR" altLang="ko-KR" sz="1200" b="1" i="0" u="none" strike="noStrike" cap="none" normalizeH="0" baseline="0" dirty="0" smtClean="0">
                <a:ln>
                  <a:noFill/>
                </a:ln>
                <a:solidFill>
                  <a:srgbClr val="008000"/>
                </a:solidFill>
                <a:effectLst/>
                <a:latin typeface="+mn-ea"/>
              </a:rPr>
              <a:t>"vertical"</a:t>
            </a:r>
            <a:br>
              <a:rPr kumimoji="0" lang="ko-KR" altLang="ko-KR" sz="1200" b="1" i="0" u="none" strike="noStrike" cap="none" normalizeH="0" baseline="0" dirty="0" smtClean="0">
                <a:ln>
                  <a:noFill/>
                </a:ln>
                <a:solidFill>
                  <a:srgbClr val="008000"/>
                </a:solidFill>
                <a:effectLst/>
                <a:latin typeface="+mn-ea"/>
              </a:rPr>
            </a:br>
            <a:r>
              <a:rPr kumimoji="0" lang="ko-KR" altLang="ko-KR" sz="1200" b="1" i="0" u="none" strike="noStrike" cap="none" normalizeH="0" baseline="0" dirty="0" smtClean="0">
                <a:ln>
                  <a:noFill/>
                </a:ln>
                <a:solidFill>
                  <a:srgbClr val="008000"/>
                </a:solidFill>
                <a:effectLst/>
                <a:latin typeface="+mn-ea"/>
              </a:rPr>
              <a:t>    </a:t>
            </a:r>
            <a:r>
              <a:rPr kumimoji="0" lang="ko-KR" altLang="ko-KR" sz="1200" b="1" i="0" u="none" strike="noStrike" cap="none" normalizeH="0" baseline="0" dirty="0" smtClean="0">
                <a:ln>
                  <a:noFill/>
                </a:ln>
                <a:solidFill>
                  <a:srgbClr val="660E7A"/>
                </a:solidFill>
                <a:effectLst/>
                <a:latin typeface="+mn-ea"/>
              </a:rPr>
              <a:t>android</a:t>
            </a:r>
            <a:r>
              <a:rPr kumimoji="0" lang="ko-KR" altLang="ko-KR" sz="1200" b="1" i="0" u="none" strike="noStrike" cap="none" normalizeH="0" baseline="0" dirty="0" smtClean="0">
                <a:ln>
                  <a:noFill/>
                </a:ln>
                <a:solidFill>
                  <a:srgbClr val="0000FF"/>
                </a:solidFill>
                <a:effectLst/>
                <a:latin typeface="+mn-ea"/>
              </a:rPr>
              <a:t>:layout_width=</a:t>
            </a:r>
            <a:r>
              <a:rPr kumimoji="0" lang="ko-KR" altLang="ko-KR" sz="1200" b="1" i="0" u="none" strike="noStrike" cap="none" normalizeH="0" baseline="0" dirty="0" smtClean="0">
                <a:ln>
                  <a:noFill/>
                </a:ln>
                <a:solidFill>
                  <a:srgbClr val="008000"/>
                </a:solidFill>
                <a:effectLst/>
                <a:latin typeface="+mn-ea"/>
              </a:rPr>
              <a:t>"match_parent"</a:t>
            </a:r>
            <a:br>
              <a:rPr kumimoji="0" lang="ko-KR" altLang="ko-KR" sz="1200" b="1" i="0" u="none" strike="noStrike" cap="none" normalizeH="0" baseline="0" dirty="0" smtClean="0">
                <a:ln>
                  <a:noFill/>
                </a:ln>
                <a:solidFill>
                  <a:srgbClr val="008000"/>
                </a:solidFill>
                <a:effectLst/>
                <a:latin typeface="+mn-ea"/>
              </a:rPr>
            </a:br>
            <a:r>
              <a:rPr kumimoji="0" lang="ko-KR" altLang="ko-KR" sz="1200" b="1" i="0" u="none" strike="noStrike" cap="none" normalizeH="0" baseline="0" dirty="0" smtClean="0">
                <a:ln>
                  <a:noFill/>
                </a:ln>
                <a:solidFill>
                  <a:srgbClr val="008000"/>
                </a:solidFill>
                <a:effectLst/>
                <a:latin typeface="+mn-ea"/>
              </a:rPr>
              <a:t>    </a:t>
            </a:r>
            <a:r>
              <a:rPr kumimoji="0" lang="ko-KR" altLang="ko-KR" sz="1200" b="1" i="0" u="none" strike="noStrike" cap="none" normalizeH="0" baseline="0" dirty="0" smtClean="0">
                <a:ln>
                  <a:noFill/>
                </a:ln>
                <a:solidFill>
                  <a:srgbClr val="660E7A"/>
                </a:solidFill>
                <a:effectLst/>
                <a:latin typeface="+mn-ea"/>
              </a:rPr>
              <a:t>android</a:t>
            </a:r>
            <a:r>
              <a:rPr kumimoji="0" lang="ko-KR" altLang="ko-KR" sz="1200" b="1" i="0" u="none" strike="noStrike" cap="none" normalizeH="0" baseline="0" dirty="0" smtClean="0">
                <a:ln>
                  <a:noFill/>
                </a:ln>
                <a:solidFill>
                  <a:srgbClr val="0000FF"/>
                </a:solidFill>
                <a:effectLst/>
                <a:latin typeface="+mn-ea"/>
              </a:rPr>
              <a:t>:layout_height=</a:t>
            </a:r>
            <a:r>
              <a:rPr kumimoji="0" lang="ko-KR" altLang="ko-KR" sz="1200" b="1" i="0" u="none" strike="noStrike" cap="none" normalizeH="0" baseline="0" dirty="0" smtClean="0">
                <a:ln>
                  <a:noFill/>
                </a:ln>
                <a:solidFill>
                  <a:srgbClr val="008000"/>
                </a:solidFill>
                <a:effectLst/>
                <a:latin typeface="+mn-ea"/>
              </a:rPr>
              <a:t>"match_parent"</a:t>
            </a:r>
            <a:r>
              <a:rPr kumimoji="0" lang="ko-KR" altLang="ko-KR" sz="1200" b="0" i="0" u="none" strike="noStrike" cap="none" normalizeH="0" baseline="0" dirty="0" smtClean="0">
                <a:ln>
                  <a:noFill/>
                </a:ln>
                <a:solidFill>
                  <a:srgbClr val="000000"/>
                </a:solidFill>
                <a:effectLst/>
                <a:latin typeface="+mn-ea"/>
              </a:rPr>
              <a:t>&gt;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&lt;</a:t>
            </a:r>
            <a:r>
              <a:rPr kumimoji="0" lang="ko-KR" altLang="ko-KR" sz="1200" b="1" i="0" u="none" strike="noStrike" cap="none" normalizeH="0" baseline="0" dirty="0" smtClean="0">
                <a:ln>
                  <a:noFill/>
                </a:ln>
                <a:solidFill>
                  <a:srgbClr val="000080"/>
                </a:solidFill>
                <a:effectLst/>
                <a:latin typeface="+mn-ea"/>
              </a:rPr>
              <a:t>Button</a:t>
            </a:r>
            <a:br>
              <a:rPr kumimoji="0" lang="ko-KR" altLang="ko-KR" sz="1200" b="1" i="0" u="none" strike="noStrike" cap="none" normalizeH="0" baseline="0" dirty="0" smtClean="0">
                <a:ln>
                  <a:noFill/>
                </a:ln>
                <a:solidFill>
                  <a:srgbClr val="000080"/>
                </a:solidFill>
                <a:effectLst/>
                <a:latin typeface="+mn-ea"/>
              </a:rPr>
            </a:br>
            <a:r>
              <a:rPr kumimoji="0" lang="ko-KR" altLang="ko-KR" sz="1200" b="1" i="0" u="none" strike="noStrike" cap="none" normalizeH="0" baseline="0" dirty="0" smtClean="0">
                <a:ln>
                  <a:noFill/>
                </a:ln>
                <a:solidFill>
                  <a:srgbClr val="000080"/>
                </a:solidFill>
                <a:effectLst/>
                <a:latin typeface="+mn-ea"/>
              </a:rPr>
              <a:t>        </a:t>
            </a:r>
            <a:r>
              <a:rPr kumimoji="0" lang="ko-KR" altLang="ko-KR" sz="1200" b="1" i="0" u="none" strike="noStrike" cap="none" normalizeH="0" baseline="0" dirty="0" smtClean="0">
                <a:ln>
                  <a:noFill/>
                </a:ln>
                <a:solidFill>
                  <a:srgbClr val="660E7A"/>
                </a:solidFill>
                <a:effectLst/>
                <a:latin typeface="+mn-ea"/>
              </a:rPr>
              <a:t>android</a:t>
            </a:r>
            <a:r>
              <a:rPr kumimoji="0" lang="ko-KR" altLang="ko-KR" sz="1200" b="1" i="0" u="none" strike="noStrike" cap="none" normalizeH="0" baseline="0" dirty="0" smtClean="0">
                <a:ln>
                  <a:noFill/>
                </a:ln>
                <a:solidFill>
                  <a:srgbClr val="0000FF"/>
                </a:solidFill>
                <a:effectLst/>
                <a:latin typeface="+mn-ea"/>
              </a:rPr>
              <a:t>:id=</a:t>
            </a:r>
            <a:r>
              <a:rPr kumimoji="0" lang="ko-KR" altLang="ko-KR" sz="1200" b="1" i="0" u="none" strike="noStrike" cap="none" normalizeH="0" baseline="0" dirty="0" smtClean="0">
                <a:ln>
                  <a:noFill/>
                </a:ln>
                <a:solidFill>
                  <a:srgbClr val="008000"/>
                </a:solidFill>
                <a:effectLst/>
                <a:latin typeface="+mn-ea"/>
              </a:rPr>
              <a:t>"@+id/button1"</a:t>
            </a:r>
            <a:br>
              <a:rPr kumimoji="0" lang="ko-KR" altLang="ko-KR" sz="1200" b="1" i="0" u="none" strike="noStrike" cap="none" normalizeH="0" baseline="0" dirty="0" smtClean="0">
                <a:ln>
                  <a:noFill/>
                </a:ln>
                <a:solidFill>
                  <a:srgbClr val="008000"/>
                </a:solidFill>
                <a:effectLst/>
                <a:latin typeface="+mn-ea"/>
              </a:rPr>
            </a:br>
            <a:r>
              <a:rPr kumimoji="0" lang="ko-KR" altLang="ko-KR" sz="1200" b="1" i="0" u="none" strike="noStrike" cap="none" normalizeH="0" baseline="0" dirty="0" smtClean="0">
                <a:ln>
                  <a:noFill/>
                </a:ln>
                <a:solidFill>
                  <a:srgbClr val="008000"/>
                </a:solidFill>
                <a:effectLst/>
                <a:latin typeface="+mn-ea"/>
              </a:rPr>
              <a:t>        </a:t>
            </a:r>
            <a:r>
              <a:rPr kumimoji="0" lang="ko-KR" altLang="ko-KR" sz="1200" b="1" i="0" u="none" strike="noStrike" cap="none" normalizeH="0" baseline="0" dirty="0" smtClean="0">
                <a:ln>
                  <a:noFill/>
                </a:ln>
                <a:solidFill>
                  <a:srgbClr val="660E7A"/>
                </a:solidFill>
                <a:effectLst/>
                <a:latin typeface="+mn-ea"/>
              </a:rPr>
              <a:t>android</a:t>
            </a:r>
            <a:r>
              <a:rPr kumimoji="0" lang="ko-KR" altLang="ko-KR" sz="1200" b="1" i="0" u="none" strike="noStrike" cap="none" normalizeH="0" baseline="0" dirty="0" smtClean="0">
                <a:ln>
                  <a:noFill/>
                </a:ln>
                <a:solidFill>
                  <a:srgbClr val="0000FF"/>
                </a:solidFill>
                <a:effectLst/>
                <a:latin typeface="+mn-ea"/>
              </a:rPr>
              <a:t>:text=</a:t>
            </a:r>
            <a:r>
              <a:rPr kumimoji="0" lang="ko-KR" altLang="ko-KR" sz="1200" b="1" i="0" u="none" strike="noStrike" cap="none" normalizeH="0" baseline="0" dirty="0" smtClean="0">
                <a:ln>
                  <a:noFill/>
                </a:ln>
                <a:solidFill>
                  <a:srgbClr val="008000"/>
                </a:solidFill>
                <a:effectLst/>
                <a:latin typeface="+mn-ea"/>
              </a:rPr>
              <a:t>"</a:t>
            </a:r>
            <a:r>
              <a:rPr kumimoji="0" lang="ko-KR" altLang="ko-KR" sz="1200" b="1" i="0" u="none" strike="noStrike" cap="none" normalizeH="0" baseline="0" dirty="0" err="1" smtClean="0">
                <a:ln>
                  <a:noFill/>
                </a:ln>
                <a:solidFill>
                  <a:srgbClr val="008000"/>
                </a:solidFill>
                <a:effectLst/>
                <a:latin typeface="+mn-ea"/>
              </a:rPr>
              <a:t>안드로이드</a:t>
            </a:r>
            <a:r>
              <a:rPr kumimoji="0" lang="ko-KR" altLang="ko-KR" sz="1200" b="1" i="0" u="none" strike="noStrike" cap="none" normalizeH="0" baseline="0" dirty="0" smtClean="0">
                <a:ln>
                  <a:noFill/>
                </a:ln>
                <a:solidFill>
                  <a:srgbClr val="008000"/>
                </a:solidFill>
                <a:effectLst/>
                <a:latin typeface="+mn-ea"/>
              </a:rPr>
              <a:t> 뉴스 시작"</a:t>
            </a:r>
            <a:br>
              <a:rPr kumimoji="0" lang="ko-KR" altLang="ko-KR" sz="1200" b="1" i="0" u="none" strike="noStrike" cap="none" normalizeH="0" baseline="0" dirty="0" smtClean="0">
                <a:ln>
                  <a:noFill/>
                </a:ln>
                <a:solidFill>
                  <a:srgbClr val="008000"/>
                </a:solidFill>
                <a:effectLst/>
                <a:latin typeface="+mn-ea"/>
              </a:rPr>
            </a:br>
            <a:r>
              <a:rPr kumimoji="0" lang="ko-KR" altLang="ko-KR" sz="1200" b="1" i="0" u="none" strike="noStrike" cap="none" normalizeH="0" baseline="0" dirty="0" smtClean="0">
                <a:ln>
                  <a:noFill/>
                </a:ln>
                <a:solidFill>
                  <a:srgbClr val="008000"/>
                </a:solidFill>
                <a:effectLst/>
                <a:latin typeface="+mn-ea"/>
              </a:rPr>
              <a:t>        </a:t>
            </a:r>
            <a:r>
              <a:rPr kumimoji="0" lang="ko-KR" altLang="ko-KR" sz="1200" b="1" i="0" u="none" strike="noStrike" cap="none" normalizeH="0" baseline="0" dirty="0" smtClean="0">
                <a:ln>
                  <a:noFill/>
                </a:ln>
                <a:solidFill>
                  <a:srgbClr val="660E7A"/>
                </a:solidFill>
                <a:effectLst/>
                <a:latin typeface="+mn-ea"/>
              </a:rPr>
              <a:t>android</a:t>
            </a:r>
            <a:r>
              <a:rPr kumimoji="0" lang="ko-KR" altLang="ko-KR" sz="1200" b="1" i="0" u="none" strike="noStrike" cap="none" normalizeH="0" baseline="0" dirty="0" smtClean="0">
                <a:ln>
                  <a:noFill/>
                </a:ln>
                <a:solidFill>
                  <a:srgbClr val="0000FF"/>
                </a:solidFill>
                <a:effectLst/>
                <a:latin typeface="+mn-ea"/>
              </a:rPr>
              <a:t>:layout_width=</a:t>
            </a:r>
            <a:r>
              <a:rPr kumimoji="0" lang="ko-KR" altLang="ko-KR" sz="1200" b="1" i="0" u="none" strike="noStrike" cap="none" normalizeH="0" baseline="0" dirty="0" smtClean="0">
                <a:ln>
                  <a:noFill/>
                </a:ln>
                <a:solidFill>
                  <a:srgbClr val="008000"/>
                </a:solidFill>
                <a:effectLst/>
                <a:latin typeface="+mn-ea"/>
              </a:rPr>
              <a:t>"match_parent"</a:t>
            </a:r>
            <a:br>
              <a:rPr kumimoji="0" lang="ko-KR" altLang="ko-KR" sz="1200" b="1" i="0" u="none" strike="noStrike" cap="none" normalizeH="0" baseline="0" dirty="0" smtClean="0">
                <a:ln>
                  <a:noFill/>
                </a:ln>
                <a:solidFill>
                  <a:srgbClr val="008000"/>
                </a:solidFill>
                <a:effectLst/>
                <a:latin typeface="+mn-ea"/>
              </a:rPr>
            </a:br>
            <a:r>
              <a:rPr kumimoji="0" lang="ko-KR" altLang="ko-KR" sz="1200" b="1" i="0" u="none" strike="noStrike" cap="none" normalizeH="0" baseline="0" dirty="0" smtClean="0">
                <a:ln>
                  <a:noFill/>
                </a:ln>
                <a:solidFill>
                  <a:srgbClr val="008000"/>
                </a:solidFill>
                <a:effectLst/>
                <a:latin typeface="+mn-ea"/>
              </a:rPr>
              <a:t>        </a:t>
            </a:r>
            <a:r>
              <a:rPr kumimoji="0" lang="ko-KR" altLang="ko-KR" sz="1200" b="1" i="0" u="none" strike="noStrike" cap="none" normalizeH="0" baseline="0" dirty="0" smtClean="0">
                <a:ln>
                  <a:noFill/>
                </a:ln>
                <a:solidFill>
                  <a:srgbClr val="660E7A"/>
                </a:solidFill>
                <a:effectLst/>
                <a:latin typeface="+mn-ea"/>
              </a:rPr>
              <a:t>android</a:t>
            </a:r>
            <a:r>
              <a:rPr kumimoji="0" lang="ko-KR" altLang="ko-KR" sz="1200" b="1" i="0" u="none" strike="noStrike" cap="none" normalizeH="0" baseline="0" dirty="0" smtClean="0">
                <a:ln>
                  <a:noFill/>
                </a:ln>
                <a:solidFill>
                  <a:srgbClr val="0000FF"/>
                </a:solidFill>
                <a:effectLst/>
                <a:latin typeface="+mn-ea"/>
              </a:rPr>
              <a:t>:layout_height=</a:t>
            </a:r>
            <a:r>
              <a:rPr kumimoji="0" lang="ko-KR" altLang="ko-KR" sz="1200" b="1" i="0" u="none" strike="noStrike" cap="none" normalizeH="0" baseline="0" dirty="0" smtClean="0">
                <a:ln>
                  <a:noFill/>
                </a:ln>
                <a:solidFill>
                  <a:srgbClr val="008000"/>
                </a:solidFill>
                <a:effectLst/>
                <a:latin typeface="+mn-ea"/>
              </a:rPr>
              <a:t>"wrap_content"</a:t>
            </a:r>
            <a:br>
              <a:rPr kumimoji="0" lang="ko-KR" altLang="ko-KR" sz="1200" b="1" i="0" u="none" strike="noStrike" cap="none" normalizeH="0" baseline="0" dirty="0" smtClean="0">
                <a:ln>
                  <a:noFill/>
                </a:ln>
                <a:solidFill>
                  <a:srgbClr val="008000"/>
                </a:solidFill>
                <a:effectLst/>
                <a:latin typeface="+mn-ea"/>
              </a:rPr>
            </a:br>
            <a:r>
              <a:rPr kumimoji="0" lang="ko-KR" altLang="ko-KR" sz="1200" b="1" i="0" u="none" strike="noStrike" cap="none" normalizeH="0" baseline="0" dirty="0" smtClean="0">
                <a:ln>
                  <a:noFill/>
                </a:ln>
                <a:solidFill>
                  <a:srgbClr val="008000"/>
                </a:solidFill>
                <a:effectLst/>
                <a:latin typeface="+mn-ea"/>
              </a:rPr>
              <a:t>        </a:t>
            </a:r>
            <a:r>
              <a:rPr kumimoji="0" lang="ko-KR" altLang="ko-KR" sz="1200" b="1" i="0" u="none" strike="noStrike" cap="none" normalizeH="0" baseline="0" dirty="0" smtClean="0">
                <a:ln>
                  <a:noFill/>
                </a:ln>
                <a:solidFill>
                  <a:srgbClr val="660E7A"/>
                </a:solidFill>
                <a:effectLst/>
                <a:latin typeface="+mn-ea"/>
              </a:rPr>
              <a:t>android</a:t>
            </a:r>
            <a:r>
              <a:rPr kumimoji="0" lang="ko-KR" altLang="ko-KR" sz="1200" b="1" i="0" u="none" strike="noStrike" cap="none" normalizeH="0" baseline="0" dirty="0" smtClean="0">
                <a:ln>
                  <a:noFill/>
                </a:ln>
                <a:solidFill>
                  <a:srgbClr val="0000FF"/>
                </a:solidFill>
                <a:effectLst/>
                <a:latin typeface="+mn-ea"/>
              </a:rPr>
              <a:t>:onClick=</a:t>
            </a:r>
            <a:r>
              <a:rPr kumimoji="0" lang="ko-KR" altLang="ko-KR" sz="1200" b="1" i="0" u="none" strike="noStrike" cap="none" normalizeH="0" baseline="0" dirty="0" smtClean="0">
                <a:ln>
                  <a:noFill/>
                </a:ln>
                <a:solidFill>
                  <a:srgbClr val="008000"/>
                </a:solidFill>
                <a:effectLst/>
                <a:latin typeface="+mn-ea"/>
              </a:rPr>
              <a:t>"startNews"</a:t>
            </a:r>
            <a:br>
              <a:rPr kumimoji="0" lang="ko-KR" altLang="ko-KR" sz="1200" b="1" i="0" u="none" strike="noStrike" cap="none" normalizeH="0" baseline="0" dirty="0" smtClean="0">
                <a:ln>
                  <a:noFill/>
                </a:ln>
                <a:solidFill>
                  <a:srgbClr val="008000"/>
                </a:solidFill>
                <a:effectLst/>
                <a:latin typeface="+mn-ea"/>
              </a:rPr>
            </a:br>
            <a:r>
              <a:rPr kumimoji="0" lang="ko-KR" altLang="ko-KR" sz="1200" b="1" i="0" u="none" strike="noStrike" cap="none" normalizeH="0" baseline="0" dirty="0" smtClean="0">
                <a:ln>
                  <a:noFill/>
                </a:ln>
                <a:solidFill>
                  <a:srgbClr val="008000"/>
                </a:solidFill>
                <a:effectLst/>
                <a:latin typeface="+mn-ea"/>
              </a:rPr>
              <a:t>        </a:t>
            </a:r>
            <a:r>
              <a:rPr kumimoji="0" lang="ko-KR" altLang="ko-KR" sz="1200" b="0" i="0" u="none" strike="noStrike" cap="none" normalizeH="0" baseline="0" dirty="0" smtClean="0">
                <a:ln>
                  <a:noFill/>
                </a:ln>
                <a:solidFill>
                  <a:srgbClr val="000000"/>
                </a:solidFill>
                <a:effectLst/>
                <a:latin typeface="+mn-ea"/>
              </a:rPr>
              <a:t>/&gt;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&lt;</a:t>
            </a:r>
            <a:r>
              <a:rPr kumimoji="0" lang="ko-KR" altLang="ko-KR" sz="1200" b="1" i="0" u="none" strike="noStrike" cap="none" normalizeH="0" baseline="0" dirty="0" smtClean="0">
                <a:ln>
                  <a:noFill/>
                </a:ln>
                <a:solidFill>
                  <a:srgbClr val="000080"/>
                </a:solidFill>
                <a:effectLst/>
                <a:latin typeface="+mn-ea"/>
              </a:rPr>
              <a:t>Button</a:t>
            </a:r>
            <a:br>
              <a:rPr kumimoji="0" lang="ko-KR" altLang="ko-KR" sz="1200" b="1" i="0" u="none" strike="noStrike" cap="none" normalizeH="0" baseline="0" dirty="0" smtClean="0">
                <a:ln>
                  <a:noFill/>
                </a:ln>
                <a:solidFill>
                  <a:srgbClr val="000080"/>
                </a:solidFill>
                <a:effectLst/>
                <a:latin typeface="+mn-ea"/>
              </a:rPr>
            </a:br>
            <a:r>
              <a:rPr kumimoji="0" lang="ko-KR" altLang="ko-KR" sz="1200" b="1" i="0" u="none" strike="noStrike" cap="none" normalizeH="0" baseline="0" dirty="0" smtClean="0">
                <a:ln>
                  <a:noFill/>
                </a:ln>
                <a:solidFill>
                  <a:srgbClr val="000080"/>
                </a:solidFill>
                <a:effectLst/>
                <a:latin typeface="+mn-ea"/>
              </a:rPr>
              <a:t>        </a:t>
            </a:r>
            <a:r>
              <a:rPr kumimoji="0" lang="ko-KR" altLang="ko-KR" sz="1200" b="1" i="0" u="none" strike="noStrike" cap="none" normalizeH="0" baseline="0" dirty="0" smtClean="0">
                <a:ln>
                  <a:noFill/>
                </a:ln>
                <a:solidFill>
                  <a:srgbClr val="660E7A"/>
                </a:solidFill>
                <a:effectLst/>
                <a:latin typeface="+mn-ea"/>
              </a:rPr>
              <a:t>android</a:t>
            </a:r>
            <a:r>
              <a:rPr kumimoji="0" lang="ko-KR" altLang="ko-KR" sz="1200" b="1" i="0" u="none" strike="noStrike" cap="none" normalizeH="0" baseline="0" dirty="0" smtClean="0">
                <a:ln>
                  <a:noFill/>
                </a:ln>
                <a:solidFill>
                  <a:srgbClr val="0000FF"/>
                </a:solidFill>
                <a:effectLst/>
                <a:latin typeface="+mn-ea"/>
              </a:rPr>
              <a:t>:id=</a:t>
            </a:r>
            <a:r>
              <a:rPr kumimoji="0" lang="ko-KR" altLang="ko-KR" sz="1200" b="1" i="0" u="none" strike="noStrike" cap="none" normalizeH="0" baseline="0" dirty="0" smtClean="0">
                <a:ln>
                  <a:noFill/>
                </a:ln>
                <a:solidFill>
                  <a:srgbClr val="008000"/>
                </a:solidFill>
                <a:effectLst/>
                <a:latin typeface="+mn-ea"/>
              </a:rPr>
              <a:t>"@+id/button2"</a:t>
            </a:r>
            <a:br>
              <a:rPr kumimoji="0" lang="ko-KR" altLang="ko-KR" sz="1200" b="1" i="0" u="none" strike="noStrike" cap="none" normalizeH="0" baseline="0" dirty="0" smtClean="0">
                <a:ln>
                  <a:noFill/>
                </a:ln>
                <a:solidFill>
                  <a:srgbClr val="008000"/>
                </a:solidFill>
                <a:effectLst/>
                <a:latin typeface="+mn-ea"/>
              </a:rPr>
            </a:br>
            <a:r>
              <a:rPr kumimoji="0" lang="ko-KR" altLang="ko-KR" sz="1200" b="1" i="0" u="none" strike="noStrike" cap="none" normalizeH="0" baseline="0" dirty="0" smtClean="0">
                <a:ln>
                  <a:noFill/>
                </a:ln>
                <a:solidFill>
                  <a:srgbClr val="008000"/>
                </a:solidFill>
                <a:effectLst/>
                <a:latin typeface="+mn-ea"/>
              </a:rPr>
              <a:t>        </a:t>
            </a:r>
            <a:r>
              <a:rPr kumimoji="0" lang="ko-KR" altLang="ko-KR" sz="1200" b="1" i="0" u="none" strike="noStrike" cap="none" normalizeH="0" baseline="0" dirty="0" smtClean="0">
                <a:ln>
                  <a:noFill/>
                </a:ln>
                <a:solidFill>
                  <a:srgbClr val="660E7A"/>
                </a:solidFill>
                <a:effectLst/>
                <a:latin typeface="+mn-ea"/>
              </a:rPr>
              <a:t>android</a:t>
            </a:r>
            <a:r>
              <a:rPr kumimoji="0" lang="ko-KR" altLang="ko-KR" sz="1200" b="1" i="0" u="none" strike="noStrike" cap="none" normalizeH="0" baseline="0" dirty="0" smtClean="0">
                <a:ln>
                  <a:noFill/>
                </a:ln>
                <a:solidFill>
                  <a:srgbClr val="0000FF"/>
                </a:solidFill>
                <a:effectLst/>
                <a:latin typeface="+mn-ea"/>
              </a:rPr>
              <a:t>:text=</a:t>
            </a:r>
            <a:r>
              <a:rPr kumimoji="0" lang="ko-KR" altLang="ko-KR" sz="1200" b="1" i="0" u="none" strike="noStrike" cap="none" normalizeH="0" baseline="0" dirty="0" smtClean="0">
                <a:ln>
                  <a:noFill/>
                </a:ln>
                <a:solidFill>
                  <a:srgbClr val="008000"/>
                </a:solidFill>
                <a:effectLst/>
                <a:latin typeface="+mn-ea"/>
              </a:rPr>
              <a:t>"</a:t>
            </a:r>
            <a:r>
              <a:rPr kumimoji="0" lang="ko-KR" altLang="ko-KR" sz="1200" b="1" i="0" u="none" strike="noStrike" cap="none" normalizeH="0" baseline="0" dirty="0" err="1" smtClean="0">
                <a:ln>
                  <a:noFill/>
                </a:ln>
                <a:solidFill>
                  <a:srgbClr val="008000"/>
                </a:solidFill>
                <a:effectLst/>
                <a:latin typeface="+mn-ea"/>
              </a:rPr>
              <a:t>안드로이드</a:t>
            </a:r>
            <a:r>
              <a:rPr kumimoji="0" lang="ko-KR" altLang="ko-KR" sz="1200" b="1" i="0" u="none" strike="noStrike" cap="none" normalizeH="0" baseline="0" dirty="0" smtClean="0">
                <a:ln>
                  <a:noFill/>
                </a:ln>
                <a:solidFill>
                  <a:srgbClr val="008000"/>
                </a:solidFill>
                <a:effectLst/>
                <a:latin typeface="+mn-ea"/>
              </a:rPr>
              <a:t> 뉴스 끝"</a:t>
            </a:r>
            <a:br>
              <a:rPr kumimoji="0" lang="ko-KR" altLang="ko-KR" sz="1200" b="1" i="0" u="none" strike="noStrike" cap="none" normalizeH="0" baseline="0" dirty="0" smtClean="0">
                <a:ln>
                  <a:noFill/>
                </a:ln>
                <a:solidFill>
                  <a:srgbClr val="008000"/>
                </a:solidFill>
                <a:effectLst/>
                <a:latin typeface="+mn-ea"/>
              </a:rPr>
            </a:br>
            <a:r>
              <a:rPr kumimoji="0" lang="ko-KR" altLang="ko-KR" sz="1200" b="1" i="0" u="none" strike="noStrike" cap="none" normalizeH="0" baseline="0" dirty="0" smtClean="0">
                <a:ln>
                  <a:noFill/>
                </a:ln>
                <a:solidFill>
                  <a:srgbClr val="008000"/>
                </a:solidFill>
                <a:effectLst/>
                <a:latin typeface="+mn-ea"/>
              </a:rPr>
              <a:t>        </a:t>
            </a:r>
            <a:r>
              <a:rPr kumimoji="0" lang="ko-KR" altLang="ko-KR" sz="1200" b="1" i="0" u="none" strike="noStrike" cap="none" normalizeH="0" baseline="0" dirty="0" smtClean="0">
                <a:ln>
                  <a:noFill/>
                </a:ln>
                <a:solidFill>
                  <a:srgbClr val="660E7A"/>
                </a:solidFill>
                <a:effectLst/>
                <a:latin typeface="+mn-ea"/>
              </a:rPr>
              <a:t>android</a:t>
            </a:r>
            <a:r>
              <a:rPr kumimoji="0" lang="ko-KR" altLang="ko-KR" sz="1200" b="1" i="0" u="none" strike="noStrike" cap="none" normalizeH="0" baseline="0" dirty="0" smtClean="0">
                <a:ln>
                  <a:noFill/>
                </a:ln>
                <a:solidFill>
                  <a:srgbClr val="0000FF"/>
                </a:solidFill>
                <a:effectLst/>
                <a:latin typeface="+mn-ea"/>
              </a:rPr>
              <a:t>:layout_width=</a:t>
            </a:r>
            <a:r>
              <a:rPr kumimoji="0" lang="ko-KR" altLang="ko-KR" sz="1200" b="1" i="0" u="none" strike="noStrike" cap="none" normalizeH="0" baseline="0" dirty="0" smtClean="0">
                <a:ln>
                  <a:noFill/>
                </a:ln>
                <a:solidFill>
                  <a:srgbClr val="008000"/>
                </a:solidFill>
                <a:effectLst/>
                <a:latin typeface="+mn-ea"/>
              </a:rPr>
              <a:t>"match_parent"</a:t>
            </a:r>
            <a:br>
              <a:rPr kumimoji="0" lang="ko-KR" altLang="ko-KR" sz="1200" b="1" i="0" u="none" strike="noStrike" cap="none" normalizeH="0" baseline="0" dirty="0" smtClean="0">
                <a:ln>
                  <a:noFill/>
                </a:ln>
                <a:solidFill>
                  <a:srgbClr val="008000"/>
                </a:solidFill>
                <a:effectLst/>
                <a:latin typeface="+mn-ea"/>
              </a:rPr>
            </a:br>
            <a:r>
              <a:rPr kumimoji="0" lang="ko-KR" altLang="ko-KR" sz="1200" b="1" i="0" u="none" strike="noStrike" cap="none" normalizeH="0" baseline="0" dirty="0" smtClean="0">
                <a:ln>
                  <a:noFill/>
                </a:ln>
                <a:solidFill>
                  <a:srgbClr val="008000"/>
                </a:solidFill>
                <a:effectLst/>
                <a:latin typeface="+mn-ea"/>
              </a:rPr>
              <a:t>        </a:t>
            </a:r>
            <a:r>
              <a:rPr kumimoji="0" lang="ko-KR" altLang="ko-KR" sz="1200" b="1" i="0" u="none" strike="noStrike" cap="none" normalizeH="0" baseline="0" dirty="0" smtClean="0">
                <a:ln>
                  <a:noFill/>
                </a:ln>
                <a:solidFill>
                  <a:srgbClr val="660E7A"/>
                </a:solidFill>
                <a:effectLst/>
                <a:latin typeface="+mn-ea"/>
              </a:rPr>
              <a:t>android</a:t>
            </a:r>
            <a:r>
              <a:rPr kumimoji="0" lang="ko-KR" altLang="ko-KR" sz="1200" b="1" i="0" u="none" strike="noStrike" cap="none" normalizeH="0" baseline="0" dirty="0" smtClean="0">
                <a:ln>
                  <a:noFill/>
                </a:ln>
                <a:solidFill>
                  <a:srgbClr val="0000FF"/>
                </a:solidFill>
                <a:effectLst/>
                <a:latin typeface="+mn-ea"/>
              </a:rPr>
              <a:t>:layout_height=</a:t>
            </a:r>
            <a:r>
              <a:rPr kumimoji="0" lang="ko-KR" altLang="ko-KR" sz="1200" b="1" i="0" u="none" strike="noStrike" cap="none" normalizeH="0" baseline="0" dirty="0" smtClean="0">
                <a:ln>
                  <a:noFill/>
                </a:ln>
                <a:solidFill>
                  <a:srgbClr val="008000"/>
                </a:solidFill>
                <a:effectLst/>
                <a:latin typeface="+mn-ea"/>
              </a:rPr>
              <a:t>"wrap_content"</a:t>
            </a:r>
            <a:br>
              <a:rPr kumimoji="0" lang="ko-KR" altLang="ko-KR" sz="1200" b="1" i="0" u="none" strike="noStrike" cap="none" normalizeH="0" baseline="0" dirty="0" smtClean="0">
                <a:ln>
                  <a:noFill/>
                </a:ln>
                <a:solidFill>
                  <a:srgbClr val="008000"/>
                </a:solidFill>
                <a:effectLst/>
                <a:latin typeface="+mn-ea"/>
              </a:rPr>
            </a:br>
            <a:r>
              <a:rPr kumimoji="0" lang="ko-KR" altLang="ko-KR" sz="1200" b="1" i="0" u="none" strike="noStrike" cap="none" normalizeH="0" baseline="0" dirty="0" smtClean="0">
                <a:ln>
                  <a:noFill/>
                </a:ln>
                <a:solidFill>
                  <a:srgbClr val="008000"/>
                </a:solidFill>
                <a:effectLst/>
                <a:latin typeface="+mn-ea"/>
              </a:rPr>
              <a:t>        </a:t>
            </a:r>
            <a:r>
              <a:rPr kumimoji="0" lang="ko-KR" altLang="ko-KR" sz="1200" b="1" i="0" u="none" strike="noStrike" cap="none" normalizeH="0" baseline="0" dirty="0" smtClean="0">
                <a:ln>
                  <a:noFill/>
                </a:ln>
                <a:solidFill>
                  <a:srgbClr val="660E7A"/>
                </a:solidFill>
                <a:effectLst/>
                <a:latin typeface="+mn-ea"/>
              </a:rPr>
              <a:t>android</a:t>
            </a:r>
            <a:r>
              <a:rPr kumimoji="0" lang="ko-KR" altLang="ko-KR" sz="1200" b="1" i="0" u="none" strike="noStrike" cap="none" normalizeH="0" baseline="0" dirty="0" smtClean="0">
                <a:ln>
                  <a:noFill/>
                </a:ln>
                <a:solidFill>
                  <a:srgbClr val="0000FF"/>
                </a:solidFill>
                <a:effectLst/>
                <a:latin typeface="+mn-ea"/>
              </a:rPr>
              <a:t>:onClick=</a:t>
            </a:r>
            <a:r>
              <a:rPr kumimoji="0" lang="ko-KR" altLang="ko-KR" sz="1200" b="1" i="0" u="none" strike="noStrike" cap="none" normalizeH="0" baseline="0" dirty="0" smtClean="0">
                <a:ln>
                  <a:noFill/>
                </a:ln>
                <a:solidFill>
                  <a:srgbClr val="008000"/>
                </a:solidFill>
                <a:effectLst/>
                <a:latin typeface="+mn-ea"/>
              </a:rPr>
              <a:t>"stopNews"</a:t>
            </a:r>
            <a:br>
              <a:rPr kumimoji="0" lang="ko-KR" altLang="ko-KR" sz="1200" b="1" i="0" u="none" strike="noStrike" cap="none" normalizeH="0" baseline="0" dirty="0" smtClean="0">
                <a:ln>
                  <a:noFill/>
                </a:ln>
                <a:solidFill>
                  <a:srgbClr val="008000"/>
                </a:solidFill>
                <a:effectLst/>
                <a:latin typeface="+mn-ea"/>
              </a:rPr>
            </a:br>
            <a:r>
              <a:rPr kumimoji="0" lang="ko-KR" altLang="ko-KR" sz="1200" b="1" i="0" u="none" strike="noStrike" cap="none" normalizeH="0" baseline="0" dirty="0" smtClean="0">
                <a:ln>
                  <a:noFill/>
                </a:ln>
                <a:solidFill>
                  <a:srgbClr val="008000"/>
                </a:solidFill>
                <a:effectLst/>
                <a:latin typeface="+mn-ea"/>
              </a:rPr>
              <a:t>        </a:t>
            </a:r>
            <a:r>
              <a:rPr kumimoji="0" lang="ko-KR" altLang="ko-KR" sz="1200" b="0" i="0" u="none" strike="noStrike" cap="none" normalizeH="0" baseline="0" dirty="0" smtClean="0">
                <a:ln>
                  <a:noFill/>
                </a:ln>
                <a:solidFill>
                  <a:srgbClr val="000000"/>
                </a:solidFill>
                <a:effectLst/>
                <a:latin typeface="+mn-ea"/>
              </a:rPr>
              <a:t>/&gt;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&lt;/</a:t>
            </a:r>
            <a:r>
              <a:rPr kumimoji="0" lang="ko-KR" altLang="ko-KR" sz="1200" b="1" i="0" u="none" strike="noStrike" cap="none" normalizeH="0" baseline="0" dirty="0" smtClean="0">
                <a:ln>
                  <a:noFill/>
                </a:ln>
                <a:solidFill>
                  <a:srgbClr val="000080"/>
                </a:solidFill>
                <a:effectLst/>
                <a:latin typeface="+mn-ea"/>
              </a:rPr>
              <a:t>LinearLayout</a:t>
            </a:r>
            <a:r>
              <a:rPr kumimoji="0" lang="ko-KR" altLang="ko-KR" sz="1200" b="0" i="0" u="none" strike="noStrike" cap="none" normalizeH="0" baseline="0" dirty="0" smtClean="0">
                <a:ln>
                  <a:noFill/>
                </a:ln>
                <a:solidFill>
                  <a:srgbClr val="000000"/>
                </a:solidFill>
                <a:effectLst/>
                <a:latin typeface="+mn-ea"/>
              </a:rPr>
              <a:t>&gt;</a:t>
            </a:r>
            <a:endParaRPr kumimoji="0" lang="ko-KR" altLang="ko-KR" sz="3200" b="0" i="0" u="none" strike="noStrike" cap="none" normalizeH="0" baseline="0" dirty="0" smtClean="0">
              <a:ln>
                <a:noFill/>
              </a:ln>
              <a:solidFill>
                <a:schemeClr val="tx1"/>
              </a:solidFill>
              <a:effectLst/>
              <a:latin typeface="+mn-ea"/>
            </a:endParaRPr>
          </a:p>
        </p:txBody>
      </p:sp>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21</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a:t>Service </a:t>
            </a:r>
            <a:r>
              <a:rPr lang="en-US" altLang="ko-KR" dirty="0" smtClean="0"/>
              <a:t>Controller</a:t>
            </a:r>
            <a:endParaRPr lang="ko-KR" altLang="en-US" dirty="0"/>
          </a:p>
        </p:txBody>
      </p:sp>
      <p:sp>
        <p:nvSpPr>
          <p:cNvPr id="5" name="TextBox 4"/>
          <p:cNvSpPr txBox="1"/>
          <p:nvPr/>
        </p:nvSpPr>
        <p:spPr>
          <a:xfrm>
            <a:off x="697230" y="1280160"/>
            <a:ext cx="3199146" cy="646331"/>
          </a:xfrm>
          <a:prstGeom prst="rect">
            <a:avLst/>
          </a:prstGeom>
          <a:noFill/>
        </p:spPr>
        <p:txBody>
          <a:bodyPr wrap="none" rtlCol="0">
            <a:spAutoFit/>
          </a:bodyPr>
          <a:lstStyle/>
          <a:p>
            <a:r>
              <a:rPr lang="en-US" altLang="ko-KR" b="1" dirty="0">
                <a:solidFill>
                  <a:prstClr val="black"/>
                </a:solidFill>
              </a:rPr>
              <a:t>BroadcastReceiverTest_2</a:t>
            </a:r>
          </a:p>
          <a:p>
            <a:r>
              <a:rPr lang="en-US" altLang="ko-KR" dirty="0" smtClean="0">
                <a:solidFill>
                  <a:prstClr val="black"/>
                </a:solidFill>
              </a:rPr>
              <a:t>/res/layout/activity_main.xml</a:t>
            </a:r>
            <a:endParaRPr lang="ko-KR" altLang="en-US" dirty="0">
              <a:solidFill>
                <a:prstClr val="black"/>
              </a:solidFill>
            </a:endParaRPr>
          </a:p>
        </p:txBody>
      </p:sp>
      <p:pic>
        <p:nvPicPr>
          <p:cNvPr id="8" name="그림 7"/>
          <p:cNvPicPr>
            <a:picLocks noChangeAspect="1"/>
          </p:cNvPicPr>
          <p:nvPr/>
        </p:nvPicPr>
        <p:blipFill>
          <a:blip r:embed="rId3"/>
          <a:stretch>
            <a:fillRect/>
          </a:stretch>
        </p:blipFill>
        <p:spPr>
          <a:xfrm>
            <a:off x="6189650" y="1377427"/>
            <a:ext cx="2634615" cy="4909185"/>
          </a:xfrm>
          <a:prstGeom prst="rect">
            <a:avLst/>
          </a:prstGeom>
        </p:spPr>
      </p:pic>
    </p:spTree>
    <p:extLst>
      <p:ext uri="{BB962C8B-B14F-4D97-AF65-F5344CB8AC3E}">
        <p14:creationId xmlns:p14="http://schemas.microsoft.com/office/powerpoint/2010/main" val="36300581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22</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a:t>Service Controller</a:t>
            </a:r>
            <a:endParaRPr lang="ko-KR" altLang="en-US" dirty="0"/>
          </a:p>
        </p:txBody>
      </p:sp>
      <p:sp>
        <p:nvSpPr>
          <p:cNvPr id="4" name="Rectangle 1"/>
          <p:cNvSpPr>
            <a:spLocks noChangeArrowheads="1"/>
          </p:cNvSpPr>
          <p:nvPr/>
        </p:nvSpPr>
        <p:spPr bwMode="auto">
          <a:xfrm>
            <a:off x="1340070" y="2322379"/>
            <a:ext cx="7052441" cy="2308324"/>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1" i="0" u="none" strike="noStrike" cap="none" normalizeH="0" baseline="0" dirty="0" smtClean="0">
                <a:ln>
                  <a:noFill/>
                </a:ln>
                <a:solidFill>
                  <a:srgbClr val="000080"/>
                </a:solidFill>
                <a:effectLst/>
                <a:latin typeface="+mn-ea"/>
              </a:rPr>
              <a:t>public void </a:t>
            </a:r>
            <a:r>
              <a:rPr kumimoji="0" lang="ko-KR" altLang="ko-KR" sz="1600" b="0" i="0" u="none" strike="noStrike" cap="none" normalizeH="0" baseline="0" dirty="0" smtClean="0">
                <a:ln>
                  <a:noFill/>
                </a:ln>
                <a:solidFill>
                  <a:srgbClr val="000000"/>
                </a:solidFill>
                <a:effectLst/>
                <a:latin typeface="+mn-ea"/>
              </a:rPr>
              <a:t>startNews(View v)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Intent test = </a:t>
            </a:r>
            <a:r>
              <a:rPr kumimoji="0" lang="ko-KR" altLang="ko-KR" sz="1600" b="1" i="0" u="none" strike="noStrike" cap="none" normalizeH="0" baseline="0" dirty="0" smtClean="0">
                <a:ln>
                  <a:noFill/>
                </a:ln>
                <a:solidFill>
                  <a:srgbClr val="000080"/>
                </a:solidFill>
                <a:effectLst/>
                <a:latin typeface="+mn-ea"/>
              </a:rPr>
              <a:t>new </a:t>
            </a:r>
            <a:r>
              <a:rPr kumimoji="0" lang="ko-KR" altLang="ko-KR" sz="1600" b="0" i="0" u="none" strike="noStrike" cap="none" normalizeH="0" baseline="0" dirty="0" smtClean="0">
                <a:ln>
                  <a:noFill/>
                </a:ln>
                <a:solidFill>
                  <a:srgbClr val="000000"/>
                </a:solidFill>
                <a:effectLst/>
                <a:latin typeface="+mn-ea"/>
              </a:rPr>
              <a:t>Intent(</a:t>
            </a:r>
            <a:r>
              <a:rPr kumimoji="0" lang="ko-KR" altLang="ko-KR" sz="1600" b="1" i="0" u="none" strike="noStrike" cap="none" normalizeH="0" baseline="0" dirty="0" smtClean="0">
                <a:ln>
                  <a:noFill/>
                </a:ln>
                <a:solidFill>
                  <a:srgbClr val="000080"/>
                </a:solidFill>
                <a:effectLst/>
                <a:latin typeface="+mn-ea"/>
              </a:rPr>
              <a:t>this</a:t>
            </a:r>
            <a:r>
              <a:rPr kumimoji="0" lang="ko-KR" altLang="ko-KR" sz="1600" b="0" i="0" u="none" strike="noStrike" cap="none" normalizeH="0" baseline="0" dirty="0" smtClean="0">
                <a:ln>
                  <a:noFill/>
                </a:ln>
                <a:solidFill>
                  <a:srgbClr val="000000"/>
                </a:solidFill>
                <a:effectLst/>
                <a:latin typeface="+mn-ea"/>
              </a:rPr>
              <a:t>, FakeNewsDaemon.</a:t>
            </a:r>
            <a:r>
              <a:rPr kumimoji="0" lang="ko-KR" altLang="ko-KR" sz="1600" b="1" i="0" u="none" strike="noStrike" cap="none" normalizeH="0" baseline="0" dirty="0" smtClean="0">
                <a:ln>
                  <a:noFill/>
                </a:ln>
                <a:solidFill>
                  <a:srgbClr val="000080"/>
                </a:solidFill>
                <a:effectLst/>
                <a:latin typeface="+mn-ea"/>
              </a:rPr>
              <a:t>class</a:t>
            </a:r>
            <a:r>
              <a:rPr kumimoji="0" lang="ko-KR" altLang="ko-KR" sz="1600" b="0" i="0" u="none" strike="noStrike" cap="none" normalizeH="0" baseline="0" dirty="0" smtClean="0">
                <a:ln>
                  <a:noFill/>
                </a:ln>
                <a:solidFill>
                  <a:srgbClr val="000000"/>
                </a:solidFill>
                <a:effectLst/>
                <a:latin typeface="+mn-ea"/>
              </a:rPr>
              <a:t>);</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r>
              <a:rPr kumimoji="0" lang="ko-KR" altLang="ko-KR" sz="1600" b="0" i="0" u="none" strike="noStrike" cap="none" normalizeH="0" baseline="0" dirty="0" smtClean="0">
                <a:ln>
                  <a:noFill/>
                </a:ln>
                <a:solidFill>
                  <a:srgbClr val="FF0000"/>
                </a:solidFill>
                <a:effectLst/>
                <a:latin typeface="+mn-ea"/>
              </a:rPr>
              <a:t>startService(test);</a:t>
            </a:r>
            <a:r>
              <a:rPr kumimoji="0" lang="ko-KR" altLang="ko-KR" sz="1600" b="0" i="0" u="none" strike="noStrike" cap="none" normalizeH="0" baseline="0" dirty="0" smtClean="0">
                <a:ln>
                  <a:noFill/>
                </a:ln>
                <a:solidFill>
                  <a:srgbClr val="000000"/>
                </a:solidFill>
                <a:effectLst/>
                <a:latin typeface="+mn-ea"/>
              </a:rPr>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r>
            <a:br>
              <a:rPr kumimoji="0" lang="ko-KR" altLang="ko-KR" sz="1600" b="0" i="0" u="none" strike="noStrike" cap="none" normalizeH="0" baseline="0" dirty="0" smtClean="0">
                <a:ln>
                  <a:noFill/>
                </a:ln>
                <a:solidFill>
                  <a:srgbClr val="000000"/>
                </a:solidFill>
                <a:effectLst/>
                <a:latin typeface="+mn-ea"/>
              </a:rPr>
            </a:br>
            <a:r>
              <a:rPr kumimoji="0" lang="ko-KR" altLang="ko-KR" sz="1600" b="1" i="0" u="none" strike="noStrike" cap="none" normalizeH="0" baseline="0" dirty="0" smtClean="0">
                <a:ln>
                  <a:noFill/>
                </a:ln>
                <a:solidFill>
                  <a:srgbClr val="000080"/>
                </a:solidFill>
                <a:effectLst/>
                <a:latin typeface="+mn-ea"/>
              </a:rPr>
              <a:t>public void </a:t>
            </a:r>
            <a:r>
              <a:rPr kumimoji="0" lang="ko-KR" altLang="ko-KR" sz="1600" b="0" i="0" u="none" strike="noStrike" cap="none" normalizeH="0" baseline="0" dirty="0" smtClean="0">
                <a:ln>
                  <a:noFill/>
                </a:ln>
                <a:solidFill>
                  <a:srgbClr val="000000"/>
                </a:solidFill>
                <a:effectLst/>
                <a:latin typeface="+mn-ea"/>
              </a:rPr>
              <a:t>stopNews(View v)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Intent test = </a:t>
            </a:r>
            <a:r>
              <a:rPr kumimoji="0" lang="ko-KR" altLang="ko-KR" sz="1600" b="1" i="0" u="none" strike="noStrike" cap="none" normalizeH="0" baseline="0" dirty="0" smtClean="0">
                <a:ln>
                  <a:noFill/>
                </a:ln>
                <a:solidFill>
                  <a:srgbClr val="000080"/>
                </a:solidFill>
                <a:effectLst/>
                <a:latin typeface="+mn-ea"/>
              </a:rPr>
              <a:t>new </a:t>
            </a:r>
            <a:r>
              <a:rPr kumimoji="0" lang="ko-KR" altLang="ko-KR" sz="1600" b="0" i="0" u="none" strike="noStrike" cap="none" normalizeH="0" baseline="0" dirty="0" smtClean="0">
                <a:ln>
                  <a:noFill/>
                </a:ln>
                <a:solidFill>
                  <a:srgbClr val="000000"/>
                </a:solidFill>
                <a:effectLst/>
                <a:latin typeface="+mn-ea"/>
              </a:rPr>
              <a:t>Intent(</a:t>
            </a:r>
            <a:r>
              <a:rPr kumimoji="0" lang="ko-KR" altLang="ko-KR" sz="1600" b="1" i="0" u="none" strike="noStrike" cap="none" normalizeH="0" baseline="0" dirty="0" smtClean="0">
                <a:ln>
                  <a:noFill/>
                </a:ln>
                <a:solidFill>
                  <a:srgbClr val="000080"/>
                </a:solidFill>
                <a:effectLst/>
                <a:latin typeface="+mn-ea"/>
              </a:rPr>
              <a:t>this</a:t>
            </a:r>
            <a:r>
              <a:rPr kumimoji="0" lang="ko-KR" altLang="ko-KR" sz="1600" b="0" i="0" u="none" strike="noStrike" cap="none" normalizeH="0" baseline="0" dirty="0" smtClean="0">
                <a:ln>
                  <a:noFill/>
                </a:ln>
                <a:solidFill>
                  <a:srgbClr val="000000"/>
                </a:solidFill>
                <a:effectLst/>
                <a:latin typeface="+mn-ea"/>
              </a:rPr>
              <a:t>, FakeNewsDaemon.</a:t>
            </a:r>
            <a:r>
              <a:rPr kumimoji="0" lang="ko-KR" altLang="ko-KR" sz="1600" b="1" i="0" u="none" strike="noStrike" cap="none" normalizeH="0" baseline="0" dirty="0" smtClean="0">
                <a:ln>
                  <a:noFill/>
                </a:ln>
                <a:solidFill>
                  <a:srgbClr val="000080"/>
                </a:solidFill>
                <a:effectLst/>
                <a:latin typeface="+mn-ea"/>
              </a:rPr>
              <a:t>class</a:t>
            </a:r>
            <a:r>
              <a:rPr kumimoji="0" lang="ko-KR" altLang="ko-KR" sz="1600" b="0" i="0" u="none" strike="noStrike" cap="none" normalizeH="0" baseline="0" dirty="0" smtClean="0">
                <a:ln>
                  <a:noFill/>
                </a:ln>
                <a:solidFill>
                  <a:srgbClr val="000000"/>
                </a:solidFill>
                <a:effectLst/>
                <a:latin typeface="+mn-ea"/>
              </a:rPr>
              <a:t>);</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r>
              <a:rPr kumimoji="0" lang="ko-KR" altLang="ko-KR" sz="1600" b="0" i="0" u="none" strike="noStrike" cap="none" normalizeH="0" baseline="0" dirty="0" smtClean="0">
                <a:ln>
                  <a:noFill/>
                </a:ln>
                <a:solidFill>
                  <a:srgbClr val="FF0000"/>
                </a:solidFill>
                <a:effectLst/>
                <a:latin typeface="+mn-ea"/>
              </a:rPr>
              <a:t>stopService(test);</a:t>
            </a:r>
            <a:r>
              <a:rPr kumimoji="0" lang="ko-KR" altLang="ko-KR" sz="1600" b="0" i="0" u="none" strike="noStrike" cap="none" normalizeH="0" baseline="0" dirty="0" smtClean="0">
                <a:ln>
                  <a:noFill/>
                </a:ln>
                <a:solidFill>
                  <a:srgbClr val="000000"/>
                </a:solidFill>
                <a:effectLst/>
                <a:latin typeface="+mn-ea"/>
              </a:rPr>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a:t>
            </a:r>
            <a:endParaRPr kumimoji="0" lang="ko-KR" altLang="ko-KR" sz="1600" b="0" i="0" u="none" strike="noStrike" cap="none" normalizeH="0" baseline="0" dirty="0" smtClean="0">
              <a:ln>
                <a:noFill/>
              </a:ln>
              <a:solidFill>
                <a:schemeClr val="tx1"/>
              </a:solidFill>
              <a:effectLst/>
              <a:latin typeface="+mn-ea"/>
            </a:endParaRPr>
          </a:p>
        </p:txBody>
      </p:sp>
      <p:sp>
        <p:nvSpPr>
          <p:cNvPr id="7" name="TextBox 6"/>
          <p:cNvSpPr txBox="1"/>
          <p:nvPr/>
        </p:nvSpPr>
        <p:spPr>
          <a:xfrm>
            <a:off x="613148" y="1542917"/>
            <a:ext cx="2776401" cy="646331"/>
          </a:xfrm>
          <a:prstGeom prst="rect">
            <a:avLst/>
          </a:prstGeom>
          <a:noFill/>
        </p:spPr>
        <p:txBody>
          <a:bodyPr wrap="none" rtlCol="0">
            <a:spAutoFit/>
          </a:bodyPr>
          <a:lstStyle/>
          <a:p>
            <a:r>
              <a:rPr lang="en-US" altLang="ko-KR" b="1" dirty="0">
                <a:solidFill>
                  <a:prstClr val="black"/>
                </a:solidFill>
              </a:rPr>
              <a:t>BroadcastReceiverTest_2</a:t>
            </a:r>
          </a:p>
          <a:p>
            <a:r>
              <a:rPr lang="en-US" altLang="ko-KR" dirty="0" smtClean="0">
                <a:solidFill>
                  <a:prstClr val="black"/>
                </a:solidFill>
              </a:rPr>
              <a:t>MainActivity.java</a:t>
            </a:r>
            <a:endParaRPr lang="ko-KR" altLang="en-US" dirty="0">
              <a:solidFill>
                <a:prstClr val="black"/>
              </a:solidFill>
            </a:endParaRPr>
          </a:p>
        </p:txBody>
      </p:sp>
    </p:spTree>
    <p:extLst>
      <p:ext uri="{BB962C8B-B14F-4D97-AF65-F5344CB8AC3E}">
        <p14:creationId xmlns:p14="http://schemas.microsoft.com/office/powerpoint/2010/main" val="8657503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fld id="{68FAA61E-CA35-46E7-954C-43D901BBD1EB}" type="slidenum">
              <a:rPr lang="ko-KR" altLang="en-US" smtClean="0"/>
              <a:pPr/>
              <a:t>23</a:t>
            </a:fld>
            <a:endParaRPr lang="ko-KR" altLang="en-US"/>
          </a:p>
        </p:txBody>
      </p:sp>
      <p:sp>
        <p:nvSpPr>
          <p:cNvPr id="3" name="제목 2"/>
          <p:cNvSpPr>
            <a:spLocks noGrp="1"/>
          </p:cNvSpPr>
          <p:nvPr>
            <p:ph type="title"/>
          </p:nvPr>
        </p:nvSpPr>
        <p:spPr/>
        <p:txBody>
          <a:bodyPr/>
          <a:lstStyle/>
          <a:p>
            <a:r>
              <a:rPr lang="en-US" altLang="ko-KR" dirty="0"/>
              <a:t>Background Daemon</a:t>
            </a:r>
            <a:endParaRPr lang="ko-KR" altLang="en-US" dirty="0"/>
          </a:p>
        </p:txBody>
      </p:sp>
      <p:pic>
        <p:nvPicPr>
          <p:cNvPr id="4" name="그림 3"/>
          <p:cNvPicPr>
            <a:picLocks noChangeAspect="1"/>
          </p:cNvPicPr>
          <p:nvPr/>
        </p:nvPicPr>
        <p:blipFill>
          <a:blip r:embed="rId3"/>
          <a:stretch>
            <a:fillRect/>
          </a:stretch>
        </p:blipFill>
        <p:spPr>
          <a:xfrm>
            <a:off x="155272" y="1419827"/>
            <a:ext cx="2634615" cy="4909185"/>
          </a:xfrm>
          <a:prstGeom prst="rect">
            <a:avLst/>
          </a:prstGeom>
        </p:spPr>
      </p:pic>
      <p:pic>
        <p:nvPicPr>
          <p:cNvPr id="5" name="그림 4"/>
          <p:cNvPicPr>
            <a:picLocks noChangeAspect="1"/>
          </p:cNvPicPr>
          <p:nvPr/>
        </p:nvPicPr>
        <p:blipFill>
          <a:blip r:embed="rId4"/>
          <a:stretch>
            <a:fillRect/>
          </a:stretch>
        </p:blipFill>
        <p:spPr>
          <a:xfrm>
            <a:off x="2161126" y="1419827"/>
            <a:ext cx="2643469" cy="4925683"/>
          </a:xfrm>
          <a:prstGeom prst="rect">
            <a:avLst/>
          </a:prstGeom>
        </p:spPr>
      </p:pic>
      <p:pic>
        <p:nvPicPr>
          <p:cNvPr id="6" name="그림 5"/>
          <p:cNvPicPr>
            <a:picLocks noChangeAspect="1"/>
          </p:cNvPicPr>
          <p:nvPr/>
        </p:nvPicPr>
        <p:blipFill>
          <a:blip r:embed="rId5"/>
          <a:stretch>
            <a:fillRect/>
          </a:stretch>
        </p:blipFill>
        <p:spPr>
          <a:xfrm>
            <a:off x="4287980" y="1419825"/>
            <a:ext cx="2634615" cy="4909185"/>
          </a:xfrm>
          <a:prstGeom prst="rect">
            <a:avLst/>
          </a:prstGeom>
        </p:spPr>
      </p:pic>
      <p:pic>
        <p:nvPicPr>
          <p:cNvPr id="9" name="그림 8"/>
          <p:cNvPicPr>
            <a:picLocks noChangeAspect="1"/>
          </p:cNvPicPr>
          <p:nvPr/>
        </p:nvPicPr>
        <p:blipFill>
          <a:blip r:embed="rId6"/>
          <a:stretch>
            <a:fillRect/>
          </a:stretch>
        </p:blipFill>
        <p:spPr>
          <a:xfrm>
            <a:off x="6310982" y="1419826"/>
            <a:ext cx="2634615" cy="4909185"/>
          </a:xfrm>
          <a:prstGeom prst="rect">
            <a:avLst/>
          </a:prstGeom>
        </p:spPr>
      </p:pic>
    </p:spTree>
    <p:extLst>
      <p:ext uri="{BB962C8B-B14F-4D97-AF65-F5344CB8AC3E}">
        <p14:creationId xmlns:p14="http://schemas.microsoft.com/office/powerpoint/2010/main" val="312055458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p:cNvPicPr>
            <a:picLocks noChangeAspect="1"/>
          </p:cNvPicPr>
          <p:nvPr/>
        </p:nvPicPr>
        <p:blipFill>
          <a:blip r:embed="rId3"/>
          <a:stretch>
            <a:fillRect/>
          </a:stretch>
        </p:blipFill>
        <p:spPr>
          <a:xfrm>
            <a:off x="3386894" y="2026932"/>
            <a:ext cx="5718359" cy="3960000"/>
          </a:xfrm>
          <a:prstGeom prst="rect">
            <a:avLst/>
          </a:prstGeom>
        </p:spPr>
      </p:pic>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24</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a:t>Remote Call Interface</a:t>
            </a:r>
            <a:endParaRPr lang="ko-KR" altLang="en-US" dirty="0"/>
          </a:p>
        </p:txBody>
      </p:sp>
      <p:sp>
        <p:nvSpPr>
          <p:cNvPr id="17" name="내용 개체 틀 2"/>
          <p:cNvSpPr txBox="1">
            <a:spLocks/>
          </p:cNvSpPr>
          <p:nvPr/>
        </p:nvSpPr>
        <p:spPr>
          <a:xfrm>
            <a:off x="457200" y="1484672"/>
            <a:ext cx="8229600" cy="4641492"/>
          </a:xfrm>
          <a:prstGeom prst="rect">
            <a:avLst/>
          </a:prstGeom>
        </p:spPr>
        <p:txBody>
          <a:bodyPr/>
          <a:lstStyle>
            <a:lvl1pPr marL="342900" indent="-342900" algn="l" defTabSz="914400" rtl="0" eaLnBrk="1" latinLnBrk="1" hangingPunct="1">
              <a:spcBef>
                <a:spcPct val="20000"/>
              </a:spcBef>
              <a:buFont typeface="Arial" pitchFamily="34" charset="0"/>
              <a:buChar char="•"/>
              <a:defRPr sz="2400" kern="1200">
                <a:solidFill>
                  <a:schemeClr val="tx1"/>
                </a:solidFill>
                <a:latin typeface="Calibri" pitchFamily="34" charset="0"/>
                <a:ea typeface="+mn-ea"/>
                <a:cs typeface="Calibri" pitchFamily="34" charset="0"/>
              </a:defRPr>
            </a:lvl1pPr>
            <a:lvl2pPr marL="742950" indent="-285750" algn="l" defTabSz="914400" rtl="0" eaLnBrk="1" latinLnBrk="1" hangingPunct="1">
              <a:spcBef>
                <a:spcPct val="20000"/>
              </a:spcBef>
              <a:buFont typeface="Courier New" pitchFamily="49" charset="0"/>
              <a:buChar char="o"/>
              <a:defRPr sz="1600" kern="1200">
                <a:solidFill>
                  <a:schemeClr val="tx1"/>
                </a:solidFill>
                <a:latin typeface="Calibri" pitchFamily="34" charset="0"/>
                <a:ea typeface="+mn-ea"/>
                <a:cs typeface="Calibri" pitchFamily="34" charset="0"/>
              </a:defRPr>
            </a:lvl2pPr>
            <a:lvl3pPr marL="1143000" indent="-228600" algn="l" defTabSz="914400" rtl="0" eaLnBrk="1" latinLnBrk="1" hangingPunct="1">
              <a:spcBef>
                <a:spcPct val="20000"/>
              </a:spcBef>
              <a:buFont typeface="Arial" pitchFamily="34" charset="0"/>
              <a:buChar char="•"/>
              <a:defRPr sz="1600" kern="1200">
                <a:solidFill>
                  <a:schemeClr val="tx1"/>
                </a:solidFill>
                <a:latin typeface="Calibri" pitchFamily="34" charset="0"/>
                <a:ea typeface="+mn-ea"/>
                <a:cs typeface="Calibri" pitchFamily="34" charset="0"/>
              </a:defRPr>
            </a:lvl3pPr>
            <a:lvl4pPr marL="1600200" indent="-228600" algn="l" defTabSz="914400" rtl="0" eaLnBrk="1" latinLnBrk="1" hangingPunct="1">
              <a:spcBef>
                <a:spcPct val="20000"/>
              </a:spcBef>
              <a:buFont typeface="Courier New" pitchFamily="49" charset="0"/>
              <a:buChar char="o"/>
              <a:defRPr sz="1600" kern="1200">
                <a:solidFill>
                  <a:schemeClr val="tx1"/>
                </a:solidFill>
                <a:latin typeface="Calibri" pitchFamily="34" charset="0"/>
                <a:ea typeface="+mn-ea"/>
                <a:cs typeface="Calibri" pitchFamily="34" charset="0"/>
              </a:defRPr>
            </a:lvl4pPr>
            <a:lvl5pPr marL="2057400" indent="-228600" algn="l" defTabSz="914400" rtl="0" eaLnBrk="1" latinLnBrk="1" hangingPunct="1">
              <a:spcBef>
                <a:spcPct val="20000"/>
              </a:spcBef>
              <a:buFont typeface="Arial" pitchFamily="34" charset="0"/>
              <a:buChar char="•"/>
              <a:defRPr sz="1600" kern="1200">
                <a:solidFill>
                  <a:schemeClr val="tx1"/>
                </a:solidFill>
                <a:latin typeface="Calibri" pitchFamily="34" charset="0"/>
                <a:ea typeface="+mn-ea"/>
                <a:cs typeface="Calibri" pitchFamily="34" charset="0"/>
              </a:defRPr>
            </a:lvl5pPr>
            <a:lvl6pPr marL="2514600" indent="-228600" algn="l" defTabSz="914400" rtl="0" eaLnBrk="1" latinLnBrk="1"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1"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1"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1"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r>
              <a:rPr lang="en-US" altLang="ko-KR" sz="2000" b="1" dirty="0" smtClean="0">
                <a:latin typeface="+mn-lt"/>
              </a:rPr>
              <a:t>RemoteTest_1</a:t>
            </a:r>
            <a:endParaRPr lang="en-US" altLang="ko-KR" sz="2000" b="1" dirty="0" smtClean="0">
              <a:latin typeface="+mn-lt"/>
            </a:endParaRPr>
          </a:p>
          <a:p>
            <a:r>
              <a:rPr lang="en-US" altLang="ko-KR" sz="2000" dirty="0" err="1" smtClean="0">
                <a:latin typeface="+mn-lt"/>
              </a:rPr>
              <a:t>ICalc.aidl</a:t>
            </a:r>
            <a:r>
              <a:rPr lang="en-US" altLang="ko-KR" sz="2000" dirty="0" smtClean="0">
                <a:latin typeface="+mn-lt"/>
              </a:rPr>
              <a:t> </a:t>
            </a:r>
            <a:r>
              <a:rPr lang="ko-KR" altLang="en-US" sz="2000" dirty="0" smtClean="0">
                <a:latin typeface="+mn-lt"/>
              </a:rPr>
              <a:t>파일 생성</a:t>
            </a:r>
            <a:endParaRPr lang="en-US" altLang="ko-KR" sz="2000" dirty="0" smtClean="0">
              <a:latin typeface="+mn-lt"/>
            </a:endParaRPr>
          </a:p>
          <a:p>
            <a:pPr lvl="1"/>
            <a:endParaRPr lang="ko-KR" altLang="en-US" sz="1400" dirty="0">
              <a:latin typeface="+mn-lt"/>
            </a:endParaRPr>
          </a:p>
        </p:txBody>
      </p:sp>
      <p:sp>
        <p:nvSpPr>
          <p:cNvPr id="9" name="직사각형 8"/>
          <p:cNvSpPr/>
          <p:nvPr/>
        </p:nvSpPr>
        <p:spPr>
          <a:xfrm>
            <a:off x="8328068" y="4894688"/>
            <a:ext cx="815932" cy="24138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26200086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p:cNvPicPr>
            <a:picLocks noChangeAspect="1"/>
          </p:cNvPicPr>
          <p:nvPr/>
        </p:nvPicPr>
        <p:blipFill>
          <a:blip r:embed="rId3"/>
          <a:stretch>
            <a:fillRect/>
          </a:stretch>
        </p:blipFill>
        <p:spPr>
          <a:xfrm>
            <a:off x="1935543" y="1623147"/>
            <a:ext cx="5503460" cy="4680000"/>
          </a:xfrm>
          <a:prstGeom prst="rect">
            <a:avLst/>
          </a:prstGeom>
        </p:spPr>
      </p:pic>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25</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a:t>Remote Call Interface</a:t>
            </a:r>
            <a:endParaRPr lang="ko-KR" altLang="en-US" dirty="0"/>
          </a:p>
        </p:txBody>
      </p:sp>
      <p:sp>
        <p:nvSpPr>
          <p:cNvPr id="17" name="내용 개체 틀 2"/>
          <p:cNvSpPr txBox="1">
            <a:spLocks/>
          </p:cNvSpPr>
          <p:nvPr/>
        </p:nvSpPr>
        <p:spPr>
          <a:xfrm>
            <a:off x="457200" y="1484672"/>
            <a:ext cx="8229600" cy="4641492"/>
          </a:xfrm>
          <a:prstGeom prst="rect">
            <a:avLst/>
          </a:prstGeom>
        </p:spPr>
        <p:txBody>
          <a:bodyPr/>
          <a:lstStyle>
            <a:lvl1pPr marL="342900" indent="-342900" algn="l" defTabSz="914400" rtl="0" eaLnBrk="1" latinLnBrk="1" hangingPunct="1">
              <a:spcBef>
                <a:spcPct val="20000"/>
              </a:spcBef>
              <a:buFont typeface="Arial" pitchFamily="34" charset="0"/>
              <a:buChar char="•"/>
              <a:defRPr sz="2400" kern="1200">
                <a:solidFill>
                  <a:schemeClr val="tx1"/>
                </a:solidFill>
                <a:latin typeface="Calibri" pitchFamily="34" charset="0"/>
                <a:ea typeface="+mn-ea"/>
                <a:cs typeface="Calibri" pitchFamily="34" charset="0"/>
              </a:defRPr>
            </a:lvl1pPr>
            <a:lvl2pPr marL="742950" indent="-285750" algn="l" defTabSz="914400" rtl="0" eaLnBrk="1" latinLnBrk="1" hangingPunct="1">
              <a:spcBef>
                <a:spcPct val="20000"/>
              </a:spcBef>
              <a:buFont typeface="Courier New" pitchFamily="49" charset="0"/>
              <a:buChar char="o"/>
              <a:defRPr sz="1600" kern="1200">
                <a:solidFill>
                  <a:schemeClr val="tx1"/>
                </a:solidFill>
                <a:latin typeface="Calibri" pitchFamily="34" charset="0"/>
                <a:ea typeface="+mn-ea"/>
                <a:cs typeface="Calibri" pitchFamily="34" charset="0"/>
              </a:defRPr>
            </a:lvl2pPr>
            <a:lvl3pPr marL="1143000" indent="-228600" algn="l" defTabSz="914400" rtl="0" eaLnBrk="1" latinLnBrk="1" hangingPunct="1">
              <a:spcBef>
                <a:spcPct val="20000"/>
              </a:spcBef>
              <a:buFont typeface="Arial" pitchFamily="34" charset="0"/>
              <a:buChar char="•"/>
              <a:defRPr sz="1600" kern="1200">
                <a:solidFill>
                  <a:schemeClr val="tx1"/>
                </a:solidFill>
                <a:latin typeface="Calibri" pitchFamily="34" charset="0"/>
                <a:ea typeface="+mn-ea"/>
                <a:cs typeface="Calibri" pitchFamily="34" charset="0"/>
              </a:defRPr>
            </a:lvl3pPr>
            <a:lvl4pPr marL="1600200" indent="-228600" algn="l" defTabSz="914400" rtl="0" eaLnBrk="1" latinLnBrk="1" hangingPunct="1">
              <a:spcBef>
                <a:spcPct val="20000"/>
              </a:spcBef>
              <a:buFont typeface="Courier New" pitchFamily="49" charset="0"/>
              <a:buChar char="o"/>
              <a:defRPr sz="1600" kern="1200">
                <a:solidFill>
                  <a:schemeClr val="tx1"/>
                </a:solidFill>
                <a:latin typeface="Calibri" pitchFamily="34" charset="0"/>
                <a:ea typeface="+mn-ea"/>
                <a:cs typeface="Calibri" pitchFamily="34" charset="0"/>
              </a:defRPr>
            </a:lvl4pPr>
            <a:lvl5pPr marL="2057400" indent="-228600" algn="l" defTabSz="914400" rtl="0" eaLnBrk="1" latinLnBrk="1" hangingPunct="1">
              <a:spcBef>
                <a:spcPct val="20000"/>
              </a:spcBef>
              <a:buFont typeface="Arial" pitchFamily="34" charset="0"/>
              <a:buChar char="•"/>
              <a:defRPr sz="1600" kern="1200">
                <a:solidFill>
                  <a:schemeClr val="tx1"/>
                </a:solidFill>
                <a:latin typeface="Calibri" pitchFamily="34" charset="0"/>
                <a:ea typeface="+mn-ea"/>
                <a:cs typeface="Calibri" pitchFamily="34" charset="0"/>
              </a:defRPr>
            </a:lvl5pPr>
            <a:lvl6pPr marL="2514600" indent="-228600" algn="l" defTabSz="914400" rtl="0" eaLnBrk="1" latinLnBrk="1"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1"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1"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1"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pPr lvl="1"/>
            <a:endParaRPr lang="ko-KR" altLang="en-US" dirty="0"/>
          </a:p>
        </p:txBody>
      </p:sp>
      <p:sp>
        <p:nvSpPr>
          <p:cNvPr id="9" name="직사각형 8"/>
          <p:cNvSpPr/>
          <p:nvPr/>
        </p:nvSpPr>
        <p:spPr>
          <a:xfrm>
            <a:off x="2796780" y="2996674"/>
            <a:ext cx="1292490" cy="24599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1447616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26</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a:t>Remote Call Interface</a:t>
            </a:r>
            <a:endParaRPr lang="ko-KR" altLang="en-US" dirty="0"/>
          </a:p>
        </p:txBody>
      </p:sp>
      <p:sp>
        <p:nvSpPr>
          <p:cNvPr id="6" name="TextBox 5"/>
          <p:cNvSpPr txBox="1"/>
          <p:nvPr/>
        </p:nvSpPr>
        <p:spPr>
          <a:xfrm>
            <a:off x="697230" y="1654280"/>
            <a:ext cx="1810624" cy="707886"/>
          </a:xfrm>
          <a:prstGeom prst="rect">
            <a:avLst/>
          </a:prstGeom>
          <a:noFill/>
        </p:spPr>
        <p:txBody>
          <a:bodyPr wrap="none" rtlCol="0">
            <a:spAutoFit/>
          </a:bodyPr>
          <a:lstStyle/>
          <a:p>
            <a:r>
              <a:rPr lang="en-US" altLang="ko-KR" sz="2000" b="1" dirty="0" smtClean="0">
                <a:solidFill>
                  <a:prstClr val="black"/>
                </a:solidFill>
              </a:rPr>
              <a:t>RemoteTest_1</a:t>
            </a:r>
          </a:p>
          <a:p>
            <a:r>
              <a:rPr lang="en-US" altLang="ko-KR" sz="2000" dirty="0" err="1" smtClean="0">
                <a:solidFill>
                  <a:prstClr val="black"/>
                </a:solidFill>
              </a:rPr>
              <a:t>ICalc.aidl</a:t>
            </a:r>
            <a:endParaRPr lang="ko-KR" altLang="en-US" sz="2000" dirty="0">
              <a:solidFill>
                <a:prstClr val="black"/>
              </a:solidFill>
            </a:endParaRPr>
          </a:p>
        </p:txBody>
      </p:sp>
      <p:sp>
        <p:nvSpPr>
          <p:cNvPr id="5" name="Rectangle 1"/>
          <p:cNvSpPr>
            <a:spLocks noChangeArrowheads="1"/>
          </p:cNvSpPr>
          <p:nvPr/>
        </p:nvSpPr>
        <p:spPr bwMode="auto">
          <a:xfrm>
            <a:off x="982717" y="2739535"/>
            <a:ext cx="7178566" cy="2062103"/>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1" i="0" u="none" strike="noStrike" cap="none" normalizeH="0" baseline="0" dirty="0" smtClean="0">
                <a:ln>
                  <a:noFill/>
                </a:ln>
                <a:solidFill>
                  <a:srgbClr val="000080"/>
                </a:solidFill>
                <a:effectLst/>
                <a:latin typeface="+mn-ea"/>
              </a:rPr>
              <a:t>interface </a:t>
            </a:r>
            <a:r>
              <a:rPr kumimoji="0" lang="ko-KR" altLang="ko-KR" sz="1600" b="0" i="0" u="none" strike="noStrike" cap="none" normalizeH="0" baseline="0" dirty="0" smtClean="0">
                <a:ln>
                  <a:noFill/>
                </a:ln>
                <a:solidFill>
                  <a:srgbClr val="000000"/>
                </a:solidFill>
                <a:effectLst/>
                <a:latin typeface="+mn-ea"/>
              </a:rPr>
              <a:t>ICalc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r>
              <a:rPr kumimoji="0" lang="ko-KR" altLang="ko-KR" sz="1600" b="0" i="1" u="none" strike="noStrike" cap="none" normalizeH="0" baseline="0" dirty="0" smtClean="0">
                <a:ln>
                  <a:noFill/>
                </a:ln>
                <a:solidFill>
                  <a:srgbClr val="808080"/>
                </a:solidFill>
                <a:effectLst/>
                <a:latin typeface="+mn-ea"/>
              </a:rPr>
              <a:t>/**</a:t>
            </a:r>
            <a:br>
              <a:rPr kumimoji="0" lang="ko-KR" altLang="ko-KR" sz="1600" b="0" i="1" u="none" strike="noStrike" cap="none" normalizeH="0" baseline="0" dirty="0" smtClean="0">
                <a:ln>
                  <a:noFill/>
                </a:ln>
                <a:solidFill>
                  <a:srgbClr val="808080"/>
                </a:solidFill>
                <a:effectLst/>
                <a:latin typeface="+mn-ea"/>
              </a:rPr>
            </a:br>
            <a:r>
              <a:rPr kumimoji="0" lang="ko-KR" altLang="ko-KR" sz="1600" b="0" i="1" u="none" strike="noStrike" cap="none" normalizeH="0" baseline="0" dirty="0" smtClean="0">
                <a:ln>
                  <a:noFill/>
                </a:ln>
                <a:solidFill>
                  <a:srgbClr val="808080"/>
                </a:solidFill>
                <a:effectLst/>
                <a:latin typeface="+mn-ea"/>
              </a:rPr>
              <a:t>     * Demonstrates some basic types that you can use as parameters</a:t>
            </a:r>
            <a:br>
              <a:rPr kumimoji="0" lang="ko-KR" altLang="ko-KR" sz="1600" b="0" i="1" u="none" strike="noStrike" cap="none" normalizeH="0" baseline="0" dirty="0" smtClean="0">
                <a:ln>
                  <a:noFill/>
                </a:ln>
                <a:solidFill>
                  <a:srgbClr val="808080"/>
                </a:solidFill>
                <a:effectLst/>
                <a:latin typeface="+mn-ea"/>
              </a:rPr>
            </a:br>
            <a:r>
              <a:rPr kumimoji="0" lang="ko-KR" altLang="ko-KR" sz="1600" b="0" i="1" u="none" strike="noStrike" cap="none" normalizeH="0" baseline="0" dirty="0" smtClean="0">
                <a:ln>
                  <a:noFill/>
                </a:ln>
                <a:solidFill>
                  <a:srgbClr val="808080"/>
                </a:solidFill>
                <a:effectLst/>
                <a:latin typeface="+mn-ea"/>
              </a:rPr>
              <a:t>     * and return values in AIDL.</a:t>
            </a:r>
            <a:br>
              <a:rPr kumimoji="0" lang="ko-KR" altLang="ko-KR" sz="1600" b="0" i="1" u="none" strike="noStrike" cap="none" normalizeH="0" baseline="0" dirty="0" smtClean="0">
                <a:ln>
                  <a:noFill/>
                </a:ln>
                <a:solidFill>
                  <a:srgbClr val="808080"/>
                </a:solidFill>
                <a:effectLst/>
                <a:latin typeface="+mn-ea"/>
              </a:rPr>
            </a:br>
            <a:r>
              <a:rPr kumimoji="0" lang="ko-KR" altLang="ko-KR" sz="1600" b="0" i="1" u="none" strike="noStrike" cap="none" normalizeH="0" baseline="0" dirty="0" smtClean="0">
                <a:ln>
                  <a:noFill/>
                </a:ln>
                <a:solidFill>
                  <a:srgbClr val="808080"/>
                </a:solidFill>
                <a:effectLst/>
                <a:latin typeface="+mn-ea"/>
              </a:rPr>
              <a:t>     */</a:t>
            </a:r>
            <a:br>
              <a:rPr kumimoji="0" lang="ko-KR" altLang="ko-KR" sz="1600" b="0" i="1" u="none" strike="noStrike" cap="none" normalizeH="0" baseline="0" dirty="0" smtClean="0">
                <a:ln>
                  <a:noFill/>
                </a:ln>
                <a:solidFill>
                  <a:srgbClr val="808080"/>
                </a:solidFill>
                <a:effectLst/>
                <a:latin typeface="+mn-ea"/>
              </a:rPr>
            </a:br>
            <a:r>
              <a:rPr kumimoji="0" lang="ko-KR" altLang="ko-KR" sz="1600" b="0" i="1" u="none" strike="noStrike" cap="none" normalizeH="0" baseline="0" dirty="0" smtClean="0">
                <a:ln>
                  <a:noFill/>
                </a:ln>
                <a:solidFill>
                  <a:srgbClr val="808080"/>
                </a:solidFill>
                <a:effectLst/>
                <a:latin typeface="+mn-ea"/>
              </a:rPr>
              <a:t>    </a:t>
            </a:r>
            <a:r>
              <a:rPr kumimoji="0" lang="ko-KR" altLang="ko-KR" sz="1600" b="1" i="0" u="none" strike="noStrike" cap="none" normalizeH="0" baseline="0" dirty="0" smtClean="0">
                <a:ln>
                  <a:noFill/>
                </a:ln>
                <a:solidFill>
                  <a:srgbClr val="000080"/>
                </a:solidFill>
                <a:effectLst/>
                <a:latin typeface="+mn-ea"/>
              </a:rPr>
              <a:t>int </a:t>
            </a:r>
            <a:r>
              <a:rPr kumimoji="0" lang="ko-KR" altLang="ko-KR" sz="1600" b="0" i="0" u="none" strike="noStrike" cap="none" normalizeH="0" baseline="0" dirty="0" smtClean="0">
                <a:ln>
                  <a:noFill/>
                </a:ln>
                <a:solidFill>
                  <a:srgbClr val="000000"/>
                </a:solidFill>
                <a:effectLst/>
                <a:latin typeface="+mn-ea"/>
              </a:rPr>
              <a:t>add(in </a:t>
            </a:r>
            <a:r>
              <a:rPr kumimoji="0" lang="ko-KR" altLang="ko-KR" sz="1600" b="1" i="0" u="none" strike="noStrike" cap="none" normalizeH="0" baseline="0" dirty="0" smtClean="0">
                <a:ln>
                  <a:noFill/>
                </a:ln>
                <a:solidFill>
                  <a:srgbClr val="000080"/>
                </a:solidFill>
                <a:effectLst/>
                <a:latin typeface="+mn-ea"/>
              </a:rPr>
              <a:t>int </a:t>
            </a:r>
            <a:r>
              <a:rPr kumimoji="0" lang="ko-KR" altLang="ko-KR" sz="1600" b="0" i="0" u="none" strike="noStrike" cap="none" normalizeH="0" baseline="0" dirty="0" smtClean="0">
                <a:ln>
                  <a:noFill/>
                </a:ln>
                <a:solidFill>
                  <a:srgbClr val="000000"/>
                </a:solidFill>
                <a:effectLst/>
                <a:latin typeface="+mn-ea"/>
              </a:rPr>
              <a:t>a, in </a:t>
            </a:r>
            <a:r>
              <a:rPr kumimoji="0" lang="ko-KR" altLang="ko-KR" sz="1600" b="1" i="0" u="none" strike="noStrike" cap="none" normalizeH="0" baseline="0" dirty="0" smtClean="0">
                <a:ln>
                  <a:noFill/>
                </a:ln>
                <a:solidFill>
                  <a:srgbClr val="000080"/>
                </a:solidFill>
                <a:effectLst/>
                <a:latin typeface="+mn-ea"/>
              </a:rPr>
              <a:t>int </a:t>
            </a:r>
            <a:r>
              <a:rPr kumimoji="0" lang="ko-KR" altLang="ko-KR" sz="1600" b="0" i="0" u="none" strike="noStrike" cap="none" normalizeH="0" baseline="0" dirty="0" smtClean="0">
                <a:ln>
                  <a:noFill/>
                </a:ln>
                <a:solidFill>
                  <a:srgbClr val="000000"/>
                </a:solidFill>
                <a:effectLst/>
                <a:latin typeface="+mn-ea"/>
              </a:rPr>
              <a:t>b);</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r>
              <a:rPr kumimoji="0" lang="en-US" altLang="ko-KR" sz="1600" b="0" i="0" u="none" strike="noStrike" cap="none" normalizeH="0" baseline="0" dirty="0" smtClean="0">
                <a:ln>
                  <a:noFill/>
                </a:ln>
                <a:solidFill>
                  <a:srgbClr val="000000"/>
                </a:solidFill>
                <a:effectLst/>
                <a:latin typeface="+mn-ea"/>
              </a:rPr>
              <a:t> </a:t>
            </a:r>
            <a:r>
              <a:rPr kumimoji="0" lang="ko-KR" altLang="ko-KR" sz="1600" b="0" i="0" u="none" strike="noStrike" cap="none" normalizeH="0" baseline="0" dirty="0" smtClean="0">
                <a:ln>
                  <a:noFill/>
                </a:ln>
                <a:solidFill>
                  <a:srgbClr val="000000"/>
                </a:solidFill>
                <a:effectLst/>
                <a:latin typeface="+mn-ea"/>
              </a:rPr>
              <a:t> </a:t>
            </a:r>
            <a:r>
              <a:rPr kumimoji="0" lang="ko-KR" altLang="ko-KR" sz="1600" b="1" i="0" u="none" strike="noStrike" cap="none" normalizeH="0" baseline="0" dirty="0" smtClean="0">
                <a:ln>
                  <a:noFill/>
                </a:ln>
                <a:solidFill>
                  <a:srgbClr val="000080"/>
                </a:solidFill>
                <a:effectLst/>
                <a:latin typeface="+mn-ea"/>
              </a:rPr>
              <a:t>int </a:t>
            </a:r>
            <a:r>
              <a:rPr kumimoji="0" lang="ko-KR" altLang="ko-KR" sz="1600" b="0" i="0" u="none" strike="noStrike" cap="none" normalizeH="0" baseline="0" dirty="0" smtClean="0">
                <a:ln>
                  <a:noFill/>
                </a:ln>
                <a:solidFill>
                  <a:srgbClr val="000000"/>
                </a:solidFill>
                <a:effectLst/>
                <a:latin typeface="+mn-ea"/>
              </a:rPr>
              <a:t>multiply(in </a:t>
            </a:r>
            <a:r>
              <a:rPr kumimoji="0" lang="ko-KR" altLang="ko-KR" sz="1600" b="1" i="0" u="none" strike="noStrike" cap="none" normalizeH="0" baseline="0" dirty="0" smtClean="0">
                <a:ln>
                  <a:noFill/>
                </a:ln>
                <a:solidFill>
                  <a:srgbClr val="000080"/>
                </a:solidFill>
                <a:effectLst/>
                <a:latin typeface="+mn-ea"/>
              </a:rPr>
              <a:t>int </a:t>
            </a:r>
            <a:r>
              <a:rPr kumimoji="0" lang="ko-KR" altLang="ko-KR" sz="1600" b="0" i="0" u="none" strike="noStrike" cap="none" normalizeH="0" baseline="0" dirty="0" smtClean="0">
                <a:ln>
                  <a:noFill/>
                </a:ln>
                <a:solidFill>
                  <a:srgbClr val="000000"/>
                </a:solidFill>
                <a:effectLst/>
                <a:latin typeface="+mn-ea"/>
              </a:rPr>
              <a:t>a, in </a:t>
            </a:r>
            <a:r>
              <a:rPr kumimoji="0" lang="ko-KR" altLang="ko-KR" sz="1600" b="1" i="0" u="none" strike="noStrike" cap="none" normalizeH="0" baseline="0" dirty="0" smtClean="0">
                <a:ln>
                  <a:noFill/>
                </a:ln>
                <a:solidFill>
                  <a:srgbClr val="000080"/>
                </a:solidFill>
                <a:effectLst/>
                <a:latin typeface="+mn-ea"/>
              </a:rPr>
              <a:t>int </a:t>
            </a:r>
            <a:r>
              <a:rPr kumimoji="0" lang="ko-KR" altLang="ko-KR" sz="1600" b="0" i="0" u="none" strike="noStrike" cap="none" normalizeH="0" baseline="0" dirty="0" smtClean="0">
                <a:ln>
                  <a:noFill/>
                </a:ln>
                <a:solidFill>
                  <a:srgbClr val="000000"/>
                </a:solidFill>
                <a:effectLst/>
                <a:latin typeface="+mn-ea"/>
              </a:rPr>
              <a:t>b);</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a:t>
            </a:r>
            <a:endParaRPr kumimoji="0" lang="ko-KR" altLang="ko-KR" sz="1600" b="0" i="0" u="none" strike="noStrike" cap="none" normalizeH="0" baseline="0" dirty="0" smtClean="0">
              <a:ln>
                <a:noFill/>
              </a:ln>
              <a:solidFill>
                <a:schemeClr val="tx1"/>
              </a:solidFill>
              <a:effectLst/>
              <a:latin typeface="+mn-ea"/>
            </a:endParaRPr>
          </a:p>
        </p:txBody>
      </p:sp>
    </p:spTree>
    <p:extLst>
      <p:ext uri="{BB962C8B-B14F-4D97-AF65-F5344CB8AC3E}">
        <p14:creationId xmlns:p14="http://schemas.microsoft.com/office/powerpoint/2010/main" val="19944721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p:cNvSpPr>
            <a:spLocks noGrp="1"/>
          </p:cNvSpPr>
          <p:nvPr>
            <p:ph type="title"/>
          </p:nvPr>
        </p:nvSpPr>
        <p:spPr/>
        <p:txBody>
          <a:bodyPr/>
          <a:lstStyle/>
          <a:p>
            <a:endParaRPr lang="ko-KR" altLang="en-US" dirty="0"/>
          </a:p>
        </p:txBody>
      </p:sp>
      <p:sp>
        <p:nvSpPr>
          <p:cNvPr id="6" name="내용 개체 틀 5"/>
          <p:cNvSpPr>
            <a:spLocks noGrp="1"/>
          </p:cNvSpPr>
          <p:nvPr>
            <p:ph idx="1"/>
          </p:nvPr>
        </p:nvSpPr>
        <p:spPr>
          <a:xfrm>
            <a:off x="457200" y="1426302"/>
            <a:ext cx="8229600" cy="4641492"/>
          </a:xfrm>
        </p:spPr>
        <p:txBody>
          <a:bodyPr/>
          <a:lstStyle/>
          <a:p>
            <a:pPr marL="0" indent="0">
              <a:buNone/>
            </a:pPr>
            <a:r>
              <a:rPr lang="en-US" altLang="ko-KR" dirty="0" smtClean="0">
                <a:latin typeface="휴먼엑스포" panose="02030504000101010101" pitchFamily="18" charset="-127"/>
                <a:ea typeface="휴먼엑스포" panose="02030504000101010101" pitchFamily="18" charset="-127"/>
              </a:rPr>
              <a:t>※</a:t>
            </a:r>
            <a:r>
              <a:rPr lang="ko-KR" altLang="en-US" dirty="0" smtClean="0"/>
              <a:t>확인</a:t>
            </a:r>
            <a:endParaRPr lang="ko-KR" altLang="en-US" dirty="0"/>
          </a:p>
        </p:txBody>
      </p:sp>
      <p:sp>
        <p:nvSpPr>
          <p:cNvPr id="2" name="슬라이드 번호 개체 틀 1"/>
          <p:cNvSpPr>
            <a:spLocks noGrp="1"/>
          </p:cNvSpPr>
          <p:nvPr>
            <p:ph type="sldNum" sz="quarter" idx="12"/>
          </p:nvPr>
        </p:nvSpPr>
        <p:spPr/>
        <p:txBody>
          <a:bodyPr/>
          <a:lstStyle/>
          <a:p>
            <a:fld id="{68FAA61E-CA35-46E7-954C-43D901BBD1EB}" type="slidenum">
              <a:rPr lang="ko-KR" altLang="en-US" smtClean="0"/>
              <a:pPr/>
              <a:t>27</a:t>
            </a:fld>
            <a:endParaRPr lang="ko-KR" altLang="en-US"/>
          </a:p>
        </p:txBody>
      </p:sp>
      <p:grpSp>
        <p:nvGrpSpPr>
          <p:cNvPr id="29" name="그룹 28"/>
          <p:cNvGrpSpPr/>
          <p:nvPr/>
        </p:nvGrpSpPr>
        <p:grpSpPr>
          <a:xfrm>
            <a:off x="0" y="1835347"/>
            <a:ext cx="9144000" cy="4826174"/>
            <a:chOff x="0" y="1835347"/>
            <a:chExt cx="9144000" cy="4826174"/>
          </a:xfrm>
        </p:grpSpPr>
        <p:pic>
          <p:nvPicPr>
            <p:cNvPr id="4" name="그림 3"/>
            <p:cNvPicPr>
              <a:picLocks noChangeAspect="1"/>
            </p:cNvPicPr>
            <p:nvPr/>
          </p:nvPicPr>
          <p:blipFill>
            <a:blip r:embed="rId3"/>
            <a:stretch>
              <a:fillRect/>
            </a:stretch>
          </p:blipFill>
          <p:spPr>
            <a:xfrm>
              <a:off x="0" y="1835347"/>
              <a:ext cx="9144000" cy="4826174"/>
            </a:xfrm>
            <a:prstGeom prst="rect">
              <a:avLst/>
            </a:prstGeom>
          </p:spPr>
        </p:pic>
        <p:sp>
          <p:nvSpPr>
            <p:cNvPr id="7" name="직사각형 6"/>
            <p:cNvSpPr/>
            <p:nvPr/>
          </p:nvSpPr>
          <p:spPr>
            <a:xfrm>
              <a:off x="1313234" y="4095343"/>
              <a:ext cx="642025" cy="155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직사각형 7"/>
            <p:cNvSpPr/>
            <p:nvPr/>
          </p:nvSpPr>
          <p:spPr>
            <a:xfrm>
              <a:off x="1050586" y="6276264"/>
              <a:ext cx="642025" cy="155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p:cNvSpPr/>
            <p:nvPr/>
          </p:nvSpPr>
          <p:spPr>
            <a:xfrm>
              <a:off x="3647873" y="1896892"/>
              <a:ext cx="642025" cy="155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 name="직선 연결선 14"/>
            <p:cNvCxnSpPr/>
            <p:nvPr/>
          </p:nvCxnSpPr>
          <p:spPr>
            <a:xfrm>
              <a:off x="3463047" y="3278220"/>
              <a:ext cx="273347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직선 연결선 15"/>
            <p:cNvCxnSpPr/>
            <p:nvPr/>
          </p:nvCxnSpPr>
          <p:spPr>
            <a:xfrm>
              <a:off x="3463047" y="3745148"/>
              <a:ext cx="564220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955259" y="3973109"/>
              <a:ext cx="1352145" cy="400110"/>
            </a:xfrm>
            <a:prstGeom prst="rect">
              <a:avLst/>
            </a:prstGeom>
            <a:noFill/>
          </p:spPr>
          <p:txBody>
            <a:bodyPr wrap="square" rtlCol="0">
              <a:spAutoFit/>
            </a:bodyPr>
            <a:lstStyle/>
            <a:p>
              <a:r>
                <a:rPr lang="en-US" altLang="ko-KR" sz="2000" dirty="0" smtClean="0">
                  <a:solidFill>
                    <a:srgbClr val="FF0000"/>
                  </a:solidFill>
                </a:rPr>
                <a:t>ICalc.java</a:t>
              </a:r>
              <a:endParaRPr lang="ko-KR" altLang="en-US" sz="2000" dirty="0">
                <a:solidFill>
                  <a:srgbClr val="FF0000"/>
                </a:solidFill>
              </a:endParaRPr>
            </a:p>
          </p:txBody>
        </p:sp>
        <p:sp>
          <p:nvSpPr>
            <p:cNvPr id="20" name="TextBox 19"/>
            <p:cNvSpPr txBox="1"/>
            <p:nvPr/>
          </p:nvSpPr>
          <p:spPr>
            <a:xfrm>
              <a:off x="1634246" y="6153190"/>
              <a:ext cx="1352145" cy="400110"/>
            </a:xfrm>
            <a:prstGeom prst="rect">
              <a:avLst/>
            </a:prstGeom>
            <a:noFill/>
          </p:spPr>
          <p:txBody>
            <a:bodyPr wrap="square" rtlCol="0">
              <a:spAutoFit/>
            </a:bodyPr>
            <a:lstStyle/>
            <a:p>
              <a:r>
                <a:rPr lang="en-US" altLang="ko-KR" sz="2000" dirty="0" err="1" smtClean="0">
                  <a:solidFill>
                    <a:srgbClr val="FF0000"/>
                  </a:solidFill>
                </a:rPr>
                <a:t>ICalc.aidl</a:t>
              </a:r>
              <a:endParaRPr lang="ko-KR" altLang="en-US" sz="2000" dirty="0">
                <a:solidFill>
                  <a:srgbClr val="FF0000"/>
                </a:solidFill>
              </a:endParaRPr>
            </a:p>
          </p:txBody>
        </p:sp>
        <p:sp>
          <p:nvSpPr>
            <p:cNvPr id="24" name="직사각형 23"/>
            <p:cNvSpPr/>
            <p:nvPr/>
          </p:nvSpPr>
          <p:spPr>
            <a:xfrm>
              <a:off x="4187758" y="3589506"/>
              <a:ext cx="1084633" cy="155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TextBox 25"/>
            <p:cNvSpPr txBox="1"/>
            <p:nvPr/>
          </p:nvSpPr>
          <p:spPr>
            <a:xfrm>
              <a:off x="3613825" y="5159933"/>
              <a:ext cx="1352145" cy="400110"/>
            </a:xfrm>
            <a:prstGeom prst="rect">
              <a:avLst/>
            </a:prstGeom>
            <a:noFill/>
          </p:spPr>
          <p:txBody>
            <a:bodyPr wrap="square" rtlCol="0">
              <a:spAutoFit/>
            </a:bodyPr>
            <a:lstStyle/>
            <a:p>
              <a:r>
                <a:rPr lang="en-US" altLang="ko-KR" sz="2000" dirty="0" smtClean="0">
                  <a:solidFill>
                    <a:srgbClr val="FF0000"/>
                  </a:solidFill>
                </a:rPr>
                <a:t>…</a:t>
              </a:r>
              <a:endParaRPr lang="ko-KR" altLang="en-US" sz="2000" dirty="0">
                <a:solidFill>
                  <a:srgbClr val="FF0000"/>
                </a:solidFill>
              </a:endParaRPr>
            </a:p>
          </p:txBody>
        </p:sp>
        <p:sp>
          <p:nvSpPr>
            <p:cNvPr id="27" name="TextBox 26"/>
            <p:cNvSpPr txBox="1"/>
            <p:nvPr/>
          </p:nvSpPr>
          <p:spPr>
            <a:xfrm>
              <a:off x="3613825" y="5953135"/>
              <a:ext cx="1352145" cy="400110"/>
            </a:xfrm>
            <a:prstGeom prst="rect">
              <a:avLst/>
            </a:prstGeom>
            <a:noFill/>
          </p:spPr>
          <p:txBody>
            <a:bodyPr wrap="square" rtlCol="0">
              <a:spAutoFit/>
            </a:bodyPr>
            <a:lstStyle/>
            <a:p>
              <a:r>
                <a:rPr lang="en-US" altLang="ko-KR" sz="2000" dirty="0" smtClean="0">
                  <a:solidFill>
                    <a:srgbClr val="FF0000"/>
                  </a:solidFill>
                </a:rPr>
                <a:t>…</a:t>
              </a:r>
              <a:endParaRPr lang="ko-KR" altLang="en-US" sz="2000" dirty="0">
                <a:solidFill>
                  <a:srgbClr val="FF0000"/>
                </a:solidFill>
              </a:endParaRPr>
            </a:p>
          </p:txBody>
        </p:sp>
      </p:grpSp>
    </p:spTree>
    <p:extLst>
      <p:ext uri="{BB962C8B-B14F-4D97-AF65-F5344CB8AC3E}">
        <p14:creationId xmlns:p14="http://schemas.microsoft.com/office/powerpoint/2010/main" val="312006759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28</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a:t>Remote Call Interface</a:t>
            </a:r>
            <a:endParaRPr lang="ko-KR" altLang="en-US" dirty="0"/>
          </a:p>
        </p:txBody>
      </p:sp>
      <p:sp>
        <p:nvSpPr>
          <p:cNvPr id="15" name="직사각형 14"/>
          <p:cNvSpPr/>
          <p:nvPr/>
        </p:nvSpPr>
        <p:spPr>
          <a:xfrm>
            <a:off x="3364367" y="2649889"/>
            <a:ext cx="2243062" cy="44577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ko-KR" dirty="0" err="1" smtClean="0"/>
              <a:t>onCreate</a:t>
            </a:r>
            <a:endParaRPr lang="ko-KR" altLang="en-US" dirty="0"/>
          </a:p>
        </p:txBody>
      </p:sp>
      <p:sp>
        <p:nvSpPr>
          <p:cNvPr id="16" name="직사각형 15"/>
          <p:cNvSpPr/>
          <p:nvPr/>
        </p:nvSpPr>
        <p:spPr>
          <a:xfrm>
            <a:off x="3364367" y="3470944"/>
            <a:ext cx="2243062" cy="44577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ko-KR" dirty="0" err="1" smtClean="0"/>
              <a:t>onBind</a:t>
            </a:r>
            <a:endParaRPr lang="ko-KR" altLang="en-US" dirty="0"/>
          </a:p>
        </p:txBody>
      </p:sp>
      <p:sp>
        <p:nvSpPr>
          <p:cNvPr id="17" name="직사각형 16"/>
          <p:cNvSpPr/>
          <p:nvPr/>
        </p:nvSpPr>
        <p:spPr>
          <a:xfrm>
            <a:off x="3364367" y="4994944"/>
            <a:ext cx="2243062" cy="44577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ko-KR" dirty="0" err="1" smtClean="0"/>
              <a:t>onDestroy</a:t>
            </a:r>
            <a:endParaRPr lang="ko-KR" altLang="en-US" dirty="0"/>
          </a:p>
        </p:txBody>
      </p:sp>
      <p:cxnSp>
        <p:nvCxnSpPr>
          <p:cNvPr id="18" name="직선 화살표 연결선 17"/>
          <p:cNvCxnSpPr>
            <a:stCxn id="15" idx="2"/>
            <a:endCxn id="16" idx="0"/>
          </p:cNvCxnSpPr>
          <p:nvPr/>
        </p:nvCxnSpPr>
        <p:spPr>
          <a:xfrm>
            <a:off x="4485898" y="3095659"/>
            <a:ext cx="0" cy="37528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직선 화살표 연결선 18"/>
          <p:cNvCxnSpPr>
            <a:stCxn id="16" idx="2"/>
            <a:endCxn id="17" idx="0"/>
          </p:cNvCxnSpPr>
          <p:nvPr/>
        </p:nvCxnSpPr>
        <p:spPr>
          <a:xfrm>
            <a:off x="4485898" y="3916714"/>
            <a:ext cx="0" cy="107823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모서리가 둥근 직사각형 19"/>
          <p:cNvSpPr/>
          <p:nvPr/>
        </p:nvSpPr>
        <p:spPr>
          <a:xfrm>
            <a:off x="5027431" y="4124359"/>
            <a:ext cx="2040255" cy="662940"/>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altLang="ko-KR" dirty="0" smtClean="0"/>
              <a:t>Stub binder</a:t>
            </a:r>
            <a:endParaRPr lang="ko-KR" altLang="en-US" dirty="0"/>
          </a:p>
        </p:txBody>
      </p:sp>
      <p:cxnSp>
        <p:nvCxnSpPr>
          <p:cNvPr id="21" name="꺾인 연결선 20"/>
          <p:cNvCxnSpPr>
            <a:stCxn id="16" idx="3"/>
            <a:endCxn id="20" idx="0"/>
          </p:cNvCxnSpPr>
          <p:nvPr/>
        </p:nvCxnSpPr>
        <p:spPr>
          <a:xfrm>
            <a:off x="5607429" y="3693829"/>
            <a:ext cx="440130" cy="430530"/>
          </a:xfrm>
          <a:prstGeom prst="bentConnector2">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97230" y="1681430"/>
            <a:ext cx="2067746" cy="707886"/>
          </a:xfrm>
          <a:prstGeom prst="rect">
            <a:avLst/>
          </a:prstGeom>
          <a:noFill/>
        </p:spPr>
        <p:txBody>
          <a:bodyPr wrap="none" rtlCol="0">
            <a:spAutoFit/>
          </a:bodyPr>
          <a:lstStyle/>
          <a:p>
            <a:r>
              <a:rPr lang="en-US" altLang="ko-KR" sz="2000" b="1" dirty="0" smtClean="0">
                <a:solidFill>
                  <a:prstClr val="black"/>
                </a:solidFill>
              </a:rPr>
              <a:t>RemoteTest_1</a:t>
            </a:r>
          </a:p>
          <a:p>
            <a:r>
              <a:rPr lang="en-US" altLang="ko-KR" sz="2000" dirty="0" smtClean="0">
                <a:solidFill>
                  <a:prstClr val="black"/>
                </a:solidFill>
              </a:rPr>
              <a:t>RemoteCalc.java</a:t>
            </a:r>
            <a:endParaRPr lang="ko-KR" altLang="en-US" sz="2000" dirty="0">
              <a:solidFill>
                <a:prstClr val="black"/>
              </a:solidFill>
            </a:endParaRPr>
          </a:p>
        </p:txBody>
      </p:sp>
    </p:spTree>
    <p:extLst>
      <p:ext uri="{BB962C8B-B14F-4D97-AF65-F5344CB8AC3E}">
        <p14:creationId xmlns:p14="http://schemas.microsoft.com/office/powerpoint/2010/main" val="308385421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065528" y="2220639"/>
            <a:ext cx="6470389" cy="3908762"/>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1" i="0" u="none" strike="noStrike" cap="none" normalizeH="0" baseline="0" dirty="0" err="1" smtClean="0">
                <a:ln>
                  <a:noFill/>
                </a:ln>
                <a:solidFill>
                  <a:srgbClr val="000080"/>
                </a:solidFill>
                <a:effectLst/>
                <a:latin typeface="+mn-ea"/>
              </a:rPr>
              <a:t>public</a:t>
            </a:r>
            <a:r>
              <a:rPr kumimoji="0" lang="ko-KR" altLang="ko-KR" sz="1600" b="1" i="0" u="none" strike="noStrike" cap="none" normalizeH="0" baseline="0" dirty="0" smtClean="0">
                <a:ln>
                  <a:noFill/>
                </a:ln>
                <a:solidFill>
                  <a:srgbClr val="000080"/>
                </a:solidFill>
                <a:effectLst/>
                <a:latin typeface="+mn-ea"/>
              </a:rPr>
              <a:t> </a:t>
            </a:r>
            <a:r>
              <a:rPr kumimoji="0" lang="ko-KR" altLang="ko-KR" sz="1600" b="1" i="0" u="none" strike="noStrike" cap="none" normalizeH="0" baseline="0" dirty="0" err="1" smtClean="0">
                <a:ln>
                  <a:noFill/>
                </a:ln>
                <a:solidFill>
                  <a:srgbClr val="000080"/>
                </a:solidFill>
                <a:effectLst/>
                <a:latin typeface="+mn-ea"/>
              </a:rPr>
              <a:t>class</a:t>
            </a:r>
            <a:r>
              <a:rPr kumimoji="0" lang="ko-KR" altLang="ko-KR" sz="1600" b="1" i="0" u="none" strike="noStrike" cap="none" normalizeH="0" baseline="0" dirty="0" smtClean="0">
                <a:ln>
                  <a:noFill/>
                </a:ln>
                <a:solidFill>
                  <a:srgbClr val="000080"/>
                </a:solidFill>
                <a:effectLst/>
                <a:latin typeface="+mn-ea"/>
              </a:rPr>
              <a:t> </a:t>
            </a:r>
            <a:r>
              <a:rPr kumimoji="0" lang="ko-KR" altLang="ko-KR" sz="1600" b="0" i="0" u="none" strike="noStrike" cap="none" normalizeH="0" baseline="0" dirty="0" err="1" smtClean="0">
                <a:ln>
                  <a:noFill/>
                </a:ln>
                <a:solidFill>
                  <a:srgbClr val="000000"/>
                </a:solidFill>
                <a:effectLst/>
                <a:latin typeface="+mn-ea"/>
              </a:rPr>
              <a:t>RemoteCalc</a:t>
            </a:r>
            <a:r>
              <a:rPr kumimoji="0" lang="ko-KR" altLang="ko-KR" sz="1600" b="0" i="0" u="none" strike="noStrike" cap="none" normalizeH="0" baseline="0" dirty="0" smtClean="0">
                <a:ln>
                  <a:noFill/>
                </a:ln>
                <a:solidFill>
                  <a:srgbClr val="000000"/>
                </a:solidFill>
                <a:effectLst/>
                <a:latin typeface="+mn-ea"/>
              </a:rPr>
              <a:t> </a:t>
            </a:r>
            <a:r>
              <a:rPr kumimoji="0" lang="ko-KR" altLang="ko-KR" sz="1600" b="1" i="0" u="none" strike="noStrike" cap="none" normalizeH="0" baseline="0" dirty="0" err="1" smtClean="0">
                <a:ln>
                  <a:noFill/>
                </a:ln>
                <a:solidFill>
                  <a:srgbClr val="000080"/>
                </a:solidFill>
                <a:effectLst/>
                <a:latin typeface="+mn-ea"/>
              </a:rPr>
              <a:t>extends</a:t>
            </a:r>
            <a:r>
              <a:rPr kumimoji="0" lang="ko-KR" altLang="ko-KR" sz="1600" b="1" i="0" u="none" strike="noStrike" cap="none" normalizeH="0" baseline="0" dirty="0" smtClean="0">
                <a:ln>
                  <a:noFill/>
                </a:ln>
                <a:solidFill>
                  <a:srgbClr val="000080"/>
                </a:solidFill>
                <a:effectLst/>
                <a:latin typeface="+mn-ea"/>
              </a:rPr>
              <a:t> </a:t>
            </a:r>
            <a:r>
              <a:rPr kumimoji="0" lang="ko-KR" altLang="ko-KR" sz="1600" b="1" i="0" u="none" strike="noStrike" cap="none" normalizeH="0" baseline="0" dirty="0" smtClean="0">
                <a:ln>
                  <a:noFill/>
                </a:ln>
                <a:solidFill>
                  <a:srgbClr val="FF0000"/>
                </a:solidFill>
                <a:effectLst/>
                <a:latin typeface="+mn-ea"/>
              </a:rPr>
              <a:t>Service</a:t>
            </a:r>
            <a:r>
              <a:rPr kumimoji="0" lang="ko-KR" altLang="ko-KR" sz="1600" b="0" i="0" u="none" strike="noStrike" cap="none" normalizeH="0" baseline="0" dirty="0" smtClean="0">
                <a:ln>
                  <a:noFill/>
                </a:ln>
                <a:solidFill>
                  <a:srgbClr val="FF0000"/>
                </a:solidFill>
                <a:effectLst/>
                <a:latin typeface="+mn-ea"/>
              </a:rPr>
              <a:t> </a:t>
            </a:r>
            <a:r>
              <a:rPr kumimoji="0" lang="ko-KR" altLang="ko-KR" sz="1600" b="0" i="0" u="none" strike="noStrike" cap="none" normalizeH="0" baseline="0" dirty="0" smtClean="0">
                <a:ln>
                  <a:noFill/>
                </a:ln>
                <a:solidFill>
                  <a:srgbClr val="000000"/>
                </a:solidFill>
                <a:effectLst/>
                <a:latin typeface="+mn-ea"/>
              </a:rPr>
              <a:t>{</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r>
              <a:rPr kumimoji="0" lang="ko-KR" altLang="ko-KR" sz="1600" b="0" i="0" u="none" strike="noStrike" cap="none" normalizeH="0" baseline="0" dirty="0" smtClean="0">
                <a:ln>
                  <a:noFill/>
                </a:ln>
                <a:solidFill>
                  <a:srgbClr val="808000"/>
                </a:solidFill>
                <a:effectLst/>
                <a:latin typeface="+mn-ea"/>
              </a:rPr>
              <a:t>@</a:t>
            </a:r>
            <a:r>
              <a:rPr kumimoji="0" lang="ko-KR" altLang="ko-KR" sz="1600" b="0" i="0" u="none" strike="noStrike" cap="none" normalizeH="0" baseline="0" dirty="0" err="1" smtClean="0">
                <a:ln>
                  <a:noFill/>
                </a:ln>
                <a:solidFill>
                  <a:srgbClr val="808000"/>
                </a:solidFill>
                <a:effectLst/>
                <a:latin typeface="+mn-ea"/>
              </a:rPr>
              <a:t>Override</a:t>
            </a:r>
            <a:r>
              <a:rPr kumimoji="0" lang="ko-KR" altLang="ko-KR" sz="1600" b="0" i="0" u="none" strike="noStrike" cap="none" normalizeH="0" baseline="0" dirty="0" smtClean="0">
                <a:ln>
                  <a:noFill/>
                </a:ln>
                <a:solidFill>
                  <a:srgbClr val="808000"/>
                </a:solidFill>
                <a:effectLst/>
                <a:latin typeface="+mn-ea"/>
              </a:rPr>
              <a:t/>
            </a:r>
            <a:br>
              <a:rPr kumimoji="0" lang="ko-KR" altLang="ko-KR" sz="1600" b="0" i="0" u="none" strike="noStrike" cap="none" normalizeH="0" baseline="0" dirty="0" smtClean="0">
                <a:ln>
                  <a:noFill/>
                </a:ln>
                <a:solidFill>
                  <a:srgbClr val="808000"/>
                </a:solidFill>
                <a:effectLst/>
                <a:latin typeface="+mn-ea"/>
              </a:rPr>
            </a:br>
            <a:r>
              <a:rPr kumimoji="0" lang="ko-KR" altLang="ko-KR" sz="1600" b="0" i="0" u="none" strike="noStrike" cap="none" normalizeH="0" baseline="0" dirty="0" smtClean="0">
                <a:ln>
                  <a:noFill/>
                </a:ln>
                <a:solidFill>
                  <a:srgbClr val="808000"/>
                </a:solidFill>
                <a:effectLst/>
                <a:latin typeface="+mn-ea"/>
              </a:rPr>
              <a:t>    </a:t>
            </a:r>
            <a:r>
              <a:rPr kumimoji="0" lang="ko-KR" altLang="ko-KR" sz="1600" b="1" i="0" u="none" strike="noStrike" cap="none" normalizeH="0" baseline="0" dirty="0" err="1" smtClean="0">
                <a:ln>
                  <a:noFill/>
                </a:ln>
                <a:solidFill>
                  <a:srgbClr val="000080"/>
                </a:solidFill>
                <a:effectLst/>
                <a:latin typeface="+mn-ea"/>
              </a:rPr>
              <a:t>public</a:t>
            </a:r>
            <a:r>
              <a:rPr kumimoji="0" lang="ko-KR" altLang="ko-KR" sz="1600" b="1" i="0" u="none" strike="noStrike" cap="none" normalizeH="0" baseline="0" dirty="0" smtClean="0">
                <a:ln>
                  <a:noFill/>
                </a:ln>
                <a:solidFill>
                  <a:srgbClr val="000080"/>
                </a:solidFill>
                <a:effectLst/>
                <a:latin typeface="+mn-ea"/>
              </a:rPr>
              <a:t> </a:t>
            </a:r>
            <a:r>
              <a:rPr kumimoji="0" lang="ko-KR" altLang="ko-KR" sz="1600" b="1" i="0" u="none" strike="noStrike" cap="none" normalizeH="0" baseline="0" dirty="0" err="1" smtClean="0">
                <a:ln>
                  <a:noFill/>
                </a:ln>
                <a:solidFill>
                  <a:srgbClr val="000080"/>
                </a:solidFill>
                <a:effectLst/>
                <a:latin typeface="+mn-ea"/>
              </a:rPr>
              <a:t>void</a:t>
            </a:r>
            <a:r>
              <a:rPr kumimoji="0" lang="ko-KR" altLang="ko-KR" sz="1600" b="1" i="0" u="none" strike="noStrike" cap="none" normalizeH="0" baseline="0" dirty="0" smtClean="0">
                <a:ln>
                  <a:noFill/>
                </a:ln>
                <a:solidFill>
                  <a:srgbClr val="000080"/>
                </a:solidFill>
                <a:effectLst/>
                <a:latin typeface="+mn-ea"/>
              </a:rPr>
              <a:t> </a:t>
            </a:r>
            <a:r>
              <a:rPr kumimoji="0" lang="ko-KR" altLang="ko-KR" sz="1600" b="0" i="0" u="none" strike="noStrike" cap="none" normalizeH="0" baseline="0" dirty="0" err="1" smtClean="0">
                <a:ln>
                  <a:noFill/>
                </a:ln>
                <a:solidFill>
                  <a:srgbClr val="000000"/>
                </a:solidFill>
                <a:effectLst/>
                <a:latin typeface="+mn-ea"/>
              </a:rPr>
              <a:t>onCreate</a:t>
            </a:r>
            <a:r>
              <a:rPr kumimoji="0" lang="ko-KR" altLang="ko-KR" sz="1600" b="0" i="0" u="none" strike="noStrike" cap="none" normalizeH="0" baseline="0" dirty="0" smtClean="0">
                <a:ln>
                  <a:noFill/>
                </a:ln>
                <a:solidFill>
                  <a:srgbClr val="000000"/>
                </a:solidFill>
                <a:effectLst/>
                <a:latin typeface="+mn-ea"/>
              </a:rPr>
              <a:t>()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r>
              <a:rPr kumimoji="0" lang="ko-KR" altLang="ko-KR" sz="1600" b="1" i="0" u="none" strike="noStrike" cap="none" normalizeH="0" baseline="0" dirty="0" err="1" smtClean="0">
                <a:ln>
                  <a:noFill/>
                </a:ln>
                <a:solidFill>
                  <a:srgbClr val="000080"/>
                </a:solidFill>
                <a:effectLst/>
                <a:latin typeface="+mn-ea"/>
              </a:rPr>
              <a:t>super</a:t>
            </a:r>
            <a:r>
              <a:rPr kumimoji="0" lang="ko-KR" altLang="ko-KR" sz="1600" b="0" i="0" u="none" strike="noStrike" cap="none" normalizeH="0" baseline="0" dirty="0" err="1" smtClean="0">
                <a:ln>
                  <a:noFill/>
                </a:ln>
                <a:solidFill>
                  <a:srgbClr val="000000"/>
                </a:solidFill>
                <a:effectLst/>
                <a:latin typeface="+mn-ea"/>
              </a:rPr>
              <a:t>.onCreate</a:t>
            </a:r>
            <a:r>
              <a:rPr kumimoji="0" lang="ko-KR" altLang="ko-KR" sz="1600" b="0" i="0" u="none" strike="noStrike" cap="none" normalizeH="0" baseline="0" dirty="0" smtClean="0">
                <a:ln>
                  <a:noFill/>
                </a:ln>
                <a:solidFill>
                  <a:srgbClr val="000000"/>
                </a:solidFill>
                <a:effectLst/>
                <a:latin typeface="+mn-ea"/>
              </a:rPr>
              <a:t>();</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r>
              <a:rPr kumimoji="0" lang="ko-KR" altLang="ko-KR" sz="1600" b="0" i="0" u="none" strike="noStrike" cap="none" normalizeH="0" baseline="0" dirty="0" smtClean="0">
                <a:ln>
                  <a:noFill/>
                </a:ln>
                <a:solidFill>
                  <a:srgbClr val="808000"/>
                </a:solidFill>
                <a:effectLst/>
                <a:latin typeface="+mn-ea"/>
              </a:rPr>
              <a:t>@</a:t>
            </a:r>
            <a:r>
              <a:rPr kumimoji="0" lang="ko-KR" altLang="ko-KR" sz="1600" b="0" i="0" u="none" strike="noStrike" cap="none" normalizeH="0" baseline="0" dirty="0" err="1" smtClean="0">
                <a:ln>
                  <a:noFill/>
                </a:ln>
                <a:solidFill>
                  <a:srgbClr val="808000"/>
                </a:solidFill>
                <a:effectLst/>
                <a:latin typeface="+mn-ea"/>
              </a:rPr>
              <a:t>Override</a:t>
            </a:r>
            <a:r>
              <a:rPr kumimoji="0" lang="ko-KR" altLang="ko-KR" sz="1600" b="0" i="0" u="none" strike="noStrike" cap="none" normalizeH="0" baseline="0" dirty="0" smtClean="0">
                <a:ln>
                  <a:noFill/>
                </a:ln>
                <a:solidFill>
                  <a:srgbClr val="808000"/>
                </a:solidFill>
                <a:effectLst/>
                <a:latin typeface="+mn-ea"/>
              </a:rPr>
              <a:t/>
            </a:r>
            <a:br>
              <a:rPr kumimoji="0" lang="ko-KR" altLang="ko-KR" sz="1600" b="0" i="0" u="none" strike="noStrike" cap="none" normalizeH="0" baseline="0" dirty="0" smtClean="0">
                <a:ln>
                  <a:noFill/>
                </a:ln>
                <a:solidFill>
                  <a:srgbClr val="808000"/>
                </a:solidFill>
                <a:effectLst/>
                <a:latin typeface="+mn-ea"/>
              </a:rPr>
            </a:br>
            <a:r>
              <a:rPr kumimoji="0" lang="ko-KR" altLang="ko-KR" sz="1600" b="0" i="0" u="none" strike="noStrike" cap="none" normalizeH="0" baseline="0" dirty="0" smtClean="0">
                <a:ln>
                  <a:noFill/>
                </a:ln>
                <a:solidFill>
                  <a:srgbClr val="808000"/>
                </a:solidFill>
                <a:effectLst/>
                <a:latin typeface="+mn-ea"/>
              </a:rPr>
              <a:t>    </a:t>
            </a:r>
            <a:r>
              <a:rPr kumimoji="0" lang="ko-KR" altLang="ko-KR" sz="1600" b="1" i="0" u="none" strike="noStrike" cap="none" normalizeH="0" baseline="0" dirty="0" err="1" smtClean="0">
                <a:ln>
                  <a:noFill/>
                </a:ln>
                <a:solidFill>
                  <a:srgbClr val="000080"/>
                </a:solidFill>
                <a:effectLst/>
                <a:latin typeface="+mn-ea"/>
              </a:rPr>
              <a:t>public</a:t>
            </a:r>
            <a:r>
              <a:rPr kumimoji="0" lang="ko-KR" altLang="ko-KR" sz="1600" b="1" i="0" u="none" strike="noStrike" cap="none" normalizeH="0" baseline="0" dirty="0" smtClean="0">
                <a:ln>
                  <a:noFill/>
                </a:ln>
                <a:solidFill>
                  <a:srgbClr val="000080"/>
                </a:solidFill>
                <a:effectLst/>
                <a:latin typeface="+mn-ea"/>
              </a:rPr>
              <a:t> </a:t>
            </a:r>
            <a:r>
              <a:rPr kumimoji="0" lang="ko-KR" altLang="ko-KR" sz="1600" b="0" i="0" u="none" strike="noStrike" cap="none" normalizeH="0" baseline="0" dirty="0" err="1" smtClean="0">
                <a:ln>
                  <a:noFill/>
                </a:ln>
                <a:solidFill>
                  <a:srgbClr val="000000"/>
                </a:solidFill>
                <a:effectLst/>
                <a:latin typeface="+mn-ea"/>
              </a:rPr>
              <a:t>IBinder</a:t>
            </a:r>
            <a:r>
              <a:rPr kumimoji="0" lang="ko-KR" altLang="ko-KR" sz="1600" b="0" i="0" u="none" strike="noStrike" cap="none" normalizeH="0" baseline="0" dirty="0" smtClean="0">
                <a:ln>
                  <a:noFill/>
                </a:ln>
                <a:solidFill>
                  <a:srgbClr val="000000"/>
                </a:solidFill>
                <a:effectLst/>
                <a:latin typeface="+mn-ea"/>
              </a:rPr>
              <a:t> </a:t>
            </a:r>
            <a:r>
              <a:rPr kumimoji="0" lang="ko-KR" altLang="ko-KR" sz="1600" b="1" i="0" u="none" strike="noStrike" cap="none" normalizeH="0" baseline="0" dirty="0" err="1" smtClean="0">
                <a:ln>
                  <a:noFill/>
                </a:ln>
                <a:solidFill>
                  <a:srgbClr val="FF0000"/>
                </a:solidFill>
                <a:effectLst/>
                <a:latin typeface="+mn-ea"/>
              </a:rPr>
              <a:t>onBind</a:t>
            </a:r>
            <a:r>
              <a:rPr kumimoji="0" lang="ko-KR" altLang="ko-KR" sz="1600" b="0" i="0" u="none" strike="noStrike" cap="none" normalizeH="0" baseline="0" dirty="0" smtClean="0">
                <a:ln>
                  <a:noFill/>
                </a:ln>
                <a:solidFill>
                  <a:srgbClr val="000000"/>
                </a:solidFill>
                <a:effectLst/>
                <a:latin typeface="+mn-ea"/>
              </a:rPr>
              <a:t>(</a:t>
            </a:r>
            <a:r>
              <a:rPr kumimoji="0" lang="ko-KR" altLang="ko-KR" sz="1600" b="0" i="0" u="none" strike="noStrike" cap="none" normalizeH="0" baseline="0" dirty="0" err="1" smtClean="0">
                <a:ln>
                  <a:noFill/>
                </a:ln>
                <a:solidFill>
                  <a:srgbClr val="000000"/>
                </a:solidFill>
                <a:effectLst/>
                <a:latin typeface="+mn-ea"/>
              </a:rPr>
              <a:t>Intent</a:t>
            </a:r>
            <a:r>
              <a:rPr kumimoji="0" lang="ko-KR" altLang="ko-KR" sz="1600" b="0" i="0" u="none" strike="noStrike" cap="none" normalizeH="0" baseline="0" dirty="0" smtClean="0">
                <a:ln>
                  <a:noFill/>
                </a:ln>
                <a:solidFill>
                  <a:srgbClr val="000000"/>
                </a:solidFill>
                <a:effectLst/>
                <a:latin typeface="+mn-ea"/>
              </a:rPr>
              <a:t> </a:t>
            </a:r>
            <a:r>
              <a:rPr lang="en-US" altLang="ko-KR" sz="1600" dirty="0" smtClean="0">
                <a:solidFill>
                  <a:srgbClr val="000000"/>
                </a:solidFill>
                <a:latin typeface="+mn-ea"/>
              </a:rPr>
              <a:t>intent</a:t>
            </a:r>
            <a:r>
              <a:rPr kumimoji="0" lang="ko-KR" altLang="ko-KR" sz="1600" b="0" i="0" u="none" strike="noStrike" cap="none" normalizeH="0" baseline="0" dirty="0" smtClean="0">
                <a:ln>
                  <a:noFill/>
                </a:ln>
                <a:solidFill>
                  <a:srgbClr val="000000"/>
                </a:solidFill>
                <a:effectLst/>
                <a:latin typeface="+mn-ea"/>
              </a:rPr>
              <a:t>)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r>
              <a:rPr kumimoji="0" lang="ko-KR" altLang="ko-KR" sz="1600" b="1" i="0" u="none" strike="noStrike" cap="none" normalizeH="0" baseline="0" dirty="0" smtClean="0">
                <a:ln>
                  <a:noFill/>
                </a:ln>
                <a:solidFill>
                  <a:srgbClr val="000080"/>
                </a:solidFill>
                <a:effectLst/>
                <a:latin typeface="+mn-ea"/>
              </a:rPr>
              <a:t>return </a:t>
            </a:r>
            <a:r>
              <a:rPr kumimoji="0" lang="ko-KR" altLang="ko-KR" sz="1600" b="1" i="0" u="none" strike="noStrike" cap="none" normalizeH="0" baseline="0" dirty="0" smtClean="0">
                <a:ln>
                  <a:noFill/>
                </a:ln>
                <a:solidFill>
                  <a:srgbClr val="008000"/>
                </a:solidFill>
                <a:effectLst/>
                <a:latin typeface="+mn-ea"/>
              </a:rPr>
              <a:t>mBinder</a:t>
            </a:r>
            <a:r>
              <a:rPr kumimoji="0" lang="ko-KR" altLang="ko-KR" sz="1600" b="0" i="0" u="none" strike="noStrike" cap="none" normalizeH="0" baseline="0" dirty="0" smtClean="0">
                <a:ln>
                  <a:noFill/>
                </a:ln>
                <a:solidFill>
                  <a:srgbClr val="000000"/>
                </a:solidFill>
                <a:effectLst/>
                <a:latin typeface="+mn-ea"/>
              </a:rPr>
              <a:t>;</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r>
              <a:rPr kumimoji="0" lang="ko-KR" altLang="ko-KR" sz="1600" b="0" i="0" u="none" strike="noStrike" cap="none" normalizeH="0" baseline="0" dirty="0" smtClean="0">
                <a:ln>
                  <a:noFill/>
                </a:ln>
                <a:solidFill>
                  <a:srgbClr val="808000"/>
                </a:solidFill>
                <a:effectLst/>
                <a:latin typeface="+mn-ea"/>
              </a:rPr>
              <a:t>@Override</a:t>
            </a:r>
            <a:br>
              <a:rPr kumimoji="0" lang="ko-KR" altLang="ko-KR" sz="1600" b="0" i="0" u="none" strike="noStrike" cap="none" normalizeH="0" baseline="0" dirty="0" smtClean="0">
                <a:ln>
                  <a:noFill/>
                </a:ln>
                <a:solidFill>
                  <a:srgbClr val="808000"/>
                </a:solidFill>
                <a:effectLst/>
                <a:latin typeface="+mn-ea"/>
              </a:rPr>
            </a:br>
            <a:r>
              <a:rPr kumimoji="0" lang="ko-KR" altLang="ko-KR" sz="1600" b="0" i="0" u="none" strike="noStrike" cap="none" normalizeH="0" baseline="0" dirty="0" smtClean="0">
                <a:ln>
                  <a:noFill/>
                </a:ln>
                <a:solidFill>
                  <a:srgbClr val="808000"/>
                </a:solidFill>
                <a:effectLst/>
                <a:latin typeface="+mn-ea"/>
              </a:rPr>
              <a:t>    </a:t>
            </a:r>
            <a:r>
              <a:rPr kumimoji="0" lang="ko-KR" altLang="ko-KR" sz="1600" b="1" i="0" u="none" strike="noStrike" cap="none" normalizeH="0" baseline="0" dirty="0" smtClean="0">
                <a:ln>
                  <a:noFill/>
                </a:ln>
                <a:solidFill>
                  <a:srgbClr val="000080"/>
                </a:solidFill>
                <a:effectLst/>
                <a:latin typeface="+mn-ea"/>
              </a:rPr>
              <a:t>public void </a:t>
            </a:r>
            <a:r>
              <a:rPr kumimoji="0" lang="ko-KR" altLang="ko-KR" sz="1600" b="0" i="0" u="none" strike="noStrike" cap="none" normalizeH="0" baseline="0" dirty="0" smtClean="0">
                <a:ln>
                  <a:noFill/>
                </a:ln>
                <a:solidFill>
                  <a:srgbClr val="000000"/>
                </a:solidFill>
                <a:effectLst/>
                <a:latin typeface="+mn-ea"/>
              </a:rPr>
              <a:t>onDestroy()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r>
              <a:rPr kumimoji="0" lang="ko-KR" altLang="ko-KR" sz="1600" b="1" i="0" u="none" strike="noStrike" cap="none" normalizeH="0" baseline="0" dirty="0" smtClean="0">
                <a:ln>
                  <a:noFill/>
                </a:ln>
                <a:solidFill>
                  <a:srgbClr val="000080"/>
                </a:solidFill>
                <a:effectLst/>
                <a:latin typeface="+mn-ea"/>
              </a:rPr>
              <a:t>super</a:t>
            </a:r>
            <a:r>
              <a:rPr kumimoji="0" lang="ko-KR" altLang="ko-KR" sz="1600" b="0" i="0" u="none" strike="noStrike" cap="none" normalizeH="0" baseline="0" dirty="0" smtClean="0">
                <a:ln>
                  <a:noFill/>
                </a:ln>
                <a:solidFill>
                  <a:srgbClr val="000000"/>
                </a:solidFill>
                <a:effectLst/>
                <a:latin typeface="+mn-ea"/>
              </a:rPr>
              <a:t>.onDestroy();</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br>
              <a:rPr kumimoji="0" lang="ko-KR" altLang="ko-KR" sz="1600" b="0" i="0" u="none" strike="noStrike" cap="none" normalizeH="0" baseline="0" dirty="0" smtClean="0">
                <a:ln>
                  <a:noFill/>
                </a:ln>
                <a:solidFill>
                  <a:srgbClr val="000000"/>
                </a:solidFill>
                <a:effectLst/>
                <a:latin typeface="+mn-ea"/>
              </a:rPr>
            </a:br>
            <a:endParaRPr kumimoji="0" lang="ko-KR" altLang="ko-KR" sz="4000" b="0" i="0" u="none" strike="noStrike" cap="none" normalizeH="0" baseline="0" dirty="0" smtClean="0">
              <a:ln>
                <a:noFill/>
              </a:ln>
              <a:solidFill>
                <a:schemeClr val="tx1"/>
              </a:solidFill>
              <a:effectLst/>
              <a:latin typeface="+mn-ea"/>
            </a:endParaRPr>
          </a:p>
        </p:txBody>
      </p:sp>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29</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a:t>Remote Call Interface</a:t>
            </a:r>
            <a:endParaRPr lang="ko-KR" altLang="en-US" dirty="0"/>
          </a:p>
        </p:txBody>
      </p:sp>
      <p:sp>
        <p:nvSpPr>
          <p:cNvPr id="7" name="TextBox 6"/>
          <p:cNvSpPr txBox="1"/>
          <p:nvPr/>
        </p:nvSpPr>
        <p:spPr>
          <a:xfrm>
            <a:off x="697230" y="1478835"/>
            <a:ext cx="2067746" cy="707886"/>
          </a:xfrm>
          <a:prstGeom prst="rect">
            <a:avLst/>
          </a:prstGeom>
          <a:noFill/>
        </p:spPr>
        <p:txBody>
          <a:bodyPr wrap="none" rtlCol="0">
            <a:spAutoFit/>
          </a:bodyPr>
          <a:lstStyle/>
          <a:p>
            <a:r>
              <a:rPr lang="en-US" altLang="ko-KR" sz="2000" b="1" dirty="0" smtClean="0">
                <a:solidFill>
                  <a:prstClr val="black"/>
                </a:solidFill>
              </a:rPr>
              <a:t>RemoteTest_1</a:t>
            </a:r>
          </a:p>
          <a:p>
            <a:r>
              <a:rPr lang="en-US" altLang="ko-KR" sz="2000" dirty="0" smtClean="0">
                <a:solidFill>
                  <a:prstClr val="black"/>
                </a:solidFill>
              </a:rPr>
              <a:t>RemoteCalc.java</a:t>
            </a:r>
            <a:endParaRPr lang="ko-KR" altLang="en-US" sz="2000" dirty="0">
              <a:solidFill>
                <a:prstClr val="black"/>
              </a:solidFill>
            </a:endParaRPr>
          </a:p>
        </p:txBody>
      </p:sp>
    </p:spTree>
    <p:extLst>
      <p:ext uri="{BB962C8B-B14F-4D97-AF65-F5344CB8AC3E}">
        <p14:creationId xmlns:p14="http://schemas.microsoft.com/office/powerpoint/2010/main" val="90424309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30</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a:t>Remote Call Interface</a:t>
            </a:r>
            <a:endParaRPr lang="ko-KR" altLang="en-US" dirty="0"/>
          </a:p>
        </p:txBody>
      </p:sp>
      <p:sp>
        <p:nvSpPr>
          <p:cNvPr id="7" name="TextBox 6"/>
          <p:cNvSpPr txBox="1"/>
          <p:nvPr/>
        </p:nvSpPr>
        <p:spPr>
          <a:xfrm>
            <a:off x="697230" y="1438804"/>
            <a:ext cx="2067746" cy="707886"/>
          </a:xfrm>
          <a:prstGeom prst="rect">
            <a:avLst/>
          </a:prstGeom>
          <a:noFill/>
        </p:spPr>
        <p:txBody>
          <a:bodyPr wrap="none" rtlCol="0">
            <a:spAutoFit/>
          </a:bodyPr>
          <a:lstStyle/>
          <a:p>
            <a:r>
              <a:rPr lang="en-US" altLang="ko-KR" sz="2000" b="1" dirty="0" smtClean="0">
                <a:solidFill>
                  <a:prstClr val="black"/>
                </a:solidFill>
              </a:rPr>
              <a:t>RemoteTest_1</a:t>
            </a:r>
          </a:p>
          <a:p>
            <a:r>
              <a:rPr lang="en-US" altLang="ko-KR" sz="2000" dirty="0" smtClean="0">
                <a:solidFill>
                  <a:prstClr val="black"/>
                </a:solidFill>
              </a:rPr>
              <a:t>RemoteCalc.java</a:t>
            </a:r>
            <a:endParaRPr lang="ko-KR" altLang="en-US" sz="2000" dirty="0">
              <a:solidFill>
                <a:prstClr val="black"/>
              </a:solidFill>
            </a:endParaRPr>
          </a:p>
        </p:txBody>
      </p:sp>
      <p:sp>
        <p:nvSpPr>
          <p:cNvPr id="6" name="Rectangle 2"/>
          <p:cNvSpPr>
            <a:spLocks noChangeArrowheads="1"/>
          </p:cNvSpPr>
          <p:nvPr/>
        </p:nvSpPr>
        <p:spPr bwMode="auto">
          <a:xfrm>
            <a:off x="1313793" y="2476690"/>
            <a:ext cx="6516414" cy="3046988"/>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smtClean="0">
                <a:ln>
                  <a:noFill/>
                </a:ln>
                <a:solidFill>
                  <a:srgbClr val="000000"/>
                </a:solidFill>
                <a:effectLst/>
                <a:latin typeface="+mn-ea"/>
              </a:rPr>
              <a:t>    ICalc.Stub </a:t>
            </a:r>
            <a:r>
              <a:rPr kumimoji="0" lang="ko-KR" altLang="ko-KR" sz="1600" b="1" i="0" u="none" strike="noStrike" cap="none" normalizeH="0" baseline="0" dirty="0" smtClean="0">
                <a:ln>
                  <a:noFill/>
                </a:ln>
                <a:solidFill>
                  <a:srgbClr val="008000"/>
                </a:solidFill>
                <a:effectLst/>
                <a:latin typeface="+mn-ea"/>
              </a:rPr>
              <a:t>mBinder</a:t>
            </a:r>
            <a:r>
              <a:rPr kumimoji="0" lang="ko-KR" altLang="ko-KR" sz="1600" b="1" i="0" u="none" strike="noStrike" cap="none" normalizeH="0" baseline="0" dirty="0" smtClean="0">
                <a:ln>
                  <a:noFill/>
                </a:ln>
                <a:solidFill>
                  <a:srgbClr val="00B0F0"/>
                </a:solidFill>
                <a:effectLst/>
                <a:latin typeface="+mn-ea"/>
              </a:rPr>
              <a:t> </a:t>
            </a:r>
            <a:r>
              <a:rPr kumimoji="0" lang="ko-KR" altLang="ko-KR" sz="1600" b="0" i="0" u="none" strike="noStrike" cap="none" normalizeH="0" baseline="0" dirty="0" smtClean="0">
                <a:ln>
                  <a:noFill/>
                </a:ln>
                <a:solidFill>
                  <a:srgbClr val="000000"/>
                </a:solidFill>
                <a:effectLst/>
                <a:latin typeface="+mn-ea"/>
              </a:rPr>
              <a:t>= </a:t>
            </a:r>
            <a:r>
              <a:rPr kumimoji="0" lang="ko-KR" altLang="ko-KR" sz="1600" b="1" i="0" u="none" strike="noStrike" cap="none" normalizeH="0" baseline="0" dirty="0" smtClean="0">
                <a:ln>
                  <a:noFill/>
                </a:ln>
                <a:solidFill>
                  <a:srgbClr val="FF0000"/>
                </a:solidFill>
                <a:effectLst/>
                <a:latin typeface="+mn-ea"/>
              </a:rPr>
              <a:t>new ICalc.Stub() </a:t>
            </a:r>
            <a:r>
              <a:rPr kumimoji="0" lang="ko-KR" altLang="ko-KR" sz="1600" b="0" i="0" u="none" strike="noStrike" cap="none" normalizeH="0" baseline="0" dirty="0" smtClean="0">
                <a:ln>
                  <a:noFill/>
                </a:ln>
                <a:solidFill>
                  <a:srgbClr val="000000"/>
                </a:solidFill>
                <a:effectLst/>
                <a:latin typeface="+mn-ea"/>
              </a:rPr>
              <a:t>{</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r>
              <a:rPr kumimoji="0" lang="ko-KR" altLang="ko-KR" sz="1600" b="0" i="0" u="none" strike="noStrike" cap="none" normalizeH="0" baseline="0" dirty="0" smtClean="0">
                <a:ln>
                  <a:noFill/>
                </a:ln>
                <a:solidFill>
                  <a:srgbClr val="808000"/>
                </a:solidFill>
                <a:effectLst/>
                <a:latin typeface="+mn-ea"/>
              </a:rPr>
              <a:t>@Override</a:t>
            </a:r>
            <a:br>
              <a:rPr kumimoji="0" lang="ko-KR" altLang="ko-KR" sz="1600" b="0" i="0" u="none" strike="noStrike" cap="none" normalizeH="0" baseline="0" dirty="0" smtClean="0">
                <a:ln>
                  <a:noFill/>
                </a:ln>
                <a:solidFill>
                  <a:srgbClr val="808000"/>
                </a:solidFill>
                <a:effectLst/>
                <a:latin typeface="+mn-ea"/>
              </a:rPr>
            </a:br>
            <a:r>
              <a:rPr kumimoji="0" lang="ko-KR" altLang="ko-KR" sz="1600" b="0" i="0" u="none" strike="noStrike" cap="none" normalizeH="0" baseline="0" dirty="0" smtClean="0">
                <a:ln>
                  <a:noFill/>
                </a:ln>
                <a:solidFill>
                  <a:srgbClr val="808000"/>
                </a:solidFill>
                <a:effectLst/>
                <a:latin typeface="+mn-ea"/>
              </a:rPr>
              <a:t>        </a:t>
            </a:r>
            <a:r>
              <a:rPr kumimoji="0" lang="ko-KR" altLang="ko-KR" sz="1600" b="1" i="0" u="none" strike="noStrike" cap="none" normalizeH="0" baseline="0" dirty="0" smtClean="0">
                <a:ln>
                  <a:noFill/>
                </a:ln>
                <a:solidFill>
                  <a:srgbClr val="000080"/>
                </a:solidFill>
                <a:effectLst/>
                <a:latin typeface="+mn-ea"/>
              </a:rPr>
              <a:t>public int </a:t>
            </a:r>
            <a:r>
              <a:rPr kumimoji="0" lang="ko-KR" altLang="ko-KR" sz="1600" b="1" i="0" u="none" strike="noStrike" cap="none" normalizeH="0" baseline="0" dirty="0" smtClean="0">
                <a:ln>
                  <a:noFill/>
                </a:ln>
                <a:solidFill>
                  <a:srgbClr val="00B0F0"/>
                </a:solidFill>
                <a:effectLst/>
                <a:latin typeface="+mn-ea"/>
              </a:rPr>
              <a:t>multiply</a:t>
            </a:r>
            <a:r>
              <a:rPr kumimoji="0" lang="ko-KR" altLang="ko-KR" sz="1600" b="0" i="0" u="none" strike="noStrike" cap="none" normalizeH="0" baseline="0" dirty="0" smtClean="0">
                <a:ln>
                  <a:noFill/>
                </a:ln>
                <a:solidFill>
                  <a:srgbClr val="000000"/>
                </a:solidFill>
                <a:effectLst/>
                <a:latin typeface="+mn-ea"/>
              </a:rPr>
              <a:t>(</a:t>
            </a:r>
            <a:r>
              <a:rPr kumimoji="0" lang="ko-KR" altLang="ko-KR" sz="1600" b="1" i="0" u="none" strike="noStrike" cap="none" normalizeH="0" baseline="0" dirty="0" smtClean="0">
                <a:ln>
                  <a:noFill/>
                </a:ln>
                <a:solidFill>
                  <a:srgbClr val="000080"/>
                </a:solidFill>
                <a:effectLst/>
                <a:latin typeface="+mn-ea"/>
              </a:rPr>
              <a:t>int </a:t>
            </a:r>
            <a:r>
              <a:rPr kumimoji="0" lang="ko-KR" altLang="ko-KR" sz="1600" b="0" i="0" u="none" strike="noStrike" cap="none" normalizeH="0" baseline="0" dirty="0" smtClean="0">
                <a:ln>
                  <a:noFill/>
                </a:ln>
                <a:solidFill>
                  <a:srgbClr val="000000"/>
                </a:solidFill>
                <a:effectLst/>
                <a:latin typeface="+mn-ea"/>
              </a:rPr>
              <a:t>a, </a:t>
            </a:r>
            <a:r>
              <a:rPr kumimoji="0" lang="ko-KR" altLang="ko-KR" sz="1600" b="1" i="0" u="none" strike="noStrike" cap="none" normalizeH="0" baseline="0" dirty="0" smtClean="0">
                <a:ln>
                  <a:noFill/>
                </a:ln>
                <a:solidFill>
                  <a:srgbClr val="000080"/>
                </a:solidFill>
                <a:effectLst/>
                <a:latin typeface="+mn-ea"/>
              </a:rPr>
              <a:t>int </a:t>
            </a:r>
            <a:r>
              <a:rPr kumimoji="0" lang="ko-KR" altLang="ko-KR" sz="1600" b="0" i="0" u="none" strike="noStrike" cap="none" normalizeH="0" baseline="0" dirty="0" smtClean="0">
                <a:ln>
                  <a:noFill/>
                </a:ln>
                <a:solidFill>
                  <a:srgbClr val="000000"/>
                </a:solidFill>
                <a:effectLst/>
                <a:latin typeface="+mn-ea"/>
              </a:rPr>
              <a:t>b) </a:t>
            </a:r>
            <a:r>
              <a:rPr kumimoji="0" lang="ko-KR" altLang="ko-KR" sz="1600" b="1" i="0" u="none" strike="noStrike" cap="none" normalizeH="0" baseline="0" dirty="0" smtClean="0">
                <a:ln>
                  <a:noFill/>
                </a:ln>
                <a:solidFill>
                  <a:srgbClr val="000080"/>
                </a:solidFill>
                <a:effectLst/>
                <a:latin typeface="+mn-ea"/>
              </a:rPr>
              <a:t>throws </a:t>
            </a:r>
            <a:r>
              <a:rPr kumimoji="0" lang="ko-KR" altLang="ko-KR" sz="1600" b="0" i="0" u="none" strike="noStrike" cap="none" normalizeH="0" baseline="0" dirty="0" smtClean="0">
                <a:ln>
                  <a:noFill/>
                </a:ln>
                <a:solidFill>
                  <a:srgbClr val="000000"/>
                </a:solidFill>
                <a:effectLst/>
                <a:latin typeface="+mn-ea"/>
              </a:rPr>
              <a:t>RemoteException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r>
              <a:rPr kumimoji="0" lang="ko-KR" altLang="ko-KR" sz="1600" b="1" i="0" u="none" strike="noStrike" cap="none" normalizeH="0" baseline="0" dirty="0" smtClean="0">
                <a:ln>
                  <a:noFill/>
                </a:ln>
                <a:solidFill>
                  <a:srgbClr val="000080"/>
                </a:solidFill>
                <a:effectLst/>
                <a:latin typeface="+mn-ea"/>
              </a:rPr>
              <a:t>return </a:t>
            </a:r>
            <a:r>
              <a:rPr kumimoji="0" lang="ko-KR" altLang="ko-KR" sz="1600" b="0" i="0" u="none" strike="noStrike" cap="none" normalizeH="0" baseline="0" dirty="0" smtClean="0">
                <a:ln>
                  <a:noFill/>
                </a:ln>
                <a:solidFill>
                  <a:srgbClr val="000000"/>
                </a:solidFill>
                <a:effectLst/>
                <a:latin typeface="+mn-ea"/>
              </a:rPr>
              <a:t>(a * b);</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r>
              <a:rPr kumimoji="0" lang="ko-KR" altLang="ko-KR" sz="1600" b="0" i="0" u="none" strike="noStrike" cap="none" normalizeH="0" baseline="0" dirty="0" smtClean="0">
                <a:ln>
                  <a:noFill/>
                </a:ln>
                <a:solidFill>
                  <a:srgbClr val="808000"/>
                </a:solidFill>
                <a:effectLst/>
                <a:latin typeface="+mn-ea"/>
              </a:rPr>
              <a:t>@Override</a:t>
            </a:r>
            <a:br>
              <a:rPr kumimoji="0" lang="ko-KR" altLang="ko-KR" sz="1600" b="0" i="0" u="none" strike="noStrike" cap="none" normalizeH="0" baseline="0" dirty="0" smtClean="0">
                <a:ln>
                  <a:noFill/>
                </a:ln>
                <a:solidFill>
                  <a:srgbClr val="808000"/>
                </a:solidFill>
                <a:effectLst/>
                <a:latin typeface="+mn-ea"/>
              </a:rPr>
            </a:br>
            <a:r>
              <a:rPr kumimoji="0" lang="ko-KR" altLang="ko-KR" sz="1600" b="0" i="0" u="none" strike="noStrike" cap="none" normalizeH="0" baseline="0" dirty="0" smtClean="0">
                <a:ln>
                  <a:noFill/>
                </a:ln>
                <a:solidFill>
                  <a:srgbClr val="808000"/>
                </a:solidFill>
                <a:effectLst/>
                <a:latin typeface="+mn-ea"/>
              </a:rPr>
              <a:t>        </a:t>
            </a:r>
            <a:r>
              <a:rPr kumimoji="0" lang="ko-KR" altLang="ko-KR" sz="1600" b="1" i="0" u="none" strike="noStrike" cap="none" normalizeH="0" baseline="0" dirty="0" smtClean="0">
                <a:ln>
                  <a:noFill/>
                </a:ln>
                <a:solidFill>
                  <a:srgbClr val="000080"/>
                </a:solidFill>
                <a:effectLst/>
                <a:latin typeface="+mn-ea"/>
              </a:rPr>
              <a:t>public int </a:t>
            </a:r>
            <a:r>
              <a:rPr kumimoji="0" lang="ko-KR" altLang="ko-KR" sz="1600" b="1" i="0" u="none" strike="noStrike" cap="none" normalizeH="0" baseline="0" dirty="0" smtClean="0">
                <a:ln>
                  <a:noFill/>
                </a:ln>
                <a:solidFill>
                  <a:srgbClr val="00B0F0"/>
                </a:solidFill>
                <a:effectLst/>
                <a:latin typeface="+mn-ea"/>
              </a:rPr>
              <a:t>add</a:t>
            </a:r>
            <a:r>
              <a:rPr kumimoji="0" lang="ko-KR" altLang="ko-KR" sz="1600" b="0" i="0" u="none" strike="noStrike" cap="none" normalizeH="0" baseline="0" dirty="0" smtClean="0">
                <a:ln>
                  <a:noFill/>
                </a:ln>
                <a:solidFill>
                  <a:srgbClr val="000000"/>
                </a:solidFill>
                <a:effectLst/>
                <a:latin typeface="+mn-ea"/>
              </a:rPr>
              <a:t>(</a:t>
            </a:r>
            <a:r>
              <a:rPr kumimoji="0" lang="ko-KR" altLang="ko-KR" sz="1600" b="1" i="0" u="none" strike="noStrike" cap="none" normalizeH="0" baseline="0" dirty="0" smtClean="0">
                <a:ln>
                  <a:noFill/>
                </a:ln>
                <a:solidFill>
                  <a:srgbClr val="000080"/>
                </a:solidFill>
                <a:effectLst/>
                <a:latin typeface="+mn-ea"/>
              </a:rPr>
              <a:t>int </a:t>
            </a:r>
            <a:r>
              <a:rPr kumimoji="0" lang="ko-KR" altLang="ko-KR" sz="1600" b="0" i="0" u="none" strike="noStrike" cap="none" normalizeH="0" baseline="0" dirty="0" smtClean="0">
                <a:ln>
                  <a:noFill/>
                </a:ln>
                <a:solidFill>
                  <a:srgbClr val="000000"/>
                </a:solidFill>
                <a:effectLst/>
                <a:latin typeface="+mn-ea"/>
              </a:rPr>
              <a:t>a, </a:t>
            </a:r>
            <a:r>
              <a:rPr kumimoji="0" lang="ko-KR" altLang="ko-KR" sz="1600" b="1" i="0" u="none" strike="noStrike" cap="none" normalizeH="0" baseline="0" dirty="0" smtClean="0">
                <a:ln>
                  <a:noFill/>
                </a:ln>
                <a:solidFill>
                  <a:srgbClr val="000080"/>
                </a:solidFill>
                <a:effectLst/>
                <a:latin typeface="+mn-ea"/>
              </a:rPr>
              <a:t>int </a:t>
            </a:r>
            <a:r>
              <a:rPr kumimoji="0" lang="ko-KR" altLang="ko-KR" sz="1600" b="0" i="0" u="none" strike="noStrike" cap="none" normalizeH="0" baseline="0" dirty="0" smtClean="0">
                <a:ln>
                  <a:noFill/>
                </a:ln>
                <a:solidFill>
                  <a:srgbClr val="000000"/>
                </a:solidFill>
                <a:effectLst/>
                <a:latin typeface="+mn-ea"/>
              </a:rPr>
              <a:t>b) </a:t>
            </a:r>
            <a:r>
              <a:rPr kumimoji="0" lang="ko-KR" altLang="ko-KR" sz="1600" b="1" i="0" u="none" strike="noStrike" cap="none" normalizeH="0" baseline="0" dirty="0" smtClean="0">
                <a:ln>
                  <a:noFill/>
                </a:ln>
                <a:solidFill>
                  <a:srgbClr val="000080"/>
                </a:solidFill>
                <a:effectLst/>
                <a:latin typeface="+mn-ea"/>
              </a:rPr>
              <a:t>throws </a:t>
            </a:r>
            <a:r>
              <a:rPr kumimoji="0" lang="ko-KR" altLang="ko-KR" sz="1600" b="0" i="0" u="none" strike="noStrike" cap="none" normalizeH="0" baseline="0" dirty="0" smtClean="0">
                <a:ln>
                  <a:noFill/>
                </a:ln>
                <a:solidFill>
                  <a:srgbClr val="000000"/>
                </a:solidFill>
                <a:effectLst/>
                <a:latin typeface="+mn-ea"/>
              </a:rPr>
              <a:t>RemoteException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r>
              <a:rPr kumimoji="0" lang="ko-KR" altLang="ko-KR" sz="1600" b="1" i="0" u="none" strike="noStrike" cap="none" normalizeH="0" baseline="0" dirty="0" smtClean="0">
                <a:ln>
                  <a:noFill/>
                </a:ln>
                <a:solidFill>
                  <a:srgbClr val="000080"/>
                </a:solidFill>
                <a:effectLst/>
                <a:latin typeface="+mn-ea"/>
              </a:rPr>
              <a:t>return </a:t>
            </a:r>
            <a:r>
              <a:rPr kumimoji="0" lang="ko-KR" altLang="ko-KR" sz="1600" b="0" i="0" u="none" strike="noStrike" cap="none" normalizeH="0" baseline="0" dirty="0" smtClean="0">
                <a:ln>
                  <a:noFill/>
                </a:ln>
                <a:solidFill>
                  <a:srgbClr val="000000"/>
                </a:solidFill>
                <a:effectLst/>
                <a:latin typeface="+mn-ea"/>
              </a:rPr>
              <a:t>(a + b);</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    };</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a:t>
            </a:r>
            <a:endParaRPr kumimoji="0" lang="ko-KR" altLang="ko-KR" sz="1600" b="0" i="0" u="none" strike="noStrike" cap="none" normalizeH="0" baseline="0" dirty="0" smtClean="0">
              <a:ln>
                <a:noFill/>
              </a:ln>
              <a:solidFill>
                <a:schemeClr val="tx1"/>
              </a:solidFill>
              <a:effectLst/>
              <a:latin typeface="+mn-ea"/>
            </a:endParaRPr>
          </a:p>
        </p:txBody>
      </p:sp>
      <p:sp>
        <p:nvSpPr>
          <p:cNvPr id="8" name="TextBox 7"/>
          <p:cNvSpPr txBox="1"/>
          <p:nvPr/>
        </p:nvSpPr>
        <p:spPr>
          <a:xfrm>
            <a:off x="4937967" y="1438804"/>
            <a:ext cx="4206033" cy="738664"/>
          </a:xfrm>
          <a:prstGeom prst="rect">
            <a:avLst/>
          </a:prstGeom>
          <a:solidFill>
            <a:schemeClr val="bg1"/>
          </a:solidFill>
        </p:spPr>
        <p:txBody>
          <a:bodyPr wrap="square" rtlCol="0">
            <a:spAutoFit/>
          </a:bodyPr>
          <a:lstStyle/>
          <a:p>
            <a:r>
              <a:rPr lang="en-US" altLang="ko-KR" sz="1400" b="1" dirty="0" err="1" smtClean="0"/>
              <a:t>ICalc</a:t>
            </a:r>
            <a:r>
              <a:rPr lang="en-US" altLang="ko-KR" sz="1400" b="1" dirty="0" smtClean="0"/>
              <a:t> </a:t>
            </a:r>
            <a:r>
              <a:rPr lang="ko-KR" altLang="en-US" sz="1400" b="1" dirty="0" smtClean="0"/>
              <a:t>부분에서 </a:t>
            </a:r>
            <a:r>
              <a:rPr lang="ko-KR" altLang="en-US" sz="1400" b="1" dirty="0" err="1" smtClean="0"/>
              <a:t>빨간줄이</a:t>
            </a:r>
            <a:r>
              <a:rPr lang="ko-KR" altLang="en-US" sz="1400" b="1" dirty="0" smtClean="0"/>
              <a:t> 뜨면서 인식을 하지 못한다면 </a:t>
            </a:r>
            <a:r>
              <a:rPr lang="en-US" altLang="ko-KR" sz="1400" b="1" dirty="0" smtClean="0"/>
              <a:t>[</a:t>
            </a:r>
            <a:r>
              <a:rPr lang="ko-KR" altLang="en-US" sz="1400" b="1" dirty="0" smtClean="0"/>
              <a:t>메뉴</a:t>
            </a:r>
            <a:r>
              <a:rPr lang="en-US" altLang="ko-KR" sz="1400" b="1" dirty="0" smtClean="0"/>
              <a:t>]</a:t>
            </a:r>
            <a:r>
              <a:rPr lang="ko-KR" altLang="en-US" sz="1400" b="1" dirty="0" smtClean="0"/>
              <a:t>에서 </a:t>
            </a:r>
            <a:r>
              <a:rPr lang="en-US" altLang="ko-KR" sz="1400" b="1" dirty="0" smtClean="0">
                <a:solidFill>
                  <a:srgbClr val="00B0F0"/>
                </a:solidFill>
              </a:rPr>
              <a:t>[Build]-&gt;[Clean project]</a:t>
            </a:r>
            <a:r>
              <a:rPr lang="ko-KR" altLang="en-US" sz="1400" b="1" dirty="0" smtClean="0"/>
              <a:t>를 하면 정상적으로 인식함 </a:t>
            </a:r>
            <a:endParaRPr lang="ko-KR" altLang="en-US" sz="1400" b="1" dirty="0"/>
          </a:p>
        </p:txBody>
      </p:sp>
      <p:cxnSp>
        <p:nvCxnSpPr>
          <p:cNvPr id="9" name="직선 화살표 연결선 8"/>
          <p:cNvCxnSpPr/>
          <p:nvPr/>
        </p:nvCxnSpPr>
        <p:spPr>
          <a:xfrm flipH="1">
            <a:off x="4750676" y="2153799"/>
            <a:ext cx="1072055" cy="4107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388284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820406" y="2207347"/>
            <a:ext cx="4284994" cy="3539430"/>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smtClean="0">
                <a:ln>
                  <a:noFill/>
                </a:ln>
                <a:solidFill>
                  <a:srgbClr val="000000"/>
                </a:solidFill>
                <a:effectLst/>
                <a:latin typeface="+mn-ea"/>
              </a:rPr>
              <a:t>&lt;</a:t>
            </a:r>
            <a:r>
              <a:rPr kumimoji="0" lang="ko-KR" altLang="ko-KR" sz="1600" b="1" i="0" u="none" strike="noStrike" cap="none" normalizeH="0" baseline="0" dirty="0" smtClean="0">
                <a:ln>
                  <a:noFill/>
                </a:ln>
                <a:solidFill>
                  <a:srgbClr val="000080"/>
                </a:solidFill>
                <a:effectLst/>
                <a:latin typeface="+mn-ea"/>
              </a:rPr>
              <a:t>Button</a:t>
            </a:r>
            <a:br>
              <a:rPr kumimoji="0" lang="ko-KR" altLang="ko-KR" sz="1600" b="1" i="0" u="none" strike="noStrike" cap="none" normalizeH="0" baseline="0" dirty="0" smtClean="0">
                <a:ln>
                  <a:noFill/>
                </a:ln>
                <a:solidFill>
                  <a:srgbClr val="000080"/>
                </a:solidFill>
                <a:effectLst/>
                <a:latin typeface="+mn-ea"/>
              </a:rPr>
            </a:br>
            <a:r>
              <a:rPr kumimoji="0" lang="ko-KR" altLang="ko-KR" sz="1600" b="1" i="0" u="none" strike="noStrike" cap="none" normalizeH="0" baseline="0" dirty="0" smtClean="0">
                <a:ln>
                  <a:noFill/>
                </a:ln>
                <a:solidFill>
                  <a:srgbClr val="00008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:id=</a:t>
            </a:r>
            <a:r>
              <a:rPr kumimoji="0" lang="ko-KR" altLang="ko-KR" sz="1600" b="1" i="0" u="none" strike="noStrike" cap="none" normalizeH="0" baseline="0" dirty="0" smtClean="0">
                <a:ln>
                  <a:noFill/>
                </a:ln>
                <a:solidFill>
                  <a:srgbClr val="008000"/>
                </a:solidFill>
                <a:effectLst/>
                <a:latin typeface="+mn-ea"/>
              </a:rPr>
              <a:t>"@+id/button1"</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:text=</a:t>
            </a:r>
            <a:r>
              <a:rPr kumimoji="0" lang="ko-KR" altLang="ko-KR" sz="1600" b="1" i="0" u="none" strike="noStrike" cap="none" normalizeH="0" baseline="0" dirty="0" smtClean="0">
                <a:ln>
                  <a:noFill/>
                </a:ln>
                <a:solidFill>
                  <a:srgbClr val="008000"/>
                </a:solidFill>
                <a:effectLst/>
                <a:latin typeface="+mn-ea"/>
              </a:rPr>
              <a:t>"원격 더하기 (11+6)"</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:layout_width=</a:t>
            </a:r>
            <a:r>
              <a:rPr kumimoji="0" lang="ko-KR" altLang="ko-KR" sz="1600" b="1" i="0" u="none" strike="noStrike" cap="none" normalizeH="0" baseline="0" dirty="0" smtClean="0">
                <a:ln>
                  <a:noFill/>
                </a:ln>
                <a:solidFill>
                  <a:srgbClr val="008000"/>
                </a:solidFill>
                <a:effectLst/>
                <a:latin typeface="+mn-ea"/>
              </a:rPr>
              <a:t>"match_parent"</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:layout_height=</a:t>
            </a:r>
            <a:r>
              <a:rPr kumimoji="0" lang="ko-KR" altLang="ko-KR" sz="1600" b="1" i="0" u="none" strike="noStrike" cap="none" normalizeH="0" baseline="0" dirty="0" smtClean="0">
                <a:ln>
                  <a:noFill/>
                </a:ln>
                <a:solidFill>
                  <a:srgbClr val="008000"/>
                </a:solidFill>
                <a:effectLst/>
                <a:latin typeface="+mn-ea"/>
              </a:rPr>
              <a:t>"wrap_content"</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:onClick=</a:t>
            </a:r>
            <a:r>
              <a:rPr kumimoji="0" lang="ko-KR" altLang="ko-KR" sz="1600" b="1" i="0" u="none" strike="noStrike" cap="none" normalizeH="0" baseline="0" dirty="0" smtClean="0">
                <a:ln>
                  <a:noFill/>
                </a:ln>
                <a:solidFill>
                  <a:srgbClr val="008000"/>
                </a:solidFill>
                <a:effectLst/>
                <a:latin typeface="+mn-ea"/>
              </a:rPr>
              <a:t>"callRemoteAdd"</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0" i="0" u="none" strike="noStrike" cap="none" normalizeH="0" baseline="0" dirty="0" smtClean="0">
                <a:ln>
                  <a:noFill/>
                </a:ln>
                <a:solidFill>
                  <a:srgbClr val="000000"/>
                </a:solidFill>
                <a:effectLst/>
                <a:latin typeface="+mn-ea"/>
              </a:rPr>
              <a:t>/&gt;</a:t>
            </a:r>
            <a:br>
              <a:rPr kumimoji="0" lang="ko-KR" altLang="ko-KR" sz="1600" b="0" i="0" u="none" strike="noStrike" cap="none" normalizeH="0" baseline="0" dirty="0" smtClean="0">
                <a:ln>
                  <a:noFill/>
                </a:ln>
                <a:solidFill>
                  <a:srgbClr val="000000"/>
                </a:solidFill>
                <a:effectLst/>
                <a:latin typeface="+mn-ea"/>
              </a:rPr>
            </a:br>
            <a:r>
              <a:rPr kumimoji="0" lang="ko-KR" altLang="ko-KR" sz="1600" b="0" i="0" u="none" strike="noStrike" cap="none" normalizeH="0" baseline="0" dirty="0" smtClean="0">
                <a:ln>
                  <a:noFill/>
                </a:ln>
                <a:solidFill>
                  <a:srgbClr val="000000"/>
                </a:solidFill>
                <a:effectLst/>
                <a:latin typeface="+mn-ea"/>
              </a:rPr>
              <a:t>&lt;</a:t>
            </a:r>
            <a:r>
              <a:rPr kumimoji="0" lang="ko-KR" altLang="ko-KR" sz="1600" b="1" i="0" u="none" strike="noStrike" cap="none" normalizeH="0" baseline="0" dirty="0" smtClean="0">
                <a:ln>
                  <a:noFill/>
                </a:ln>
                <a:solidFill>
                  <a:srgbClr val="000080"/>
                </a:solidFill>
                <a:effectLst/>
                <a:latin typeface="+mn-ea"/>
              </a:rPr>
              <a:t>Button</a:t>
            </a:r>
            <a:br>
              <a:rPr kumimoji="0" lang="ko-KR" altLang="ko-KR" sz="1600" b="1" i="0" u="none" strike="noStrike" cap="none" normalizeH="0" baseline="0" dirty="0" smtClean="0">
                <a:ln>
                  <a:noFill/>
                </a:ln>
                <a:solidFill>
                  <a:srgbClr val="000080"/>
                </a:solidFill>
                <a:effectLst/>
                <a:latin typeface="+mn-ea"/>
              </a:rPr>
            </a:br>
            <a:r>
              <a:rPr kumimoji="0" lang="ko-KR" altLang="ko-KR" sz="1600" b="1" i="0" u="none" strike="noStrike" cap="none" normalizeH="0" baseline="0" dirty="0" smtClean="0">
                <a:ln>
                  <a:noFill/>
                </a:ln>
                <a:solidFill>
                  <a:srgbClr val="00008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:id=</a:t>
            </a:r>
            <a:r>
              <a:rPr kumimoji="0" lang="ko-KR" altLang="ko-KR" sz="1600" b="1" i="0" u="none" strike="noStrike" cap="none" normalizeH="0" baseline="0" dirty="0" smtClean="0">
                <a:ln>
                  <a:noFill/>
                </a:ln>
                <a:solidFill>
                  <a:srgbClr val="008000"/>
                </a:solidFill>
                <a:effectLst/>
                <a:latin typeface="+mn-ea"/>
              </a:rPr>
              <a:t>"@+id/button2"</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:text=</a:t>
            </a:r>
            <a:r>
              <a:rPr kumimoji="0" lang="ko-KR" altLang="ko-KR" sz="1600" b="1" i="0" u="none" strike="noStrike" cap="none" normalizeH="0" baseline="0" dirty="0" smtClean="0">
                <a:ln>
                  <a:noFill/>
                </a:ln>
                <a:solidFill>
                  <a:srgbClr val="008000"/>
                </a:solidFill>
                <a:effectLst/>
                <a:latin typeface="+mn-ea"/>
              </a:rPr>
              <a:t>"원격 곱하기 (11*6)"</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:layout_width=</a:t>
            </a:r>
            <a:r>
              <a:rPr kumimoji="0" lang="ko-KR" altLang="ko-KR" sz="1600" b="1" i="0" u="none" strike="noStrike" cap="none" normalizeH="0" baseline="0" dirty="0" smtClean="0">
                <a:ln>
                  <a:noFill/>
                </a:ln>
                <a:solidFill>
                  <a:srgbClr val="008000"/>
                </a:solidFill>
                <a:effectLst/>
                <a:latin typeface="+mn-ea"/>
              </a:rPr>
              <a:t>"match_parent"</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:layout_height=</a:t>
            </a:r>
            <a:r>
              <a:rPr kumimoji="0" lang="ko-KR" altLang="ko-KR" sz="1600" b="1" i="0" u="none" strike="noStrike" cap="none" normalizeH="0" baseline="0" dirty="0" smtClean="0">
                <a:ln>
                  <a:noFill/>
                </a:ln>
                <a:solidFill>
                  <a:srgbClr val="008000"/>
                </a:solidFill>
                <a:effectLst/>
                <a:latin typeface="+mn-ea"/>
              </a:rPr>
              <a:t>"wrap_content"</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1" i="0" u="none" strike="noStrike" cap="none" normalizeH="0" baseline="0" dirty="0" smtClean="0">
                <a:ln>
                  <a:noFill/>
                </a:ln>
                <a:solidFill>
                  <a:srgbClr val="660E7A"/>
                </a:solidFill>
                <a:effectLst/>
                <a:latin typeface="+mn-ea"/>
              </a:rPr>
              <a:t>android</a:t>
            </a:r>
            <a:r>
              <a:rPr kumimoji="0" lang="ko-KR" altLang="ko-KR" sz="1600" b="1" i="0" u="none" strike="noStrike" cap="none" normalizeH="0" baseline="0" dirty="0" smtClean="0">
                <a:ln>
                  <a:noFill/>
                </a:ln>
                <a:solidFill>
                  <a:srgbClr val="0000FF"/>
                </a:solidFill>
                <a:effectLst/>
                <a:latin typeface="+mn-ea"/>
              </a:rPr>
              <a:t>:onClick=</a:t>
            </a:r>
            <a:r>
              <a:rPr kumimoji="0" lang="ko-KR" altLang="ko-KR" sz="1600" b="1" i="0" u="none" strike="noStrike" cap="none" normalizeH="0" baseline="0" dirty="0" smtClean="0">
                <a:ln>
                  <a:noFill/>
                </a:ln>
                <a:solidFill>
                  <a:srgbClr val="008000"/>
                </a:solidFill>
                <a:effectLst/>
                <a:latin typeface="+mn-ea"/>
              </a:rPr>
              <a:t>"callRemoteMultiply"</a:t>
            </a:r>
            <a:br>
              <a:rPr kumimoji="0" lang="ko-KR" altLang="ko-KR" sz="1600" b="1" i="0" u="none" strike="noStrike" cap="none" normalizeH="0" baseline="0" dirty="0" smtClean="0">
                <a:ln>
                  <a:noFill/>
                </a:ln>
                <a:solidFill>
                  <a:srgbClr val="008000"/>
                </a:solidFill>
                <a:effectLst/>
                <a:latin typeface="+mn-ea"/>
              </a:rPr>
            </a:br>
            <a:r>
              <a:rPr kumimoji="0" lang="ko-KR" altLang="ko-KR" sz="1600" b="1" i="0" u="none" strike="noStrike" cap="none" normalizeH="0" baseline="0" dirty="0" smtClean="0">
                <a:ln>
                  <a:noFill/>
                </a:ln>
                <a:solidFill>
                  <a:srgbClr val="008000"/>
                </a:solidFill>
                <a:effectLst/>
                <a:latin typeface="+mn-ea"/>
              </a:rPr>
              <a:t>    </a:t>
            </a:r>
            <a:r>
              <a:rPr kumimoji="0" lang="ko-KR" altLang="ko-KR" sz="1600" b="0" i="0" u="none" strike="noStrike" cap="none" normalizeH="0" baseline="0" dirty="0" smtClean="0">
                <a:ln>
                  <a:noFill/>
                </a:ln>
                <a:solidFill>
                  <a:srgbClr val="000000"/>
                </a:solidFill>
                <a:effectLst/>
                <a:latin typeface="+mn-ea"/>
              </a:rPr>
              <a:t>/&gt;</a:t>
            </a:r>
            <a:endParaRPr kumimoji="0" lang="ko-KR" altLang="ko-KR" sz="1600" b="0" i="0" u="none" strike="noStrike" cap="none" normalizeH="0" baseline="0" dirty="0" smtClean="0">
              <a:ln>
                <a:noFill/>
              </a:ln>
              <a:solidFill>
                <a:schemeClr val="tx1"/>
              </a:solidFill>
              <a:effectLst/>
              <a:latin typeface="+mn-ea"/>
            </a:endParaRPr>
          </a:p>
        </p:txBody>
      </p:sp>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31</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a:t>Service </a:t>
            </a:r>
            <a:r>
              <a:rPr lang="en-US" altLang="ko-KR" dirty="0" smtClean="0"/>
              <a:t>Controller</a:t>
            </a:r>
            <a:endParaRPr lang="ko-KR" altLang="en-US" dirty="0"/>
          </a:p>
        </p:txBody>
      </p:sp>
      <p:sp>
        <p:nvSpPr>
          <p:cNvPr id="5" name="TextBox 4"/>
          <p:cNvSpPr txBox="1"/>
          <p:nvPr/>
        </p:nvSpPr>
        <p:spPr>
          <a:xfrm>
            <a:off x="697230" y="1280160"/>
            <a:ext cx="3533788" cy="707886"/>
          </a:xfrm>
          <a:prstGeom prst="rect">
            <a:avLst/>
          </a:prstGeom>
          <a:noFill/>
        </p:spPr>
        <p:txBody>
          <a:bodyPr wrap="none" rtlCol="0">
            <a:spAutoFit/>
          </a:bodyPr>
          <a:lstStyle/>
          <a:p>
            <a:r>
              <a:rPr lang="en-US" altLang="ko-KR" sz="2000" b="1" dirty="0" smtClean="0">
                <a:solidFill>
                  <a:prstClr val="black"/>
                </a:solidFill>
              </a:rPr>
              <a:t>RemoteTest_1</a:t>
            </a:r>
          </a:p>
          <a:p>
            <a:r>
              <a:rPr lang="en-US" altLang="ko-KR" sz="2000" dirty="0" smtClean="0">
                <a:solidFill>
                  <a:prstClr val="black"/>
                </a:solidFill>
              </a:rPr>
              <a:t>/res/layout/activity_main.xml</a:t>
            </a:r>
            <a:endParaRPr lang="ko-KR" altLang="en-US" sz="2000" dirty="0">
              <a:solidFill>
                <a:prstClr val="black"/>
              </a:solidFill>
            </a:endParaRPr>
          </a:p>
        </p:txBody>
      </p:sp>
      <p:pic>
        <p:nvPicPr>
          <p:cNvPr id="6" name="그림 5"/>
          <p:cNvPicPr>
            <a:picLocks noChangeAspect="1"/>
          </p:cNvPicPr>
          <p:nvPr/>
        </p:nvPicPr>
        <p:blipFill>
          <a:blip r:embed="rId3"/>
          <a:stretch>
            <a:fillRect/>
          </a:stretch>
        </p:blipFill>
        <p:spPr>
          <a:xfrm>
            <a:off x="5395857" y="1172878"/>
            <a:ext cx="2854166" cy="5318284"/>
          </a:xfrm>
          <a:prstGeom prst="rect">
            <a:avLst/>
          </a:prstGeom>
        </p:spPr>
      </p:pic>
    </p:spTree>
    <p:extLst>
      <p:ext uri="{BB962C8B-B14F-4D97-AF65-F5344CB8AC3E}">
        <p14:creationId xmlns:p14="http://schemas.microsoft.com/office/powerpoint/2010/main" val="269396559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099456" y="1911303"/>
            <a:ext cx="6901472" cy="4524315"/>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1" i="0" u="none" strike="noStrike" cap="none" normalizeH="0" baseline="0" dirty="0" err="1" smtClean="0">
                <a:ln>
                  <a:noFill/>
                </a:ln>
                <a:solidFill>
                  <a:srgbClr val="000080"/>
                </a:solidFill>
                <a:effectLst/>
                <a:latin typeface="+mn-ea"/>
              </a:rPr>
              <a:t>public</a:t>
            </a:r>
            <a:r>
              <a:rPr kumimoji="0" lang="ko-KR" altLang="ko-KR" sz="1200" b="1" i="0" u="none" strike="noStrike" cap="none" normalizeH="0" baseline="0" dirty="0" smtClean="0">
                <a:ln>
                  <a:noFill/>
                </a:ln>
                <a:solidFill>
                  <a:srgbClr val="000080"/>
                </a:solidFill>
                <a:effectLst/>
                <a:latin typeface="+mn-ea"/>
              </a:rPr>
              <a:t> </a:t>
            </a:r>
            <a:r>
              <a:rPr kumimoji="0" lang="ko-KR" altLang="ko-KR" sz="1200" b="1" i="0" u="none" strike="noStrike" cap="none" normalizeH="0" baseline="0" dirty="0" err="1" smtClean="0">
                <a:ln>
                  <a:noFill/>
                </a:ln>
                <a:solidFill>
                  <a:srgbClr val="000080"/>
                </a:solidFill>
                <a:effectLst/>
                <a:latin typeface="+mn-ea"/>
              </a:rPr>
              <a:t>class</a:t>
            </a:r>
            <a:r>
              <a:rPr kumimoji="0" lang="ko-KR" altLang="ko-KR" sz="1200" b="1" i="0" u="none" strike="noStrike" cap="none" normalizeH="0" baseline="0" dirty="0" smtClean="0">
                <a:ln>
                  <a:noFill/>
                </a:ln>
                <a:solidFill>
                  <a:srgbClr val="000080"/>
                </a:solidFill>
                <a:effectLst/>
                <a:latin typeface="+mn-ea"/>
              </a:rPr>
              <a:t> </a:t>
            </a:r>
            <a:r>
              <a:rPr kumimoji="0" lang="ko-KR" altLang="ko-KR" sz="1200" b="0" i="0" u="none" strike="noStrike" cap="none" normalizeH="0" baseline="0" dirty="0" err="1" smtClean="0">
                <a:ln>
                  <a:noFill/>
                </a:ln>
                <a:solidFill>
                  <a:srgbClr val="000000"/>
                </a:solidFill>
                <a:effectLst/>
                <a:latin typeface="+mn-ea"/>
              </a:rPr>
              <a:t>MainActivity</a:t>
            </a: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err="1" smtClean="0">
                <a:ln>
                  <a:noFill/>
                </a:ln>
                <a:solidFill>
                  <a:srgbClr val="000080"/>
                </a:solidFill>
                <a:effectLst/>
                <a:latin typeface="+mn-ea"/>
              </a:rPr>
              <a:t>extends</a:t>
            </a:r>
            <a:r>
              <a:rPr kumimoji="0" lang="ko-KR" altLang="ko-KR" sz="1200" b="1" i="0" u="none" strike="noStrike" cap="none" normalizeH="0" baseline="0" dirty="0" smtClean="0">
                <a:ln>
                  <a:noFill/>
                </a:ln>
                <a:solidFill>
                  <a:srgbClr val="000080"/>
                </a:solidFill>
                <a:effectLst/>
                <a:latin typeface="+mn-ea"/>
              </a:rPr>
              <a:t> </a:t>
            </a:r>
            <a:r>
              <a:rPr kumimoji="0" lang="ko-KR" altLang="ko-KR" sz="1200" b="0" i="0" u="none" strike="noStrike" cap="none" normalizeH="0" baseline="0" dirty="0" err="1" smtClean="0">
                <a:ln>
                  <a:noFill/>
                </a:ln>
                <a:solidFill>
                  <a:srgbClr val="000000"/>
                </a:solidFill>
                <a:effectLst/>
                <a:latin typeface="+mn-ea"/>
              </a:rPr>
              <a:t>AppCompatActivity</a:t>
            </a: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0" i="0" u="none" strike="noStrike" cap="none" normalizeH="0" baseline="0" dirty="0" err="1" smtClean="0">
                <a:ln>
                  <a:noFill/>
                </a:ln>
                <a:solidFill>
                  <a:srgbClr val="00B0F0"/>
                </a:solidFill>
                <a:effectLst/>
                <a:latin typeface="+mn-ea"/>
              </a:rPr>
              <a:t>ICalc</a:t>
            </a:r>
            <a:r>
              <a:rPr kumimoji="0" lang="ko-KR" altLang="ko-KR" sz="1200" b="0" i="0" u="none" strike="noStrike" cap="none" normalizeH="0" baseline="0" dirty="0" smtClean="0">
                <a:ln>
                  <a:noFill/>
                </a:ln>
                <a:solidFill>
                  <a:srgbClr val="00B0F0"/>
                </a:solidFill>
                <a:effectLst/>
                <a:latin typeface="+mn-ea"/>
              </a:rPr>
              <a:t> </a:t>
            </a:r>
            <a:r>
              <a:rPr kumimoji="0" lang="ko-KR" altLang="ko-KR" sz="1200" b="1" i="0" u="none" strike="noStrike" cap="none" normalizeH="0" baseline="0" dirty="0" err="1" smtClean="0">
                <a:ln>
                  <a:noFill/>
                </a:ln>
                <a:solidFill>
                  <a:srgbClr val="00B0F0"/>
                </a:solidFill>
                <a:effectLst/>
                <a:latin typeface="+mn-ea"/>
              </a:rPr>
              <a:t>mCalc</a:t>
            </a:r>
            <a:r>
              <a:rPr kumimoji="0" lang="ko-KR" altLang="ko-KR" sz="1200" b="0" i="0" u="none" strike="noStrike" cap="none" normalizeH="0" baseline="0" dirty="0" smtClean="0">
                <a:ln>
                  <a:noFill/>
                </a:ln>
                <a:solidFill>
                  <a:srgbClr val="00B0F0"/>
                </a:solidFill>
                <a:effectLst/>
                <a:latin typeface="+mn-ea"/>
              </a:rPr>
              <a:t>;</a:t>
            </a:r>
            <a:br>
              <a:rPr kumimoji="0" lang="ko-KR" altLang="ko-KR" sz="1200" b="0" i="0" u="none" strike="noStrike" cap="none" normalizeH="0" baseline="0" dirty="0" smtClean="0">
                <a:ln>
                  <a:noFill/>
                </a:ln>
                <a:solidFill>
                  <a:srgbClr val="00B0F0"/>
                </a:solidFill>
                <a:effectLst/>
                <a:latin typeface="+mn-ea"/>
              </a:rPr>
            </a:br>
            <a:r>
              <a:rPr kumimoji="0" lang="ko-KR" altLang="ko-KR" sz="1200" b="0" i="0" u="none" strike="noStrike" cap="none" normalizeH="0" baseline="0" dirty="0" smtClean="0">
                <a:ln>
                  <a:noFill/>
                </a:ln>
                <a:solidFill>
                  <a:srgbClr val="000000"/>
                </a:solidFill>
                <a:effectLst/>
                <a:latin typeface="+mn-ea"/>
              </a:rPr>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0" i="0" u="none" strike="noStrike" cap="none" normalizeH="0" baseline="0" dirty="0" err="1" smtClean="0">
                <a:ln>
                  <a:noFill/>
                </a:ln>
                <a:solidFill>
                  <a:srgbClr val="000000"/>
                </a:solidFill>
                <a:effectLst/>
                <a:latin typeface="+mn-ea"/>
              </a:rPr>
              <a:t>ServiceConnection</a:t>
            </a:r>
            <a:r>
              <a:rPr kumimoji="0" lang="ko-KR" altLang="ko-KR" sz="1200" b="0" i="0" u="none" strike="noStrike" cap="none" normalizeH="0" baseline="0" dirty="0" smtClean="0">
                <a:ln>
                  <a:noFill/>
                </a:ln>
                <a:solidFill>
                  <a:srgbClr val="000000"/>
                </a:solidFill>
                <a:effectLst/>
                <a:latin typeface="+mn-ea"/>
              </a:rPr>
              <a:t> </a:t>
            </a:r>
            <a:r>
              <a:rPr kumimoji="0" lang="en-US" altLang="ko-KR" sz="1200" b="1" i="0" u="none" strike="noStrike" cap="none" normalizeH="0" baseline="0" dirty="0" err="1" smtClean="0">
                <a:ln>
                  <a:noFill/>
                </a:ln>
                <a:solidFill>
                  <a:srgbClr val="660E7A"/>
                </a:solidFill>
                <a:effectLst/>
                <a:latin typeface="+mn-ea"/>
              </a:rPr>
              <a:t>serviceConnection</a:t>
            </a:r>
            <a:r>
              <a:rPr kumimoji="0" lang="ko-KR" altLang="ko-KR" sz="1200" b="1" i="0" u="none" strike="noStrike" cap="none" normalizeH="0" baseline="0" dirty="0" smtClean="0">
                <a:ln>
                  <a:noFill/>
                </a:ln>
                <a:solidFill>
                  <a:srgbClr val="660E7A"/>
                </a:solidFill>
                <a:effectLst/>
                <a:latin typeface="+mn-ea"/>
              </a:rPr>
              <a:t> </a:t>
            </a: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err="1" smtClean="0">
                <a:ln>
                  <a:noFill/>
                </a:ln>
                <a:solidFill>
                  <a:srgbClr val="000080"/>
                </a:solidFill>
                <a:effectLst/>
                <a:latin typeface="+mn-ea"/>
              </a:rPr>
              <a:t>new</a:t>
            </a:r>
            <a:r>
              <a:rPr kumimoji="0" lang="ko-KR" altLang="ko-KR" sz="1200" b="1" i="0" u="none" strike="noStrike" cap="none" normalizeH="0" baseline="0" dirty="0" smtClean="0">
                <a:ln>
                  <a:noFill/>
                </a:ln>
                <a:solidFill>
                  <a:srgbClr val="000080"/>
                </a:solidFill>
                <a:effectLst/>
                <a:latin typeface="+mn-ea"/>
              </a:rPr>
              <a:t> </a:t>
            </a:r>
            <a:r>
              <a:rPr kumimoji="0" lang="ko-KR" altLang="ko-KR" sz="1200" b="0" i="0" u="none" strike="noStrike" cap="none" normalizeH="0" baseline="0" dirty="0" err="1" smtClean="0">
                <a:ln>
                  <a:noFill/>
                </a:ln>
                <a:solidFill>
                  <a:srgbClr val="000000"/>
                </a:solidFill>
                <a:effectLst/>
                <a:latin typeface="+mn-ea"/>
              </a:rPr>
              <a:t>ServiceConnection</a:t>
            </a: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0" i="0" u="none" strike="noStrike" cap="none" normalizeH="0" baseline="0" dirty="0" smtClean="0">
                <a:ln>
                  <a:noFill/>
                </a:ln>
                <a:solidFill>
                  <a:srgbClr val="808000"/>
                </a:solidFill>
                <a:effectLst/>
                <a:latin typeface="+mn-ea"/>
              </a:rPr>
              <a:t>@</a:t>
            </a:r>
            <a:r>
              <a:rPr kumimoji="0" lang="ko-KR" altLang="ko-KR" sz="1200" b="0" i="0" u="none" strike="noStrike" cap="none" normalizeH="0" baseline="0" dirty="0" err="1" smtClean="0">
                <a:ln>
                  <a:noFill/>
                </a:ln>
                <a:solidFill>
                  <a:srgbClr val="808000"/>
                </a:solidFill>
                <a:effectLst/>
                <a:latin typeface="+mn-ea"/>
              </a:rPr>
              <a:t>Override</a:t>
            </a:r>
            <a:r>
              <a:rPr kumimoji="0" lang="ko-KR" altLang="ko-KR" sz="1200" b="0" i="0" u="none" strike="noStrike" cap="none" normalizeH="0" baseline="0" dirty="0" smtClean="0">
                <a:ln>
                  <a:noFill/>
                </a:ln>
                <a:solidFill>
                  <a:srgbClr val="808000"/>
                </a:solidFill>
                <a:effectLst/>
                <a:latin typeface="+mn-ea"/>
              </a:rPr>
              <a:t/>
            </a:r>
            <a:br>
              <a:rPr kumimoji="0" lang="ko-KR" altLang="ko-KR" sz="1200" b="0" i="0" u="none" strike="noStrike" cap="none" normalizeH="0" baseline="0" dirty="0" smtClean="0">
                <a:ln>
                  <a:noFill/>
                </a:ln>
                <a:solidFill>
                  <a:srgbClr val="808000"/>
                </a:solidFill>
                <a:effectLst/>
                <a:latin typeface="+mn-ea"/>
              </a:rPr>
            </a:br>
            <a:r>
              <a:rPr kumimoji="0" lang="ko-KR" altLang="ko-KR" sz="1200" b="0" i="0" u="none" strike="noStrike" cap="none" normalizeH="0" baseline="0" dirty="0" smtClean="0">
                <a:ln>
                  <a:noFill/>
                </a:ln>
                <a:solidFill>
                  <a:srgbClr val="808000"/>
                </a:solidFill>
                <a:effectLst/>
                <a:latin typeface="+mn-ea"/>
              </a:rPr>
              <a:t>        </a:t>
            </a:r>
            <a:r>
              <a:rPr kumimoji="0" lang="ko-KR" altLang="ko-KR" sz="1200" b="1" i="0" u="none" strike="noStrike" cap="none" normalizeH="0" baseline="0" dirty="0" err="1" smtClean="0">
                <a:ln>
                  <a:noFill/>
                </a:ln>
                <a:solidFill>
                  <a:srgbClr val="000080"/>
                </a:solidFill>
                <a:effectLst/>
                <a:latin typeface="+mn-ea"/>
              </a:rPr>
              <a:t>public</a:t>
            </a:r>
            <a:r>
              <a:rPr kumimoji="0" lang="ko-KR" altLang="ko-KR" sz="1200" b="1" i="0" u="none" strike="noStrike" cap="none" normalizeH="0" baseline="0" dirty="0" smtClean="0">
                <a:ln>
                  <a:noFill/>
                </a:ln>
                <a:solidFill>
                  <a:srgbClr val="000080"/>
                </a:solidFill>
                <a:effectLst/>
                <a:latin typeface="+mn-ea"/>
              </a:rPr>
              <a:t> </a:t>
            </a:r>
            <a:r>
              <a:rPr kumimoji="0" lang="ko-KR" altLang="ko-KR" sz="1200" b="1" i="0" u="none" strike="noStrike" cap="none" normalizeH="0" baseline="0" dirty="0" err="1" smtClean="0">
                <a:ln>
                  <a:noFill/>
                </a:ln>
                <a:solidFill>
                  <a:srgbClr val="000080"/>
                </a:solidFill>
                <a:effectLst/>
                <a:latin typeface="+mn-ea"/>
              </a:rPr>
              <a:t>void</a:t>
            </a:r>
            <a:r>
              <a:rPr kumimoji="0" lang="ko-KR" altLang="ko-KR" sz="1200" b="1" i="0" u="none" strike="noStrike" cap="none" normalizeH="0" baseline="0" dirty="0" smtClean="0">
                <a:ln>
                  <a:noFill/>
                </a:ln>
                <a:solidFill>
                  <a:srgbClr val="000080"/>
                </a:solidFill>
                <a:effectLst/>
                <a:latin typeface="+mn-ea"/>
              </a:rPr>
              <a:t> </a:t>
            </a:r>
            <a:r>
              <a:rPr kumimoji="0" lang="ko-KR" altLang="ko-KR" sz="1200" b="0" i="0" u="none" strike="noStrike" cap="none" normalizeH="0" baseline="0" dirty="0" err="1" smtClean="0">
                <a:ln>
                  <a:noFill/>
                </a:ln>
                <a:solidFill>
                  <a:srgbClr val="000000"/>
                </a:solidFill>
                <a:effectLst/>
                <a:latin typeface="+mn-ea"/>
              </a:rPr>
              <a:t>onServiceConnected</a:t>
            </a:r>
            <a:r>
              <a:rPr kumimoji="0" lang="ko-KR" altLang="ko-KR" sz="1200" b="0" i="0" u="none" strike="noStrike" cap="none" normalizeH="0" baseline="0" dirty="0" smtClean="0">
                <a:ln>
                  <a:noFill/>
                </a:ln>
                <a:solidFill>
                  <a:srgbClr val="000000"/>
                </a:solidFill>
                <a:effectLst/>
                <a:latin typeface="+mn-ea"/>
              </a:rPr>
              <a:t>(</a:t>
            </a:r>
            <a:r>
              <a:rPr kumimoji="0" lang="ko-KR" altLang="ko-KR" sz="1200" b="0" i="0" u="none" strike="noStrike" cap="none" normalizeH="0" baseline="0" dirty="0" err="1" smtClean="0">
                <a:ln>
                  <a:noFill/>
                </a:ln>
                <a:solidFill>
                  <a:srgbClr val="000000"/>
                </a:solidFill>
                <a:effectLst/>
                <a:latin typeface="+mn-ea"/>
              </a:rPr>
              <a:t>ComponentName</a:t>
            </a:r>
            <a:r>
              <a:rPr kumimoji="0" lang="ko-KR" altLang="ko-KR" sz="1200" b="0" i="0" u="none" strike="noStrike" cap="none" normalizeH="0" baseline="0" dirty="0" smtClean="0">
                <a:ln>
                  <a:noFill/>
                </a:ln>
                <a:solidFill>
                  <a:srgbClr val="000000"/>
                </a:solidFill>
                <a:effectLst/>
                <a:latin typeface="+mn-ea"/>
              </a:rPr>
              <a:t> </a:t>
            </a:r>
            <a:r>
              <a:rPr kumimoji="0" lang="en-US" altLang="ko-KR" sz="1200" b="0" i="0" u="none" strike="noStrike" cap="none" normalizeH="0" baseline="0" dirty="0" err="1" smtClean="0">
                <a:ln>
                  <a:noFill/>
                </a:ln>
                <a:solidFill>
                  <a:srgbClr val="000000"/>
                </a:solidFill>
                <a:effectLst/>
                <a:latin typeface="+mn-ea"/>
              </a:rPr>
              <a:t>componentName</a:t>
            </a:r>
            <a:r>
              <a:rPr kumimoji="0" lang="ko-KR" altLang="ko-KR" sz="1200" b="0" i="0" u="none" strike="noStrike" cap="none" normalizeH="0" baseline="0" dirty="0" smtClean="0">
                <a:ln>
                  <a:noFill/>
                </a:ln>
                <a:solidFill>
                  <a:srgbClr val="000000"/>
                </a:solidFill>
                <a:effectLst/>
                <a:latin typeface="+mn-ea"/>
              </a:rPr>
              <a:t>,</a:t>
            </a:r>
            <a:r>
              <a:rPr lang="en-US" altLang="ko-KR" sz="1200" dirty="0" smtClean="0">
                <a:solidFill>
                  <a:srgbClr val="000000"/>
                </a:solidFill>
                <a:latin typeface="+mn-ea"/>
              </a:rPr>
              <a:t> </a:t>
            </a:r>
            <a:r>
              <a:rPr kumimoji="0" lang="ko-KR" altLang="ko-KR" sz="1200" b="0" i="0" u="none" strike="noStrike" cap="none" normalizeH="0" baseline="0" dirty="0" err="1" smtClean="0">
                <a:ln>
                  <a:noFill/>
                </a:ln>
                <a:solidFill>
                  <a:srgbClr val="008000"/>
                </a:solidFill>
                <a:effectLst/>
                <a:latin typeface="+mn-ea"/>
              </a:rPr>
              <a:t>IBinder</a:t>
            </a:r>
            <a:r>
              <a:rPr kumimoji="0" lang="ko-KR" altLang="ko-KR" sz="1200" b="0" i="0" u="none" strike="noStrike" cap="none" normalizeH="0" baseline="0" dirty="0" smtClean="0">
                <a:ln>
                  <a:noFill/>
                </a:ln>
                <a:solidFill>
                  <a:srgbClr val="008000"/>
                </a:solidFill>
                <a:effectLst/>
                <a:latin typeface="+mn-ea"/>
              </a:rPr>
              <a:t> </a:t>
            </a:r>
            <a:r>
              <a:rPr kumimoji="0" lang="en-US" altLang="ko-KR" sz="1200" b="0" i="0" u="none" strike="noStrike" cap="none" normalizeH="0" baseline="0" dirty="0" err="1" smtClean="0">
                <a:ln>
                  <a:noFill/>
                </a:ln>
                <a:solidFill>
                  <a:srgbClr val="008000"/>
                </a:solidFill>
                <a:effectLst/>
                <a:latin typeface="+mn-ea"/>
              </a:rPr>
              <a:t>iBinder</a:t>
            </a: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smtClean="0">
                <a:ln>
                  <a:noFill/>
                </a:ln>
                <a:solidFill>
                  <a:srgbClr val="00B0F0"/>
                </a:solidFill>
                <a:effectLst/>
                <a:latin typeface="+mn-ea"/>
              </a:rPr>
              <a:t>mCalc</a:t>
            </a:r>
            <a:r>
              <a:rPr kumimoji="0" lang="ko-KR" altLang="ko-KR" sz="1200" b="1" i="0" u="none" strike="noStrike" cap="none" normalizeH="0" baseline="0" dirty="0" smtClean="0">
                <a:ln>
                  <a:noFill/>
                </a:ln>
                <a:solidFill>
                  <a:srgbClr val="660E7A"/>
                </a:solidFill>
                <a:effectLst/>
                <a:latin typeface="+mn-ea"/>
              </a:rPr>
              <a:t> </a:t>
            </a:r>
            <a:r>
              <a:rPr kumimoji="0" lang="ko-KR" altLang="ko-KR" sz="1200" b="0" i="0" u="none" strike="noStrike" cap="none" normalizeH="0" baseline="0" dirty="0" smtClean="0">
                <a:ln>
                  <a:noFill/>
                </a:ln>
                <a:solidFill>
                  <a:srgbClr val="00B0F0"/>
                </a:solidFill>
                <a:effectLst/>
                <a:latin typeface="+mn-ea"/>
              </a:rPr>
              <a:t>= </a:t>
            </a:r>
            <a:r>
              <a:rPr kumimoji="0" lang="ko-KR" altLang="ko-KR" sz="1200" b="1" i="0" u="none" strike="noStrike" cap="none" normalizeH="0" baseline="0" dirty="0" smtClean="0">
                <a:ln>
                  <a:noFill/>
                </a:ln>
                <a:solidFill>
                  <a:srgbClr val="008000"/>
                </a:solidFill>
                <a:effectLst/>
                <a:latin typeface="+mn-ea"/>
              </a:rPr>
              <a:t>ICalc.Stub.</a:t>
            </a:r>
            <a:r>
              <a:rPr kumimoji="0" lang="ko-KR" altLang="ko-KR" sz="1200" b="1" i="1" u="none" strike="noStrike" cap="none" normalizeH="0" baseline="0" dirty="0" smtClean="0">
                <a:ln>
                  <a:noFill/>
                </a:ln>
                <a:solidFill>
                  <a:srgbClr val="008000"/>
                </a:solidFill>
                <a:effectLst/>
                <a:latin typeface="+mn-ea"/>
              </a:rPr>
              <a:t>asInterface</a:t>
            </a:r>
            <a:r>
              <a:rPr kumimoji="0" lang="ko-KR" altLang="ko-KR" sz="1200" b="1" i="0" u="none" strike="noStrike" cap="none" normalizeH="0" baseline="0" dirty="0" smtClean="0">
                <a:ln>
                  <a:noFill/>
                </a:ln>
                <a:solidFill>
                  <a:srgbClr val="008000"/>
                </a:solidFill>
                <a:effectLst/>
                <a:latin typeface="+mn-ea"/>
              </a:rPr>
              <a:t>(</a:t>
            </a:r>
            <a:r>
              <a:rPr lang="en-US" altLang="ko-KR" sz="1200" b="1" dirty="0" err="1" smtClean="0">
                <a:solidFill>
                  <a:srgbClr val="008000"/>
                </a:solidFill>
                <a:latin typeface="+mn-ea"/>
              </a:rPr>
              <a:t>iBinder</a:t>
            </a:r>
            <a:r>
              <a:rPr kumimoji="0" lang="ko-KR" altLang="ko-KR" sz="1200" b="1" i="0" u="none" strike="noStrike" cap="none" normalizeH="0" baseline="0" dirty="0" smtClean="0">
                <a:ln>
                  <a:noFill/>
                </a:ln>
                <a:solidFill>
                  <a:srgbClr val="008000"/>
                </a:solidFill>
                <a:effectLst/>
                <a:latin typeface="+mn-ea"/>
              </a:rPr>
              <a:t>)</a:t>
            </a:r>
            <a:r>
              <a:rPr kumimoji="0" lang="ko-KR" altLang="ko-KR" sz="1200" b="0" i="0" u="none" strike="noStrike" cap="none" normalizeH="0" baseline="0" dirty="0" smtClean="0">
                <a:ln>
                  <a:noFill/>
                </a:ln>
                <a:solidFill>
                  <a:srgbClr val="00B0F0"/>
                </a:solidFill>
                <a:effectLst/>
                <a:latin typeface="+mn-ea"/>
              </a:rPr>
              <a:t>;</a:t>
            </a:r>
            <a:r>
              <a:rPr kumimoji="0" lang="ko-KR" altLang="ko-KR" sz="1200" b="0" i="0" u="none" strike="noStrike" cap="none" normalizeH="0" baseline="0" dirty="0" smtClean="0">
                <a:ln>
                  <a:noFill/>
                </a:ln>
                <a:solidFill>
                  <a:srgbClr val="000000"/>
                </a:solidFill>
                <a:effectLst/>
                <a:latin typeface="+mn-ea"/>
              </a:rPr>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0" i="0" u="none" strike="noStrike" cap="none" normalizeH="0" baseline="0" dirty="0" smtClean="0">
                <a:ln>
                  <a:noFill/>
                </a:ln>
                <a:solidFill>
                  <a:srgbClr val="000000"/>
                </a:solidFill>
                <a:effectLst/>
                <a:latin typeface="+mn-ea"/>
              </a:rPr>
              <a:t>}</a:t>
            </a:r>
            <a:endParaRPr kumimoji="0" lang="en-US" altLang="ko-KR" sz="1200" b="0" i="0" u="none" strike="noStrike" cap="none" normalizeH="0" baseline="0" dirty="0" smtClean="0">
              <a:ln>
                <a:noFill/>
              </a:ln>
              <a:solidFill>
                <a:srgbClr val="000000"/>
              </a:solidFill>
              <a:effectLst/>
              <a:latin typeface="+mn-ea"/>
            </a:endParaRPr>
          </a:p>
          <a:p>
            <a:pPr lvl="0" eaLnBrk="0" fontAlgn="base" latinLnBrk="0" hangingPunct="0">
              <a:spcBef>
                <a:spcPct val="0"/>
              </a:spcBef>
              <a:spcAft>
                <a:spcPct val="0"/>
              </a:spcAft>
            </a:pPr>
            <a:r>
              <a:rPr lang="en-US" altLang="ko-KR" sz="1200" dirty="0">
                <a:solidFill>
                  <a:srgbClr val="808000"/>
                </a:solidFill>
                <a:latin typeface="+mn-ea"/>
              </a:rPr>
              <a:t> </a:t>
            </a:r>
            <a:r>
              <a:rPr lang="en-US" altLang="ko-KR" sz="1200" dirty="0" smtClean="0">
                <a:solidFill>
                  <a:srgbClr val="808000"/>
                </a:solidFill>
                <a:latin typeface="+mn-ea"/>
              </a:rPr>
              <a:t>       </a:t>
            </a:r>
            <a:r>
              <a:rPr lang="ko-KR" altLang="ko-KR" sz="1200" dirty="0" smtClean="0">
                <a:solidFill>
                  <a:srgbClr val="808000"/>
                </a:solidFill>
                <a:latin typeface="+mn-ea"/>
              </a:rPr>
              <a:t>@</a:t>
            </a:r>
            <a:r>
              <a:rPr lang="ko-KR" altLang="ko-KR" sz="1200" dirty="0" err="1">
                <a:solidFill>
                  <a:srgbClr val="808000"/>
                </a:solidFill>
                <a:latin typeface="+mn-ea"/>
              </a:rPr>
              <a:t>Override</a:t>
            </a:r>
            <a:r>
              <a:rPr lang="ko-KR" altLang="ko-KR" sz="1200" dirty="0">
                <a:solidFill>
                  <a:srgbClr val="808000"/>
                </a:solidFill>
                <a:latin typeface="+mn-ea"/>
              </a:rPr>
              <a:t/>
            </a:r>
            <a:br>
              <a:rPr lang="ko-KR" altLang="ko-KR" sz="1200" dirty="0">
                <a:solidFill>
                  <a:srgbClr val="808000"/>
                </a:solidFill>
                <a:latin typeface="+mn-ea"/>
              </a:rPr>
            </a:br>
            <a:r>
              <a:rPr lang="ko-KR" altLang="ko-KR" sz="1200" dirty="0">
                <a:solidFill>
                  <a:srgbClr val="808000"/>
                </a:solidFill>
                <a:latin typeface="+mn-ea"/>
              </a:rPr>
              <a:t>        </a:t>
            </a:r>
            <a:r>
              <a:rPr lang="ko-KR" altLang="ko-KR" sz="1200" b="1" dirty="0" err="1">
                <a:solidFill>
                  <a:srgbClr val="000080"/>
                </a:solidFill>
                <a:latin typeface="+mn-ea"/>
              </a:rPr>
              <a:t>public</a:t>
            </a:r>
            <a:r>
              <a:rPr lang="ko-KR" altLang="ko-KR" sz="1200" b="1" dirty="0">
                <a:solidFill>
                  <a:srgbClr val="000080"/>
                </a:solidFill>
                <a:latin typeface="+mn-ea"/>
              </a:rPr>
              <a:t> </a:t>
            </a:r>
            <a:r>
              <a:rPr lang="ko-KR" altLang="ko-KR" sz="1200" b="1" dirty="0" err="1">
                <a:solidFill>
                  <a:srgbClr val="000080"/>
                </a:solidFill>
                <a:latin typeface="+mn-ea"/>
              </a:rPr>
              <a:t>void</a:t>
            </a:r>
            <a:r>
              <a:rPr lang="ko-KR" altLang="ko-KR" sz="1200" b="1" dirty="0">
                <a:solidFill>
                  <a:srgbClr val="000080"/>
                </a:solidFill>
                <a:latin typeface="+mn-ea"/>
              </a:rPr>
              <a:t> </a:t>
            </a:r>
            <a:r>
              <a:rPr lang="ko-KR" altLang="ko-KR" sz="1200" dirty="0" err="1">
                <a:solidFill>
                  <a:srgbClr val="000000"/>
                </a:solidFill>
                <a:latin typeface="+mn-ea"/>
              </a:rPr>
              <a:t>onServiceDisconnected</a:t>
            </a:r>
            <a:r>
              <a:rPr lang="ko-KR" altLang="ko-KR" sz="1200" dirty="0">
                <a:solidFill>
                  <a:srgbClr val="000000"/>
                </a:solidFill>
                <a:latin typeface="+mn-ea"/>
              </a:rPr>
              <a:t>(</a:t>
            </a:r>
            <a:r>
              <a:rPr lang="ko-KR" altLang="ko-KR" sz="1200" dirty="0" err="1">
                <a:solidFill>
                  <a:srgbClr val="000000"/>
                </a:solidFill>
                <a:latin typeface="+mn-ea"/>
              </a:rPr>
              <a:t>ComponentName</a:t>
            </a:r>
            <a:r>
              <a:rPr lang="ko-KR" altLang="ko-KR" sz="1200" dirty="0">
                <a:solidFill>
                  <a:srgbClr val="000000"/>
                </a:solidFill>
                <a:latin typeface="+mn-ea"/>
              </a:rPr>
              <a:t> </a:t>
            </a:r>
            <a:r>
              <a:rPr lang="en-US" altLang="ko-KR" sz="1200" dirty="0" err="1">
                <a:solidFill>
                  <a:srgbClr val="000000"/>
                </a:solidFill>
                <a:latin typeface="+mn-ea"/>
              </a:rPr>
              <a:t>componentName</a:t>
            </a:r>
            <a:r>
              <a:rPr lang="ko-KR" altLang="ko-KR" sz="1200" dirty="0">
                <a:solidFill>
                  <a:srgbClr val="000000"/>
                </a:solidFill>
                <a:latin typeface="+mn-ea"/>
              </a:rPr>
              <a:t>) {</a:t>
            </a:r>
            <a:br>
              <a:rPr lang="ko-KR" altLang="ko-KR" sz="1200" dirty="0">
                <a:solidFill>
                  <a:srgbClr val="000000"/>
                </a:solidFill>
                <a:latin typeface="+mn-ea"/>
              </a:rPr>
            </a:br>
            <a:r>
              <a:rPr lang="ko-KR" altLang="ko-KR" sz="1200" dirty="0">
                <a:solidFill>
                  <a:srgbClr val="000000"/>
                </a:solidFill>
                <a:latin typeface="+mn-ea"/>
              </a:rPr>
              <a:t>            </a:t>
            </a:r>
            <a:r>
              <a:rPr lang="ko-KR" altLang="ko-KR" sz="1200" b="1" dirty="0" err="1">
                <a:solidFill>
                  <a:srgbClr val="660E7A"/>
                </a:solidFill>
                <a:latin typeface="+mn-ea"/>
              </a:rPr>
              <a:t>mCalc</a:t>
            </a:r>
            <a:r>
              <a:rPr lang="ko-KR" altLang="ko-KR" sz="1200" b="1" dirty="0">
                <a:solidFill>
                  <a:srgbClr val="660E7A"/>
                </a:solidFill>
                <a:latin typeface="+mn-ea"/>
              </a:rPr>
              <a:t> </a:t>
            </a:r>
            <a:r>
              <a:rPr lang="ko-KR" altLang="ko-KR" sz="1200" dirty="0">
                <a:solidFill>
                  <a:srgbClr val="000000"/>
                </a:solidFill>
                <a:latin typeface="+mn-ea"/>
              </a:rPr>
              <a:t>= </a:t>
            </a:r>
            <a:r>
              <a:rPr lang="ko-KR" altLang="ko-KR" sz="1200" b="1" dirty="0" err="1">
                <a:solidFill>
                  <a:srgbClr val="000080"/>
                </a:solidFill>
                <a:latin typeface="+mn-ea"/>
              </a:rPr>
              <a:t>null</a:t>
            </a:r>
            <a:r>
              <a:rPr lang="ko-KR" altLang="ko-KR" sz="1200" dirty="0">
                <a:solidFill>
                  <a:srgbClr val="000000"/>
                </a:solidFill>
                <a:latin typeface="+mn-ea"/>
              </a:rPr>
              <a:t>;</a:t>
            </a:r>
            <a:br>
              <a:rPr lang="ko-KR" altLang="ko-KR" sz="1200" dirty="0">
                <a:solidFill>
                  <a:srgbClr val="000000"/>
                </a:solidFill>
                <a:latin typeface="+mn-ea"/>
              </a:rPr>
            </a:br>
            <a:r>
              <a:rPr lang="ko-KR" altLang="ko-KR" sz="1200" dirty="0">
                <a:solidFill>
                  <a:srgbClr val="000000"/>
                </a:solidFill>
                <a:latin typeface="+mn-ea"/>
              </a:rPr>
              <a:t>        }</a:t>
            </a:r>
            <a:r>
              <a:rPr kumimoji="0" lang="ko-KR" altLang="ko-KR" sz="1200" b="0" i="0" u="none" strike="noStrike" cap="none" normalizeH="0" baseline="0" dirty="0" smtClean="0">
                <a:ln>
                  <a:noFill/>
                </a:ln>
                <a:solidFill>
                  <a:srgbClr val="000000"/>
                </a:solidFill>
                <a:effectLst/>
                <a:latin typeface="+mn-ea"/>
              </a:rPr>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err="1" smtClean="0">
                <a:ln>
                  <a:noFill/>
                </a:ln>
                <a:solidFill>
                  <a:srgbClr val="000080"/>
                </a:solidFill>
                <a:effectLst/>
                <a:latin typeface="+mn-ea"/>
              </a:rPr>
              <a:t>public</a:t>
            </a:r>
            <a:r>
              <a:rPr kumimoji="0" lang="ko-KR" altLang="ko-KR" sz="1200" b="1" i="0" u="none" strike="noStrike" cap="none" normalizeH="0" baseline="0" dirty="0" smtClean="0">
                <a:ln>
                  <a:noFill/>
                </a:ln>
                <a:solidFill>
                  <a:srgbClr val="000080"/>
                </a:solidFill>
                <a:effectLst/>
                <a:latin typeface="+mn-ea"/>
              </a:rPr>
              <a:t> </a:t>
            </a:r>
            <a:r>
              <a:rPr kumimoji="0" lang="ko-KR" altLang="ko-KR" sz="1200" b="1" i="0" u="none" strike="noStrike" cap="none" normalizeH="0" baseline="0" dirty="0" err="1" smtClean="0">
                <a:ln>
                  <a:noFill/>
                </a:ln>
                <a:solidFill>
                  <a:srgbClr val="000080"/>
                </a:solidFill>
                <a:effectLst/>
                <a:latin typeface="+mn-ea"/>
              </a:rPr>
              <a:t>void</a:t>
            </a:r>
            <a:r>
              <a:rPr kumimoji="0" lang="ko-KR" altLang="ko-KR" sz="1200" b="1" i="0" u="none" strike="noStrike" cap="none" normalizeH="0" baseline="0" dirty="0" smtClean="0">
                <a:ln>
                  <a:noFill/>
                </a:ln>
                <a:solidFill>
                  <a:srgbClr val="000080"/>
                </a:solidFill>
                <a:effectLst/>
                <a:latin typeface="+mn-ea"/>
              </a:rPr>
              <a:t> </a:t>
            </a:r>
            <a:r>
              <a:rPr kumimoji="0" lang="ko-KR" altLang="ko-KR" sz="1200" b="0" i="0" u="none" strike="noStrike" cap="none" normalizeH="0" baseline="0" dirty="0" err="1" smtClean="0">
                <a:ln>
                  <a:noFill/>
                </a:ln>
                <a:solidFill>
                  <a:srgbClr val="000000"/>
                </a:solidFill>
                <a:effectLst/>
                <a:latin typeface="+mn-ea"/>
              </a:rPr>
              <a:t>onResume</a:t>
            </a: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err="1" smtClean="0">
                <a:ln>
                  <a:noFill/>
                </a:ln>
                <a:solidFill>
                  <a:srgbClr val="000080"/>
                </a:solidFill>
                <a:effectLst/>
                <a:latin typeface="+mn-ea"/>
              </a:rPr>
              <a:t>super</a:t>
            </a:r>
            <a:r>
              <a:rPr kumimoji="0" lang="ko-KR" altLang="ko-KR" sz="1200" b="0" i="0" u="none" strike="noStrike" cap="none" normalizeH="0" baseline="0" dirty="0" err="1" smtClean="0">
                <a:ln>
                  <a:noFill/>
                </a:ln>
                <a:solidFill>
                  <a:srgbClr val="000000"/>
                </a:solidFill>
                <a:effectLst/>
                <a:latin typeface="+mn-ea"/>
              </a:rPr>
              <a:t>.onResume</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0" i="0" u="none" strike="noStrike" cap="none" normalizeH="0" baseline="0" dirty="0" err="1" smtClean="0">
                <a:ln>
                  <a:noFill/>
                </a:ln>
                <a:solidFill>
                  <a:srgbClr val="000000"/>
                </a:solidFill>
                <a:effectLst/>
                <a:latin typeface="+mn-ea"/>
              </a:rPr>
              <a:t>Intent</a:t>
            </a:r>
            <a:r>
              <a:rPr kumimoji="0" lang="ko-KR" altLang="ko-KR" sz="1200" b="0" i="0" u="none" strike="noStrike" cap="none" normalizeH="0" baseline="0" dirty="0" smtClean="0">
                <a:ln>
                  <a:noFill/>
                </a:ln>
                <a:solidFill>
                  <a:srgbClr val="000000"/>
                </a:solidFill>
                <a:effectLst/>
                <a:latin typeface="+mn-ea"/>
              </a:rPr>
              <a:t> </a:t>
            </a:r>
            <a:r>
              <a:rPr kumimoji="0" lang="ko-KR" altLang="ko-KR" sz="1200" b="0" i="0" u="none" strike="noStrike" cap="none" normalizeH="0" baseline="0" dirty="0" err="1" smtClean="0">
                <a:ln>
                  <a:noFill/>
                </a:ln>
                <a:solidFill>
                  <a:srgbClr val="000000"/>
                </a:solidFill>
                <a:effectLst/>
                <a:latin typeface="+mn-ea"/>
              </a:rPr>
              <a:t>i</a:t>
            </a:r>
            <a:r>
              <a:rPr kumimoji="0" lang="ko-KR" altLang="ko-KR" sz="1200" b="0" i="0" u="none" strike="noStrike" cap="none" normalizeH="0" baseline="0" dirty="0" smtClean="0">
                <a:ln>
                  <a:noFill/>
                </a:ln>
                <a:solidFill>
                  <a:srgbClr val="000000"/>
                </a:solidFill>
                <a:effectLst/>
                <a:latin typeface="+mn-ea"/>
              </a:rPr>
              <a:t> = </a:t>
            </a:r>
            <a:r>
              <a:rPr kumimoji="0" lang="ko-KR" altLang="ko-KR" sz="1200" b="1" i="0" u="none" strike="noStrike" cap="none" normalizeH="0" baseline="0" dirty="0" err="1" smtClean="0">
                <a:ln>
                  <a:noFill/>
                </a:ln>
                <a:solidFill>
                  <a:srgbClr val="00B0F0"/>
                </a:solidFill>
                <a:effectLst/>
                <a:latin typeface="+mn-ea"/>
              </a:rPr>
              <a:t>new</a:t>
            </a:r>
            <a:r>
              <a:rPr kumimoji="0" lang="ko-KR" altLang="ko-KR" sz="1200" b="1" i="0" u="none" strike="noStrike" cap="none" normalizeH="0" baseline="0" dirty="0" smtClean="0">
                <a:ln>
                  <a:noFill/>
                </a:ln>
                <a:solidFill>
                  <a:srgbClr val="00B0F0"/>
                </a:solidFill>
                <a:effectLst/>
                <a:latin typeface="+mn-ea"/>
              </a:rPr>
              <a:t> </a:t>
            </a:r>
            <a:r>
              <a:rPr kumimoji="0" lang="ko-KR" altLang="ko-KR" sz="1200" b="0" i="0" u="none" strike="noStrike" cap="none" normalizeH="0" baseline="0" dirty="0" err="1" smtClean="0">
                <a:ln>
                  <a:noFill/>
                </a:ln>
                <a:solidFill>
                  <a:srgbClr val="00B0F0"/>
                </a:solidFill>
                <a:effectLst/>
                <a:latin typeface="+mn-ea"/>
              </a:rPr>
              <a:t>Intent</a:t>
            </a:r>
            <a:r>
              <a:rPr kumimoji="0" lang="ko-KR" altLang="ko-KR" sz="1200" b="0" i="0" u="none" strike="noStrike" cap="none" normalizeH="0" baseline="0" dirty="0" smtClean="0">
                <a:ln>
                  <a:noFill/>
                </a:ln>
                <a:solidFill>
                  <a:srgbClr val="00B0F0"/>
                </a:solidFill>
                <a:effectLst/>
                <a:latin typeface="+mn-ea"/>
              </a:rPr>
              <a:t>(</a:t>
            </a:r>
            <a:r>
              <a:rPr kumimoji="0" lang="ko-KR" altLang="ko-KR" sz="1200" b="1" i="0" u="none" strike="noStrike" cap="none" normalizeH="0" baseline="0" dirty="0" err="1" smtClean="0">
                <a:ln>
                  <a:noFill/>
                </a:ln>
                <a:solidFill>
                  <a:srgbClr val="00B0F0"/>
                </a:solidFill>
                <a:effectLst/>
                <a:latin typeface="+mn-ea"/>
              </a:rPr>
              <a:t>this</a:t>
            </a:r>
            <a:r>
              <a:rPr kumimoji="0" lang="ko-KR" altLang="ko-KR" sz="1200" b="0" i="0" u="none" strike="noStrike" cap="none" normalizeH="0" baseline="0" dirty="0" smtClean="0">
                <a:ln>
                  <a:noFill/>
                </a:ln>
                <a:solidFill>
                  <a:srgbClr val="00B0F0"/>
                </a:solidFill>
                <a:effectLst/>
                <a:latin typeface="+mn-ea"/>
              </a:rPr>
              <a:t>, </a:t>
            </a:r>
            <a:r>
              <a:rPr kumimoji="0" lang="ko-KR" altLang="ko-KR" sz="1200" b="0" i="0" u="none" strike="noStrike" cap="none" normalizeH="0" baseline="0" dirty="0" err="1" smtClean="0">
                <a:ln>
                  <a:noFill/>
                </a:ln>
                <a:solidFill>
                  <a:srgbClr val="00B0F0"/>
                </a:solidFill>
                <a:effectLst/>
                <a:latin typeface="+mn-ea"/>
              </a:rPr>
              <a:t>RemoteCalc.</a:t>
            </a:r>
            <a:r>
              <a:rPr kumimoji="0" lang="ko-KR" altLang="ko-KR" sz="1200" b="1" i="0" u="none" strike="noStrike" cap="none" normalizeH="0" baseline="0" dirty="0" err="1" smtClean="0">
                <a:ln>
                  <a:noFill/>
                </a:ln>
                <a:solidFill>
                  <a:srgbClr val="00B0F0"/>
                </a:solidFill>
                <a:effectLst/>
                <a:latin typeface="+mn-ea"/>
              </a:rPr>
              <a:t>class</a:t>
            </a:r>
            <a:r>
              <a:rPr kumimoji="0" lang="ko-KR" altLang="ko-KR" sz="1200" b="0" i="0" u="none" strike="noStrike" cap="none" normalizeH="0" baseline="0" dirty="0" smtClean="0">
                <a:ln>
                  <a:noFill/>
                </a:ln>
                <a:solidFill>
                  <a:srgbClr val="00B0F0"/>
                </a:solidFill>
                <a:effectLst/>
                <a:latin typeface="+mn-ea"/>
              </a:rPr>
              <a:t>);</a:t>
            </a:r>
            <a:r>
              <a:rPr kumimoji="0" lang="ko-KR" altLang="ko-KR" sz="1200" b="0" i="0" u="none" strike="noStrike" cap="none" normalizeH="0" baseline="0" dirty="0" smtClean="0">
                <a:ln>
                  <a:noFill/>
                </a:ln>
                <a:solidFill>
                  <a:srgbClr val="000000"/>
                </a:solidFill>
                <a:effectLst/>
                <a:latin typeface="+mn-ea"/>
              </a:rPr>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0" i="0" u="none" strike="noStrike" cap="none" normalizeH="0" baseline="0" dirty="0" err="1" smtClean="0">
                <a:ln>
                  <a:noFill/>
                </a:ln>
                <a:solidFill>
                  <a:srgbClr val="FF0000"/>
                </a:solidFill>
                <a:effectLst/>
                <a:latin typeface="+mn-ea"/>
              </a:rPr>
              <a:t>bindService</a:t>
            </a:r>
            <a:r>
              <a:rPr kumimoji="0" lang="ko-KR" altLang="ko-KR" sz="1200" b="0" i="0" u="none" strike="noStrike" cap="none" normalizeH="0" baseline="0" dirty="0" smtClean="0">
                <a:ln>
                  <a:noFill/>
                </a:ln>
                <a:solidFill>
                  <a:srgbClr val="000000"/>
                </a:solidFill>
                <a:effectLst/>
                <a:latin typeface="+mn-ea"/>
              </a:rPr>
              <a:t>(</a:t>
            </a:r>
            <a:r>
              <a:rPr kumimoji="0" lang="ko-KR" altLang="ko-KR" sz="1200" b="0" i="0" u="none" strike="noStrike" cap="none" normalizeH="0" baseline="0" dirty="0" err="1" smtClean="0">
                <a:ln>
                  <a:noFill/>
                </a:ln>
                <a:solidFill>
                  <a:srgbClr val="000000"/>
                </a:solidFill>
                <a:effectLst/>
                <a:latin typeface="+mn-ea"/>
              </a:rPr>
              <a:t>i</a:t>
            </a:r>
            <a:r>
              <a:rPr kumimoji="0" lang="ko-KR" altLang="ko-KR" sz="1200" b="0" i="0" u="none" strike="noStrike" cap="none" normalizeH="0" baseline="0" dirty="0" smtClean="0">
                <a:ln>
                  <a:noFill/>
                </a:ln>
                <a:solidFill>
                  <a:srgbClr val="000000"/>
                </a:solidFill>
                <a:effectLst/>
                <a:latin typeface="+mn-ea"/>
              </a:rPr>
              <a:t>, </a:t>
            </a:r>
            <a:r>
              <a:rPr lang="en-US" altLang="ko-KR" sz="1200" b="1" dirty="0" err="1">
                <a:solidFill>
                  <a:srgbClr val="660E7A"/>
                </a:solidFill>
                <a:latin typeface="+mn-ea"/>
              </a:rPr>
              <a:t>serviceConnection</a:t>
            </a:r>
            <a:r>
              <a:rPr kumimoji="0" lang="ko-KR" altLang="ko-KR" sz="1200" b="0" i="0" u="none" strike="noStrike" cap="none" normalizeH="0" baseline="0" dirty="0" smtClean="0">
                <a:ln>
                  <a:noFill/>
                </a:ln>
                <a:solidFill>
                  <a:srgbClr val="000000"/>
                </a:solidFill>
                <a:effectLst/>
                <a:latin typeface="+mn-ea"/>
              </a:rPr>
              <a:t>, </a:t>
            </a:r>
            <a:r>
              <a:rPr kumimoji="0" lang="ko-KR" altLang="ko-KR" sz="1200" b="1" i="1" u="none" strike="noStrike" cap="none" normalizeH="0" baseline="0" dirty="0" smtClean="0">
                <a:ln>
                  <a:noFill/>
                </a:ln>
                <a:solidFill>
                  <a:srgbClr val="660E7A"/>
                </a:solidFill>
                <a:effectLst/>
                <a:latin typeface="+mn-ea"/>
              </a:rPr>
              <a:t>BIND_AUTO_CREATE</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err="1" smtClean="0">
                <a:ln>
                  <a:noFill/>
                </a:ln>
                <a:solidFill>
                  <a:srgbClr val="000080"/>
                </a:solidFill>
                <a:effectLst/>
                <a:latin typeface="+mn-ea"/>
              </a:rPr>
              <a:t>public</a:t>
            </a:r>
            <a:r>
              <a:rPr kumimoji="0" lang="ko-KR" altLang="ko-KR" sz="1200" b="1" i="0" u="none" strike="noStrike" cap="none" normalizeH="0" baseline="0" dirty="0" smtClean="0">
                <a:ln>
                  <a:noFill/>
                </a:ln>
                <a:solidFill>
                  <a:srgbClr val="000080"/>
                </a:solidFill>
                <a:effectLst/>
                <a:latin typeface="+mn-ea"/>
              </a:rPr>
              <a:t> </a:t>
            </a:r>
            <a:r>
              <a:rPr kumimoji="0" lang="ko-KR" altLang="ko-KR" sz="1200" b="1" i="0" u="none" strike="noStrike" cap="none" normalizeH="0" baseline="0" dirty="0" err="1" smtClean="0">
                <a:ln>
                  <a:noFill/>
                </a:ln>
                <a:solidFill>
                  <a:srgbClr val="000080"/>
                </a:solidFill>
                <a:effectLst/>
                <a:latin typeface="+mn-ea"/>
              </a:rPr>
              <a:t>void</a:t>
            </a:r>
            <a:r>
              <a:rPr kumimoji="0" lang="ko-KR" altLang="ko-KR" sz="1200" b="1" i="0" u="none" strike="noStrike" cap="none" normalizeH="0" baseline="0" dirty="0" smtClean="0">
                <a:ln>
                  <a:noFill/>
                </a:ln>
                <a:solidFill>
                  <a:srgbClr val="000080"/>
                </a:solidFill>
                <a:effectLst/>
                <a:latin typeface="+mn-ea"/>
              </a:rPr>
              <a:t> </a:t>
            </a:r>
            <a:r>
              <a:rPr kumimoji="0" lang="ko-KR" altLang="ko-KR" sz="1200" b="0" i="0" u="none" strike="noStrike" cap="none" normalizeH="0" baseline="0" dirty="0" err="1" smtClean="0">
                <a:ln>
                  <a:noFill/>
                </a:ln>
                <a:solidFill>
                  <a:srgbClr val="000000"/>
                </a:solidFill>
                <a:effectLst/>
                <a:latin typeface="+mn-ea"/>
              </a:rPr>
              <a:t>onPause</a:t>
            </a:r>
            <a:r>
              <a:rPr kumimoji="0" lang="ko-KR" altLang="ko-KR" sz="1200" b="0" i="0" u="none" strike="noStrike" cap="none" normalizeH="0" baseline="0" dirty="0" smtClean="0">
                <a:ln>
                  <a:noFill/>
                </a:ln>
                <a:solidFill>
                  <a:srgbClr val="000000"/>
                </a:solidFill>
                <a:effectLst/>
                <a:latin typeface="+mn-ea"/>
              </a:rPr>
              <a:t>() {</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1" i="0" u="none" strike="noStrike" cap="none" normalizeH="0" baseline="0" dirty="0" err="1" smtClean="0">
                <a:ln>
                  <a:noFill/>
                </a:ln>
                <a:solidFill>
                  <a:srgbClr val="000080"/>
                </a:solidFill>
                <a:effectLst/>
                <a:latin typeface="+mn-ea"/>
              </a:rPr>
              <a:t>super</a:t>
            </a:r>
            <a:r>
              <a:rPr kumimoji="0" lang="ko-KR" altLang="ko-KR" sz="1200" b="0" i="0" u="none" strike="noStrike" cap="none" normalizeH="0" baseline="0" dirty="0" err="1" smtClean="0">
                <a:ln>
                  <a:noFill/>
                </a:ln>
                <a:solidFill>
                  <a:srgbClr val="000000"/>
                </a:solidFill>
                <a:effectLst/>
                <a:latin typeface="+mn-ea"/>
              </a:rPr>
              <a:t>.onPause</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r>
              <a:rPr kumimoji="0" lang="ko-KR" altLang="ko-KR" sz="1200" b="0" i="0" u="none" strike="noStrike" cap="none" normalizeH="0" baseline="0" dirty="0" err="1" smtClean="0">
                <a:ln>
                  <a:noFill/>
                </a:ln>
                <a:solidFill>
                  <a:srgbClr val="FF0000"/>
                </a:solidFill>
                <a:effectLst/>
                <a:latin typeface="+mn-ea"/>
              </a:rPr>
              <a:t>unbindService</a:t>
            </a:r>
            <a:r>
              <a:rPr kumimoji="0" lang="ko-KR" altLang="ko-KR" sz="1200" b="0" i="0" u="none" strike="noStrike" cap="none" normalizeH="0" baseline="0" dirty="0" smtClean="0">
                <a:ln>
                  <a:noFill/>
                </a:ln>
                <a:solidFill>
                  <a:srgbClr val="000000"/>
                </a:solidFill>
                <a:effectLst/>
                <a:latin typeface="+mn-ea"/>
              </a:rPr>
              <a:t>(</a:t>
            </a:r>
            <a:r>
              <a:rPr lang="en-US" altLang="ko-KR" sz="1200" b="1" dirty="0" err="1">
                <a:solidFill>
                  <a:srgbClr val="660E7A"/>
                </a:solidFill>
                <a:latin typeface="+mn-ea"/>
              </a:rPr>
              <a:t>serviceConnection</a:t>
            </a:r>
            <a:r>
              <a:rPr kumimoji="0" lang="ko-KR" altLang="ko-KR" sz="1200" b="0" i="0" u="none" strike="noStrike" cap="none" normalizeH="0" baseline="0" dirty="0" smtClean="0">
                <a:ln>
                  <a:noFill/>
                </a:ln>
                <a:solidFill>
                  <a:srgbClr val="000000"/>
                </a:solidFill>
                <a:effectLst/>
                <a:latin typeface="+mn-ea"/>
              </a:rPr>
              <a:t>);</a:t>
            </a:r>
            <a:br>
              <a:rPr kumimoji="0" lang="ko-KR" altLang="ko-KR" sz="1200" b="0" i="0" u="none" strike="noStrike" cap="none" normalizeH="0" baseline="0" dirty="0" smtClean="0">
                <a:ln>
                  <a:noFill/>
                </a:ln>
                <a:solidFill>
                  <a:srgbClr val="000000"/>
                </a:solidFill>
                <a:effectLst/>
                <a:latin typeface="+mn-ea"/>
              </a:rPr>
            </a:br>
            <a:r>
              <a:rPr kumimoji="0" lang="ko-KR" altLang="ko-KR" sz="1200" b="0" i="0" u="none" strike="noStrike" cap="none" normalizeH="0" baseline="0" dirty="0" smtClean="0">
                <a:ln>
                  <a:noFill/>
                </a:ln>
                <a:solidFill>
                  <a:srgbClr val="000000"/>
                </a:solidFill>
                <a:effectLst/>
                <a:latin typeface="+mn-ea"/>
              </a:rPr>
              <a:t>    }</a:t>
            </a:r>
            <a:endParaRPr kumimoji="0" lang="ko-KR" altLang="ko-KR" sz="3200" b="0" i="0" u="none" strike="noStrike" cap="none" normalizeH="0" baseline="0" dirty="0" smtClean="0">
              <a:ln>
                <a:noFill/>
              </a:ln>
              <a:solidFill>
                <a:schemeClr val="tx1"/>
              </a:solidFill>
              <a:effectLst/>
              <a:latin typeface="+mn-ea"/>
            </a:endParaRPr>
          </a:p>
        </p:txBody>
      </p:sp>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32</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a:t>Service Controller</a:t>
            </a:r>
            <a:endParaRPr lang="ko-KR" altLang="en-US" dirty="0"/>
          </a:p>
        </p:txBody>
      </p:sp>
      <p:sp>
        <p:nvSpPr>
          <p:cNvPr id="5" name="TextBox 4"/>
          <p:cNvSpPr txBox="1"/>
          <p:nvPr/>
        </p:nvSpPr>
        <p:spPr>
          <a:xfrm>
            <a:off x="573609" y="1203417"/>
            <a:ext cx="2185470" cy="707886"/>
          </a:xfrm>
          <a:prstGeom prst="rect">
            <a:avLst/>
          </a:prstGeom>
          <a:noFill/>
        </p:spPr>
        <p:txBody>
          <a:bodyPr wrap="none" rtlCol="0">
            <a:spAutoFit/>
          </a:bodyPr>
          <a:lstStyle/>
          <a:p>
            <a:r>
              <a:rPr lang="en-US" altLang="ko-KR" sz="2000" b="1" dirty="0" smtClean="0">
                <a:solidFill>
                  <a:prstClr val="black"/>
                </a:solidFill>
              </a:rPr>
              <a:t>RemoteTest_1</a:t>
            </a:r>
            <a:endParaRPr lang="en-US" altLang="ko-KR" sz="2000" b="1" dirty="0">
              <a:solidFill>
                <a:prstClr val="black"/>
              </a:solidFill>
            </a:endParaRPr>
          </a:p>
          <a:p>
            <a:r>
              <a:rPr lang="en-US" altLang="ko-KR" sz="2000" dirty="0" smtClean="0">
                <a:solidFill>
                  <a:prstClr val="black"/>
                </a:solidFill>
              </a:rPr>
              <a:t>MainActivity.java</a:t>
            </a:r>
            <a:endParaRPr lang="ko-KR" altLang="en-US" sz="2000" dirty="0">
              <a:solidFill>
                <a:prstClr val="black"/>
              </a:solidFill>
            </a:endParaRPr>
          </a:p>
        </p:txBody>
      </p:sp>
      <p:sp>
        <p:nvSpPr>
          <p:cNvPr id="6" name="직사각형 5"/>
          <p:cNvSpPr/>
          <p:nvPr/>
        </p:nvSpPr>
        <p:spPr>
          <a:xfrm>
            <a:off x="2342077" y="3198266"/>
            <a:ext cx="6344723" cy="307777"/>
          </a:xfrm>
          <a:prstGeom prst="rect">
            <a:avLst/>
          </a:prstGeom>
        </p:spPr>
        <p:txBody>
          <a:bodyPr wrap="square">
            <a:spAutoFit/>
          </a:bodyPr>
          <a:lstStyle/>
          <a:p>
            <a:r>
              <a:rPr lang="en-US" altLang="ko-KR" sz="1400" dirty="0" smtClean="0">
                <a:solidFill>
                  <a:srgbClr val="008000"/>
                </a:solidFill>
                <a:latin typeface="Roboto"/>
                <a:ea typeface="휴먼엑스포" panose="02030504000101010101" pitchFamily="18" charset="-127"/>
              </a:rPr>
              <a:t>※ </a:t>
            </a:r>
            <a:r>
              <a:rPr lang="en-US" altLang="ko-KR" sz="1400" dirty="0" smtClean="0">
                <a:solidFill>
                  <a:srgbClr val="008000"/>
                </a:solidFill>
                <a:latin typeface="Roboto"/>
              </a:rPr>
              <a:t>Enables </a:t>
            </a:r>
            <a:r>
              <a:rPr lang="en-US" altLang="ko-KR" sz="1400" dirty="0">
                <a:solidFill>
                  <a:srgbClr val="008000"/>
                </a:solidFill>
                <a:latin typeface="Roboto"/>
              </a:rPr>
              <a:t>the ability to share interaction execution status cross process</a:t>
            </a:r>
            <a:endParaRPr lang="ko-KR" altLang="en-US" sz="1400" dirty="0">
              <a:solidFill>
                <a:srgbClr val="008000"/>
              </a:solidFill>
            </a:endParaRPr>
          </a:p>
        </p:txBody>
      </p:sp>
    </p:spTree>
    <p:extLst>
      <p:ext uri="{BB962C8B-B14F-4D97-AF65-F5344CB8AC3E}">
        <p14:creationId xmlns:p14="http://schemas.microsoft.com/office/powerpoint/2010/main" val="411995630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33</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a:t>Service Controller</a:t>
            </a:r>
            <a:endParaRPr lang="ko-KR" altLang="en-US" dirty="0"/>
          </a:p>
        </p:txBody>
      </p:sp>
      <p:sp>
        <p:nvSpPr>
          <p:cNvPr id="4" name="Rectangle 1"/>
          <p:cNvSpPr>
            <a:spLocks noChangeArrowheads="1"/>
          </p:cNvSpPr>
          <p:nvPr/>
        </p:nvSpPr>
        <p:spPr bwMode="auto">
          <a:xfrm>
            <a:off x="738351" y="2170045"/>
            <a:ext cx="7667297" cy="3754874"/>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1" i="0" u="none" strike="noStrike" cap="none" normalizeH="0" baseline="0" dirty="0" smtClean="0">
                <a:ln>
                  <a:noFill/>
                </a:ln>
                <a:solidFill>
                  <a:srgbClr val="000080"/>
                </a:solidFill>
                <a:effectLst/>
                <a:latin typeface="+mn-ea"/>
              </a:rPr>
              <a:t>public void </a:t>
            </a:r>
            <a:r>
              <a:rPr kumimoji="0" lang="ko-KR" altLang="ko-KR" sz="1400" b="0" i="0" u="none" strike="noStrike" cap="none" normalizeH="0" baseline="0" dirty="0" smtClean="0">
                <a:ln>
                  <a:noFill/>
                </a:ln>
                <a:solidFill>
                  <a:srgbClr val="000000"/>
                </a:solidFill>
                <a:effectLst/>
                <a:latin typeface="+mn-ea"/>
              </a:rPr>
              <a:t>callRemoteAdd(View v) {</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a:t>
            </a:r>
            <a:r>
              <a:rPr kumimoji="0" lang="ko-KR" altLang="ko-KR" sz="1400" b="1" i="0" u="none" strike="noStrike" cap="none" normalizeH="0" baseline="0" dirty="0" smtClean="0">
                <a:ln>
                  <a:noFill/>
                </a:ln>
                <a:solidFill>
                  <a:srgbClr val="000080"/>
                </a:solidFill>
                <a:effectLst/>
                <a:latin typeface="+mn-ea"/>
              </a:rPr>
              <a:t>try </a:t>
            </a:r>
            <a:r>
              <a:rPr kumimoji="0" lang="ko-KR" altLang="ko-KR" sz="1400" b="0" i="0" u="none" strike="noStrike" cap="none" normalizeH="0" baseline="0" dirty="0" smtClean="0">
                <a:ln>
                  <a:noFill/>
                </a:ln>
                <a:solidFill>
                  <a:srgbClr val="000000"/>
                </a:solidFill>
                <a:effectLst/>
                <a:latin typeface="+mn-ea"/>
              </a:rPr>
              <a: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a:t>
            </a:r>
            <a:r>
              <a:rPr kumimoji="0" lang="ko-KR" altLang="ko-KR" sz="1400" b="1" i="0" u="none" strike="noStrike" cap="none" normalizeH="0" baseline="0" dirty="0" smtClean="0">
                <a:ln>
                  <a:noFill/>
                </a:ln>
                <a:solidFill>
                  <a:srgbClr val="000080"/>
                </a:solidFill>
                <a:effectLst/>
                <a:latin typeface="+mn-ea"/>
              </a:rPr>
              <a:t>int </a:t>
            </a:r>
            <a:r>
              <a:rPr kumimoji="0" lang="ko-KR" altLang="ko-KR" sz="1400" b="0" i="0" u="none" strike="noStrike" cap="none" normalizeH="0" baseline="0" dirty="0" smtClean="0">
                <a:ln>
                  <a:noFill/>
                </a:ln>
                <a:solidFill>
                  <a:srgbClr val="000000"/>
                </a:solidFill>
                <a:effectLst/>
                <a:latin typeface="+mn-ea"/>
              </a:rPr>
              <a:t>ret = </a:t>
            </a:r>
            <a:r>
              <a:rPr kumimoji="0" lang="ko-KR" altLang="ko-KR" sz="1400" b="1" i="0" u="none" strike="noStrike" cap="none" normalizeH="0" baseline="0" dirty="0" smtClean="0">
                <a:ln>
                  <a:noFill/>
                </a:ln>
                <a:solidFill>
                  <a:srgbClr val="00B0F0"/>
                </a:solidFill>
                <a:effectLst/>
                <a:latin typeface="+mn-ea"/>
              </a:rPr>
              <a:t>mCalc</a:t>
            </a:r>
            <a:r>
              <a:rPr kumimoji="0" lang="ko-KR" altLang="ko-KR" sz="1400" b="0" i="0" u="none" strike="noStrike" cap="none" normalizeH="0" baseline="0" dirty="0" smtClean="0">
                <a:ln>
                  <a:noFill/>
                </a:ln>
                <a:solidFill>
                  <a:srgbClr val="00B0F0"/>
                </a:solidFill>
                <a:effectLst/>
                <a:latin typeface="+mn-ea"/>
              </a:rPr>
              <a:t>.add(11, 6)</a:t>
            </a:r>
            <a:r>
              <a:rPr kumimoji="0" lang="ko-KR" altLang="ko-KR" sz="1400" b="0" i="0" u="none" strike="noStrike" cap="none" normalizeH="0" baseline="0" dirty="0" smtClean="0">
                <a:ln>
                  <a:noFill/>
                </a:ln>
                <a:solidFill>
                  <a:srgbClr val="000000"/>
                </a:solidFill>
                <a:effectLst/>
                <a:latin typeface="+mn-ea"/>
              </a:rPr>
              <a: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Toast.</a:t>
            </a:r>
            <a:r>
              <a:rPr kumimoji="0" lang="ko-KR" altLang="ko-KR" sz="1400" b="0" i="1" u="none" strike="noStrike" cap="none" normalizeH="0" baseline="0" dirty="0" smtClean="0">
                <a:ln>
                  <a:noFill/>
                </a:ln>
                <a:solidFill>
                  <a:srgbClr val="000000"/>
                </a:solidFill>
                <a:effectLst/>
                <a:latin typeface="+mn-ea"/>
              </a:rPr>
              <a:t>makeText</a:t>
            </a:r>
            <a:r>
              <a:rPr kumimoji="0" lang="ko-KR" altLang="ko-KR" sz="1400" b="0" i="0" u="none" strike="noStrike" cap="none" normalizeH="0" baseline="0" dirty="0" smtClean="0">
                <a:ln>
                  <a:noFill/>
                </a:ln>
                <a:solidFill>
                  <a:srgbClr val="000000"/>
                </a:solidFill>
                <a:effectLst/>
                <a:latin typeface="+mn-ea"/>
              </a:rPr>
              <a:t>(</a:t>
            </a:r>
            <a:r>
              <a:rPr kumimoji="0" lang="ko-KR" altLang="ko-KR" sz="1400" b="1" i="0" u="none" strike="noStrike" cap="none" normalizeH="0" baseline="0" dirty="0" smtClean="0">
                <a:ln>
                  <a:noFill/>
                </a:ln>
                <a:solidFill>
                  <a:srgbClr val="000080"/>
                </a:solidFill>
                <a:effectLst/>
                <a:latin typeface="+mn-ea"/>
              </a:rPr>
              <a:t>this</a:t>
            </a:r>
            <a:r>
              <a:rPr kumimoji="0" lang="ko-KR" altLang="ko-KR" sz="1400" b="0" i="0" u="none" strike="noStrike" cap="none" normalizeH="0" baseline="0" dirty="0" smtClean="0">
                <a:ln>
                  <a:noFill/>
                </a:ln>
                <a:solidFill>
                  <a:srgbClr val="000000"/>
                </a:solidFill>
                <a:effectLst/>
                <a:latin typeface="+mn-ea"/>
              </a:rPr>
              <a:t>, </a:t>
            </a:r>
            <a:r>
              <a:rPr kumimoji="0" lang="ko-KR" altLang="ko-KR" sz="1400" b="1" i="0" u="none" strike="noStrike" cap="none" normalizeH="0" baseline="0" dirty="0" smtClean="0">
                <a:ln>
                  <a:noFill/>
                </a:ln>
                <a:solidFill>
                  <a:srgbClr val="008000"/>
                </a:solidFill>
                <a:effectLst/>
                <a:latin typeface="+mn-ea"/>
              </a:rPr>
              <a:t>"11 + 6 = " </a:t>
            </a:r>
            <a:r>
              <a:rPr kumimoji="0" lang="ko-KR" altLang="ko-KR" sz="1400" b="0" i="0" u="none" strike="noStrike" cap="none" normalizeH="0" baseline="0" dirty="0" smtClean="0">
                <a:ln>
                  <a:noFill/>
                </a:ln>
                <a:solidFill>
                  <a:srgbClr val="000000"/>
                </a:solidFill>
                <a:effectLst/>
                <a:latin typeface="+mn-ea"/>
              </a:rPr>
              <a:t>+ ret, Toast.</a:t>
            </a:r>
            <a:r>
              <a:rPr kumimoji="0" lang="ko-KR" altLang="ko-KR" sz="1400" b="1" i="1" u="none" strike="noStrike" cap="none" normalizeH="0" baseline="0" dirty="0" smtClean="0">
                <a:ln>
                  <a:noFill/>
                </a:ln>
                <a:solidFill>
                  <a:srgbClr val="660E7A"/>
                </a:solidFill>
                <a:effectLst/>
                <a:latin typeface="+mn-ea"/>
              </a:rPr>
              <a:t>LENGTH_SHORT</a:t>
            </a:r>
            <a:r>
              <a:rPr kumimoji="0" lang="ko-KR" altLang="ko-KR" sz="1400" b="0" i="0" u="none" strike="noStrike" cap="none" normalizeH="0" baseline="0" dirty="0" smtClean="0">
                <a:ln>
                  <a:noFill/>
                </a:ln>
                <a:solidFill>
                  <a:srgbClr val="000000"/>
                </a:solidFill>
                <a:effectLst/>
                <a:latin typeface="+mn-ea"/>
              </a:rPr>
              <a:t>).show();</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 </a:t>
            </a:r>
            <a:r>
              <a:rPr kumimoji="0" lang="ko-KR" altLang="ko-KR" sz="1400" b="1" i="0" u="none" strike="noStrike" cap="none" normalizeH="0" baseline="0" dirty="0" smtClean="0">
                <a:ln>
                  <a:noFill/>
                </a:ln>
                <a:solidFill>
                  <a:srgbClr val="000080"/>
                </a:solidFill>
                <a:effectLst/>
                <a:latin typeface="+mn-ea"/>
              </a:rPr>
              <a:t>catch </a:t>
            </a:r>
            <a:r>
              <a:rPr kumimoji="0" lang="ko-KR" altLang="ko-KR" sz="1400" b="0" i="0" u="none" strike="noStrike" cap="none" normalizeH="0" baseline="0" dirty="0" smtClean="0">
                <a:ln>
                  <a:noFill/>
                </a:ln>
                <a:solidFill>
                  <a:srgbClr val="000000"/>
                </a:solidFill>
                <a:effectLst/>
                <a:latin typeface="+mn-ea"/>
              </a:rPr>
              <a:t>(RemoteException e) {</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e.printStackTrace();</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a:r>
            <a:br>
              <a:rPr kumimoji="0" lang="ko-KR" altLang="ko-KR" sz="1400" b="0" i="0" u="none" strike="noStrike" cap="none" normalizeH="0" baseline="0" dirty="0" smtClean="0">
                <a:ln>
                  <a:noFill/>
                </a:ln>
                <a:solidFill>
                  <a:srgbClr val="000000"/>
                </a:solidFill>
                <a:effectLst/>
                <a:latin typeface="+mn-ea"/>
              </a:rPr>
            </a:br>
            <a:r>
              <a:rPr kumimoji="0" lang="ko-KR" altLang="ko-KR" sz="1400" b="1" i="0" u="none" strike="noStrike" cap="none" normalizeH="0" baseline="0" dirty="0" smtClean="0">
                <a:ln>
                  <a:noFill/>
                </a:ln>
                <a:solidFill>
                  <a:srgbClr val="000080"/>
                </a:solidFill>
                <a:effectLst/>
                <a:latin typeface="+mn-ea"/>
              </a:rPr>
              <a:t>public void </a:t>
            </a:r>
            <a:r>
              <a:rPr kumimoji="0" lang="ko-KR" altLang="ko-KR" sz="1400" b="0" i="0" u="none" strike="noStrike" cap="none" normalizeH="0" baseline="0" dirty="0" smtClean="0">
                <a:ln>
                  <a:noFill/>
                </a:ln>
                <a:solidFill>
                  <a:srgbClr val="000000"/>
                </a:solidFill>
                <a:effectLst/>
                <a:latin typeface="+mn-ea"/>
              </a:rPr>
              <a:t>callRemoteMultiply(View v) {</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a:t>
            </a:r>
            <a:r>
              <a:rPr kumimoji="0" lang="ko-KR" altLang="ko-KR" sz="1400" b="1" i="0" u="none" strike="noStrike" cap="none" normalizeH="0" baseline="0" dirty="0" smtClean="0">
                <a:ln>
                  <a:noFill/>
                </a:ln>
                <a:solidFill>
                  <a:srgbClr val="000080"/>
                </a:solidFill>
                <a:effectLst/>
                <a:latin typeface="+mn-ea"/>
              </a:rPr>
              <a:t>try </a:t>
            </a:r>
            <a:r>
              <a:rPr kumimoji="0" lang="ko-KR" altLang="ko-KR" sz="1400" b="0" i="0" u="none" strike="noStrike" cap="none" normalizeH="0" baseline="0" dirty="0" smtClean="0">
                <a:ln>
                  <a:noFill/>
                </a:ln>
                <a:solidFill>
                  <a:srgbClr val="000000"/>
                </a:solidFill>
                <a:effectLst/>
                <a:latin typeface="+mn-ea"/>
              </a:rPr>
              <a: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a:t>
            </a:r>
            <a:r>
              <a:rPr kumimoji="0" lang="ko-KR" altLang="ko-KR" sz="1400" b="1" i="0" u="none" strike="noStrike" cap="none" normalizeH="0" baseline="0" dirty="0" smtClean="0">
                <a:ln>
                  <a:noFill/>
                </a:ln>
                <a:solidFill>
                  <a:srgbClr val="000080"/>
                </a:solidFill>
                <a:effectLst/>
                <a:latin typeface="+mn-ea"/>
              </a:rPr>
              <a:t>int </a:t>
            </a:r>
            <a:r>
              <a:rPr kumimoji="0" lang="ko-KR" altLang="ko-KR" sz="1400" b="0" i="0" u="none" strike="noStrike" cap="none" normalizeH="0" baseline="0" dirty="0" smtClean="0">
                <a:ln>
                  <a:noFill/>
                </a:ln>
                <a:solidFill>
                  <a:srgbClr val="000000"/>
                </a:solidFill>
                <a:effectLst/>
                <a:latin typeface="+mn-ea"/>
              </a:rPr>
              <a:t>ret = </a:t>
            </a:r>
            <a:r>
              <a:rPr kumimoji="0" lang="ko-KR" altLang="ko-KR" sz="1400" b="1" i="0" u="none" strike="noStrike" cap="none" normalizeH="0" baseline="0" dirty="0" smtClean="0">
                <a:ln>
                  <a:noFill/>
                </a:ln>
                <a:solidFill>
                  <a:srgbClr val="00B0F0"/>
                </a:solidFill>
                <a:effectLst/>
                <a:latin typeface="+mn-ea"/>
              </a:rPr>
              <a:t>mCalc</a:t>
            </a:r>
            <a:r>
              <a:rPr kumimoji="0" lang="ko-KR" altLang="ko-KR" sz="1400" b="0" i="0" u="none" strike="noStrike" cap="none" normalizeH="0" baseline="0" dirty="0" smtClean="0">
                <a:ln>
                  <a:noFill/>
                </a:ln>
                <a:solidFill>
                  <a:srgbClr val="00B0F0"/>
                </a:solidFill>
                <a:effectLst/>
                <a:latin typeface="+mn-ea"/>
              </a:rPr>
              <a:t>.multiply(11, 6)</a:t>
            </a:r>
            <a:r>
              <a:rPr kumimoji="0" lang="ko-KR" altLang="ko-KR" sz="1400" b="0" i="0" u="none" strike="noStrike" cap="none" normalizeH="0" baseline="0" dirty="0" smtClean="0">
                <a:ln>
                  <a:noFill/>
                </a:ln>
                <a:solidFill>
                  <a:srgbClr val="000000"/>
                </a:solidFill>
                <a:effectLst/>
                <a:latin typeface="+mn-ea"/>
              </a:rPr>
              <a:t>;</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Toast.</a:t>
            </a:r>
            <a:r>
              <a:rPr kumimoji="0" lang="ko-KR" altLang="ko-KR" sz="1400" b="0" i="1" u="none" strike="noStrike" cap="none" normalizeH="0" baseline="0" dirty="0" smtClean="0">
                <a:ln>
                  <a:noFill/>
                </a:ln>
                <a:solidFill>
                  <a:srgbClr val="000000"/>
                </a:solidFill>
                <a:effectLst/>
                <a:latin typeface="+mn-ea"/>
              </a:rPr>
              <a:t>makeText</a:t>
            </a:r>
            <a:r>
              <a:rPr kumimoji="0" lang="ko-KR" altLang="ko-KR" sz="1400" b="0" i="0" u="none" strike="noStrike" cap="none" normalizeH="0" baseline="0" dirty="0" smtClean="0">
                <a:ln>
                  <a:noFill/>
                </a:ln>
                <a:solidFill>
                  <a:srgbClr val="000000"/>
                </a:solidFill>
                <a:effectLst/>
                <a:latin typeface="+mn-ea"/>
              </a:rPr>
              <a:t>(</a:t>
            </a:r>
            <a:r>
              <a:rPr kumimoji="0" lang="ko-KR" altLang="ko-KR" sz="1400" b="1" i="0" u="none" strike="noStrike" cap="none" normalizeH="0" baseline="0" dirty="0" smtClean="0">
                <a:ln>
                  <a:noFill/>
                </a:ln>
                <a:solidFill>
                  <a:srgbClr val="000080"/>
                </a:solidFill>
                <a:effectLst/>
                <a:latin typeface="+mn-ea"/>
              </a:rPr>
              <a:t>this</a:t>
            </a:r>
            <a:r>
              <a:rPr kumimoji="0" lang="ko-KR" altLang="ko-KR" sz="1400" b="0" i="0" u="none" strike="noStrike" cap="none" normalizeH="0" baseline="0" dirty="0" smtClean="0">
                <a:ln>
                  <a:noFill/>
                </a:ln>
                <a:solidFill>
                  <a:srgbClr val="000000"/>
                </a:solidFill>
                <a:effectLst/>
                <a:latin typeface="+mn-ea"/>
              </a:rPr>
              <a:t>, </a:t>
            </a:r>
            <a:r>
              <a:rPr kumimoji="0" lang="ko-KR" altLang="ko-KR" sz="1400" b="1" i="0" u="none" strike="noStrike" cap="none" normalizeH="0" baseline="0" dirty="0" smtClean="0">
                <a:ln>
                  <a:noFill/>
                </a:ln>
                <a:solidFill>
                  <a:srgbClr val="008000"/>
                </a:solidFill>
                <a:effectLst/>
                <a:latin typeface="+mn-ea"/>
              </a:rPr>
              <a:t>"11 * 6 = " </a:t>
            </a:r>
            <a:r>
              <a:rPr kumimoji="0" lang="ko-KR" altLang="ko-KR" sz="1400" b="0" i="0" u="none" strike="noStrike" cap="none" normalizeH="0" baseline="0" dirty="0" smtClean="0">
                <a:ln>
                  <a:noFill/>
                </a:ln>
                <a:solidFill>
                  <a:srgbClr val="000000"/>
                </a:solidFill>
                <a:effectLst/>
                <a:latin typeface="+mn-ea"/>
              </a:rPr>
              <a:t>+ ret, Toast.</a:t>
            </a:r>
            <a:r>
              <a:rPr kumimoji="0" lang="ko-KR" altLang="ko-KR" sz="1400" b="1" i="1" u="none" strike="noStrike" cap="none" normalizeH="0" baseline="0" dirty="0" smtClean="0">
                <a:ln>
                  <a:noFill/>
                </a:ln>
                <a:solidFill>
                  <a:srgbClr val="660E7A"/>
                </a:solidFill>
                <a:effectLst/>
                <a:latin typeface="+mn-ea"/>
              </a:rPr>
              <a:t>LENGTH_SHORT</a:t>
            </a:r>
            <a:r>
              <a:rPr kumimoji="0" lang="ko-KR" altLang="ko-KR" sz="1400" b="0" i="0" u="none" strike="noStrike" cap="none" normalizeH="0" baseline="0" dirty="0" smtClean="0">
                <a:ln>
                  <a:noFill/>
                </a:ln>
                <a:solidFill>
                  <a:srgbClr val="000000"/>
                </a:solidFill>
                <a:effectLst/>
                <a:latin typeface="+mn-ea"/>
              </a:rPr>
              <a:t>).show();</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 </a:t>
            </a:r>
            <a:r>
              <a:rPr kumimoji="0" lang="ko-KR" altLang="ko-KR" sz="1400" b="1" i="0" u="none" strike="noStrike" cap="none" normalizeH="0" baseline="0" dirty="0" smtClean="0">
                <a:ln>
                  <a:noFill/>
                </a:ln>
                <a:solidFill>
                  <a:srgbClr val="000080"/>
                </a:solidFill>
                <a:effectLst/>
                <a:latin typeface="+mn-ea"/>
              </a:rPr>
              <a:t>catch </a:t>
            </a:r>
            <a:r>
              <a:rPr kumimoji="0" lang="ko-KR" altLang="ko-KR" sz="1400" b="0" i="0" u="none" strike="noStrike" cap="none" normalizeH="0" baseline="0" dirty="0" smtClean="0">
                <a:ln>
                  <a:noFill/>
                </a:ln>
                <a:solidFill>
                  <a:srgbClr val="000000"/>
                </a:solidFill>
                <a:effectLst/>
                <a:latin typeface="+mn-ea"/>
              </a:rPr>
              <a:t>(RemoteException e) {</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e.printStackTrace();</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    }</a:t>
            </a:r>
            <a:br>
              <a:rPr kumimoji="0" lang="ko-KR" altLang="ko-KR" sz="1400" b="0" i="0" u="none" strike="noStrike" cap="none" normalizeH="0" baseline="0" dirty="0" smtClean="0">
                <a:ln>
                  <a:noFill/>
                </a:ln>
                <a:solidFill>
                  <a:srgbClr val="000000"/>
                </a:solidFill>
                <a:effectLst/>
                <a:latin typeface="+mn-ea"/>
              </a:rPr>
            </a:br>
            <a:r>
              <a:rPr kumimoji="0" lang="ko-KR" altLang="ko-KR" sz="1400" b="0" i="0" u="none" strike="noStrike" cap="none" normalizeH="0" baseline="0" dirty="0" smtClean="0">
                <a:ln>
                  <a:noFill/>
                </a:ln>
                <a:solidFill>
                  <a:srgbClr val="000000"/>
                </a:solidFill>
                <a:effectLst/>
                <a:latin typeface="+mn-ea"/>
              </a:rPr>
              <a:t>}</a:t>
            </a:r>
            <a:endParaRPr kumimoji="0" lang="ko-KR" altLang="ko-KR" sz="3600" b="0" i="0" u="none" strike="noStrike" cap="none" normalizeH="0" baseline="0" dirty="0" smtClean="0">
              <a:ln>
                <a:noFill/>
              </a:ln>
              <a:solidFill>
                <a:schemeClr val="tx1"/>
              </a:solidFill>
              <a:effectLst/>
              <a:latin typeface="+mn-ea"/>
            </a:endParaRPr>
          </a:p>
        </p:txBody>
      </p:sp>
      <p:sp>
        <p:nvSpPr>
          <p:cNvPr id="7" name="TextBox 6"/>
          <p:cNvSpPr txBox="1"/>
          <p:nvPr/>
        </p:nvSpPr>
        <p:spPr>
          <a:xfrm>
            <a:off x="697230" y="1280160"/>
            <a:ext cx="2185470" cy="707886"/>
          </a:xfrm>
          <a:prstGeom prst="rect">
            <a:avLst/>
          </a:prstGeom>
          <a:noFill/>
        </p:spPr>
        <p:txBody>
          <a:bodyPr wrap="none" rtlCol="0">
            <a:spAutoFit/>
          </a:bodyPr>
          <a:lstStyle/>
          <a:p>
            <a:r>
              <a:rPr lang="en-US" altLang="ko-KR" sz="2000" b="1" dirty="0" smtClean="0">
                <a:solidFill>
                  <a:prstClr val="black"/>
                </a:solidFill>
              </a:rPr>
              <a:t>RemoteTest_1</a:t>
            </a:r>
            <a:endParaRPr lang="en-US" altLang="ko-KR" sz="2000" b="1" dirty="0">
              <a:solidFill>
                <a:prstClr val="black"/>
              </a:solidFill>
            </a:endParaRPr>
          </a:p>
          <a:p>
            <a:r>
              <a:rPr lang="en-US" altLang="ko-KR" sz="2000" dirty="0" smtClean="0">
                <a:solidFill>
                  <a:prstClr val="black"/>
                </a:solidFill>
              </a:rPr>
              <a:t>MainActivity.java</a:t>
            </a:r>
            <a:endParaRPr lang="ko-KR" altLang="en-US" sz="2000" dirty="0">
              <a:solidFill>
                <a:prstClr val="black"/>
              </a:solidFill>
            </a:endParaRPr>
          </a:p>
        </p:txBody>
      </p:sp>
    </p:spTree>
    <p:extLst>
      <p:ext uri="{BB962C8B-B14F-4D97-AF65-F5344CB8AC3E}">
        <p14:creationId xmlns:p14="http://schemas.microsoft.com/office/powerpoint/2010/main" val="163314744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fld id="{68FAA61E-CA35-46E7-954C-43D901BBD1EB}" type="slidenum">
              <a:rPr lang="ko-KR" altLang="en-US" smtClean="0">
                <a:solidFill>
                  <a:prstClr val="black">
                    <a:lumMod val="65000"/>
                    <a:lumOff val="35000"/>
                  </a:prstClr>
                </a:solidFill>
              </a:rPr>
              <a:pPr/>
              <a:t>34</a:t>
            </a:fld>
            <a:endParaRPr lang="ko-KR" altLang="en-US">
              <a:solidFill>
                <a:prstClr val="black">
                  <a:lumMod val="65000"/>
                  <a:lumOff val="35000"/>
                </a:prstClr>
              </a:solidFill>
            </a:endParaRPr>
          </a:p>
        </p:txBody>
      </p:sp>
      <p:sp>
        <p:nvSpPr>
          <p:cNvPr id="3" name="제목 2"/>
          <p:cNvSpPr>
            <a:spLocks noGrp="1"/>
          </p:cNvSpPr>
          <p:nvPr>
            <p:ph type="title"/>
          </p:nvPr>
        </p:nvSpPr>
        <p:spPr/>
        <p:txBody>
          <a:bodyPr/>
          <a:lstStyle/>
          <a:p>
            <a:r>
              <a:rPr lang="en-US" altLang="ko-KR" dirty="0"/>
              <a:t>Remote Call Interface</a:t>
            </a:r>
            <a:endParaRPr lang="ko-KR" altLang="en-US" dirty="0"/>
          </a:p>
        </p:txBody>
      </p:sp>
      <p:pic>
        <p:nvPicPr>
          <p:cNvPr id="4" name="그림 3"/>
          <p:cNvPicPr>
            <a:picLocks noChangeAspect="1"/>
          </p:cNvPicPr>
          <p:nvPr/>
        </p:nvPicPr>
        <p:blipFill>
          <a:blip r:embed="rId3"/>
          <a:stretch>
            <a:fillRect/>
          </a:stretch>
        </p:blipFill>
        <p:spPr>
          <a:xfrm>
            <a:off x="1471557" y="1307689"/>
            <a:ext cx="2843357" cy="5298141"/>
          </a:xfrm>
          <a:prstGeom prst="rect">
            <a:avLst/>
          </a:prstGeom>
        </p:spPr>
      </p:pic>
      <p:pic>
        <p:nvPicPr>
          <p:cNvPr id="5" name="그림 4"/>
          <p:cNvPicPr>
            <a:picLocks noChangeAspect="1"/>
          </p:cNvPicPr>
          <p:nvPr/>
        </p:nvPicPr>
        <p:blipFill>
          <a:blip r:embed="rId4"/>
          <a:stretch>
            <a:fillRect/>
          </a:stretch>
        </p:blipFill>
        <p:spPr>
          <a:xfrm>
            <a:off x="4719192" y="1307689"/>
            <a:ext cx="2854166" cy="5318284"/>
          </a:xfrm>
          <a:prstGeom prst="rect">
            <a:avLst/>
          </a:prstGeom>
        </p:spPr>
      </p:pic>
    </p:spTree>
    <p:extLst>
      <p:ext uri="{BB962C8B-B14F-4D97-AF65-F5344CB8AC3E}">
        <p14:creationId xmlns:p14="http://schemas.microsoft.com/office/powerpoint/2010/main" val="344134256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fld id="{68FAA61E-CA35-46E7-954C-43D901BBD1EB}" type="slidenum">
              <a:rPr lang="ko-KR" altLang="en-US" smtClean="0"/>
              <a:pPr/>
              <a:t>35</a:t>
            </a:fld>
            <a:endParaRPr lang="ko-KR" altLang="en-US"/>
          </a:p>
        </p:txBody>
      </p:sp>
      <p:pic>
        <p:nvPicPr>
          <p:cNvPr id="6146" name="Picture 2" descr="http://www.smartnbiz.co.kr/biz/userfiles/2011/2011-01-27/1292946066_android.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86189" y="651914"/>
            <a:ext cx="6832878" cy="5633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36269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50998</TotalTime>
  <Words>826</Words>
  <Application>Microsoft Office PowerPoint</Application>
  <PresentationFormat>화면 슬라이드 쇼(4:3)</PresentationFormat>
  <Paragraphs>284</Paragraphs>
  <Slides>35</Slides>
  <Notes>35</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35</vt:i4>
      </vt:variant>
    </vt:vector>
  </HeadingPairs>
  <TitlesOfParts>
    <vt:vector size="45" baseType="lpstr">
      <vt:lpstr>HY중고딕</vt:lpstr>
      <vt:lpstr>Roboto</vt:lpstr>
      <vt:lpstr>맑은 고딕</vt:lpstr>
      <vt:lpstr>휴먼엑스포</vt:lpstr>
      <vt:lpstr>Arial</vt:lpstr>
      <vt:lpstr>Calibri</vt:lpstr>
      <vt:lpstr>Century Gothic</vt:lpstr>
      <vt:lpstr>Courier New</vt:lpstr>
      <vt:lpstr>Palatino Linotype</vt:lpstr>
      <vt:lpstr>Executive</vt:lpstr>
      <vt:lpstr>백그라운드 - 2</vt:lpstr>
      <vt:lpstr>Broadcast Receiver</vt:lpstr>
      <vt:lpstr>Service</vt:lpstr>
      <vt:lpstr>Service</vt:lpstr>
      <vt:lpstr>Send Broadcast</vt:lpstr>
      <vt:lpstr>Send Broadcast</vt:lpstr>
      <vt:lpstr>Receive Broadcast</vt:lpstr>
      <vt:lpstr>Receive Broadcast</vt:lpstr>
      <vt:lpstr>Receive Broadcast</vt:lpstr>
      <vt:lpstr>Receive Broadcast</vt:lpstr>
      <vt:lpstr>Receive Broadcast</vt:lpstr>
      <vt:lpstr>Receive Broadcast</vt:lpstr>
      <vt:lpstr>Watch System</vt:lpstr>
      <vt:lpstr>Watch System</vt:lpstr>
      <vt:lpstr>Watch System</vt:lpstr>
      <vt:lpstr>Background Daemon</vt:lpstr>
      <vt:lpstr>Background Daemon</vt:lpstr>
      <vt:lpstr>Background Daemon</vt:lpstr>
      <vt:lpstr>Background Daemon</vt:lpstr>
      <vt:lpstr>Background Daemon</vt:lpstr>
      <vt:lpstr>Service Controller</vt:lpstr>
      <vt:lpstr>Service Controller</vt:lpstr>
      <vt:lpstr>Background Daemon</vt:lpstr>
      <vt:lpstr>Remote Call Interface</vt:lpstr>
      <vt:lpstr>Remote Call Interface</vt:lpstr>
      <vt:lpstr>Remote Call Interface</vt:lpstr>
      <vt:lpstr>PowerPoint 프레젠테이션</vt:lpstr>
      <vt:lpstr>Remote Call Interface</vt:lpstr>
      <vt:lpstr>Remote Call Interface</vt:lpstr>
      <vt:lpstr>Remote Call Interface</vt:lpstr>
      <vt:lpstr>Service Controller</vt:lpstr>
      <vt:lpstr>Service Controller</vt:lpstr>
      <vt:lpstr>Service Controller</vt:lpstr>
      <vt:lpstr>Remote Call Interface</vt:lpstr>
      <vt:lpstr>PowerPoint 프레젠테이션</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Sketching and Composing Widget for 3D Manipulation</dc:title>
  <dc:creator>Seonho</dc:creator>
  <cp:lastModifiedBy>정기숙</cp:lastModifiedBy>
  <cp:revision>2159</cp:revision>
  <cp:lastPrinted>2011-03-01T18:43:48Z</cp:lastPrinted>
  <dcterms:created xsi:type="dcterms:W3CDTF">2010-10-12T07:50:15Z</dcterms:created>
  <dcterms:modified xsi:type="dcterms:W3CDTF">2017-11-27T18:01:50Z</dcterms:modified>
</cp:coreProperties>
</file>