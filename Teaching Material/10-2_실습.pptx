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0"/>
  </p:notesMasterIdLst>
  <p:sldIdLst>
    <p:sldId id="256" r:id="rId2"/>
    <p:sldId id="328" r:id="rId3"/>
    <p:sldId id="409" r:id="rId4"/>
    <p:sldId id="414" r:id="rId5"/>
    <p:sldId id="413" r:id="rId6"/>
    <p:sldId id="415" r:id="rId7"/>
    <p:sldId id="416" r:id="rId8"/>
    <p:sldId id="294" r:id="rId9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49"/>
    <a:srgbClr val="004CBC"/>
    <a:srgbClr val="0066FF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0" autoAdjust="0"/>
    <p:restoredTop sz="80661" autoAdjust="0"/>
  </p:normalViewPr>
  <p:slideViewPr>
    <p:cSldViewPr snapToGrid="0">
      <p:cViewPr varScale="1">
        <p:scale>
          <a:sx n="93" d="100"/>
          <a:sy n="93" d="100"/>
        </p:scale>
        <p:origin x="-215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91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9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281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8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88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0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438197"/>
            <a:chOff x="983729" y="101774"/>
            <a:chExt cx="1474704" cy="438197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38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#9.3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#9.3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ProgressBar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2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#9.3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453120" cy="464149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노래의 아무 지점이나 이동할 수 있도록 향상시켜 봅시다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SeekBar</a:t>
            </a:r>
            <a:r>
              <a:rPr lang="ko-KR" altLang="en-US" dirty="0" smtClean="0"/>
              <a:t>를 활용</a:t>
            </a:r>
            <a:r>
              <a:rPr lang="en-US" altLang="ko-KR" dirty="0"/>
              <a:t>, </a:t>
            </a:r>
            <a:r>
              <a:rPr lang="en-US" altLang="ko-KR" dirty="0" err="1" smtClean="0"/>
              <a:t>OnSeekBarChangeListener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onProgressChanged</a:t>
            </a:r>
            <a:r>
              <a:rPr lang="en-US" altLang="ko-KR" dirty="0" smtClean="0"/>
              <a:t>()</a:t>
            </a:r>
            <a:r>
              <a:rPr lang="ko-KR" altLang="en-US" dirty="0" smtClean="0"/>
              <a:t>를 활용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MediaPlayer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seekTo</a:t>
            </a:r>
            <a:r>
              <a:rPr lang="en-US" altLang="ko-KR" dirty="0" smtClean="0"/>
              <a:t>()</a:t>
            </a:r>
            <a:r>
              <a:rPr lang="ko-KR" altLang="en-US" dirty="0" smtClean="0"/>
              <a:t>를 사용하여 이동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211" y="3048986"/>
            <a:ext cx="3701098" cy="330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76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#9.4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00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#9.4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453120" cy="464149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Permission</a:t>
            </a:r>
            <a:r>
              <a:rPr lang="ko-KR" altLang="en-US" dirty="0" smtClean="0"/>
              <a:t>을 활용하여 재생버튼을 눌렀을 때 </a:t>
            </a:r>
            <a:r>
              <a:rPr lang="en-US" altLang="ko-KR" dirty="0" smtClean="0"/>
              <a:t>Permission     </a:t>
            </a:r>
            <a:r>
              <a:rPr lang="ko-KR" altLang="en-US" dirty="0" smtClean="0"/>
              <a:t>허가 팝업을 표시 후 재생하도록 제작합시다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비디오 파일을 </a:t>
            </a:r>
            <a:r>
              <a:rPr lang="en-US" altLang="ko-KR" dirty="0" smtClean="0"/>
              <a:t>Storage</a:t>
            </a:r>
            <a:r>
              <a:rPr lang="ko-KR" altLang="en-US" dirty="0" smtClean="0"/>
              <a:t>에 저장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READ_EXTERNAL_STORAGE</a:t>
            </a:r>
            <a:r>
              <a:rPr lang="ko-KR" altLang="en-US" dirty="0" smtClean="0"/>
              <a:t>를 이용하여 재생 버튼 선택 시 </a:t>
            </a:r>
            <a:r>
              <a:rPr lang="en-US" altLang="ko-KR" dirty="0" smtClean="0"/>
              <a:t>Permission </a:t>
            </a:r>
            <a:r>
              <a:rPr lang="ko-KR" altLang="en-US" dirty="0" smtClean="0"/>
              <a:t>허가 팝업을 표시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      </a:t>
            </a:r>
            <a:r>
              <a:rPr lang="ko-KR" altLang="en-US" dirty="0" smtClean="0"/>
              <a:t>후 재생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6" name="그림 5"/>
          <p:cNvPicPr preferRelativeResize="0"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667" y="3017520"/>
            <a:ext cx="2053343" cy="3649463"/>
          </a:xfrm>
          <a:prstGeom prst="rect">
            <a:avLst/>
          </a:prstGeom>
        </p:spPr>
      </p:pic>
      <p:pic>
        <p:nvPicPr>
          <p:cNvPr id="7" name="그림 6"/>
          <p:cNvPicPr preferRelativeResize="0"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668" y="3017520"/>
            <a:ext cx="2053343" cy="364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9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5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41960</TotalTime>
  <Words>147</Words>
  <Application>Microsoft Office PowerPoint</Application>
  <PresentationFormat>화면 슬라이드 쇼(4:3)</PresentationFormat>
  <Paragraphs>48</Paragraphs>
  <Slides>8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Executive</vt:lpstr>
      <vt:lpstr>실습 #9.3</vt:lpstr>
      <vt:lpstr>Practice #9.3</vt:lpstr>
      <vt:lpstr>Practice #9.3</vt:lpstr>
      <vt:lpstr>Practice #9.4</vt:lpstr>
      <vt:lpstr>Practice #9.4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2002</cp:revision>
  <cp:lastPrinted>2011-03-01T18:43:48Z</cp:lastPrinted>
  <dcterms:created xsi:type="dcterms:W3CDTF">2010-10-12T07:50:15Z</dcterms:created>
  <dcterms:modified xsi:type="dcterms:W3CDTF">2017-11-28T08:28:40Z</dcterms:modified>
</cp:coreProperties>
</file>