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9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1512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A9A23-7EEF-4FA4-80E2-BCA14A1C7AD8}" type="datetimeFigureOut">
              <a:rPr lang="ko-KR" altLang="en-US" smtClean="0"/>
              <a:t>2017-09-11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D85C7-5D94-4CAC-B17F-AE49C3509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8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47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469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6299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7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2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4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11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44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8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9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5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90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63253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38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#3_4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다음과 같은 리스트뷰를 구성한 어플리케이션을 제작하시오</a:t>
            </a:r>
            <a:r>
              <a:rPr lang="en-US" altLang="ko-KR" sz="2000" dirty="0" smtClean="0"/>
              <a:t>. (</a:t>
            </a:r>
            <a:r>
              <a:rPr lang="ko-KR" altLang="en-US" sz="2000" dirty="0" smtClean="0"/>
              <a:t>본인 및 친구 이름 사용</a:t>
            </a:r>
            <a:r>
              <a:rPr lang="en-US" altLang="ko-KR" sz="2000" dirty="0" smtClean="0"/>
              <a:t>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858389"/>
            <a:ext cx="3159702" cy="4999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882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#3_5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687868"/>
            <a:ext cx="8229600" cy="4641492"/>
          </a:xfrm>
        </p:spPr>
        <p:txBody>
          <a:bodyPr/>
          <a:lstStyle/>
          <a:p>
            <a:r>
              <a:rPr lang="en-US" altLang="ko-KR" dirty="0" smtClean="0"/>
              <a:t>SAVE, CANCEL, EXIT BUTTON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r>
              <a:rPr lang="en-US" altLang="ko-KR" dirty="0" smtClean="0"/>
              <a:t>SAVE, CANCEL, EXIT BUTTON </a:t>
            </a:r>
            <a:r>
              <a:rPr lang="ko-KR" altLang="en-US" dirty="0" smtClean="0"/>
              <a:t>클릭 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smtClean="0"/>
              <a:t>     해당되는 </a:t>
            </a:r>
            <a:r>
              <a:rPr lang="ko-KR" altLang="en-US" b="1" dirty="0" smtClean="0">
                <a:solidFill>
                  <a:srgbClr val="005BE2"/>
                </a:solidFill>
              </a:rPr>
              <a:t>메시지</a:t>
            </a:r>
            <a:r>
              <a:rPr lang="ko-KR" altLang="en-US" dirty="0" smtClean="0"/>
              <a:t> 출력</a:t>
            </a:r>
            <a:endParaRPr lang="en-US" altLang="ko-KR" dirty="0" smtClean="0"/>
          </a:p>
          <a:p>
            <a:r>
              <a:rPr lang="en-US" altLang="ko-KR" dirty="0" smtClean="0"/>
              <a:t>SAVE </a:t>
            </a:r>
            <a:r>
              <a:rPr lang="ko-KR" altLang="en-US" dirty="0" smtClean="0"/>
              <a:t>클릭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 </a:t>
            </a:r>
            <a:r>
              <a:rPr lang="en-US" altLang="ko-KR" b="1" dirty="0" smtClean="0">
                <a:solidFill>
                  <a:srgbClr val="005BE2"/>
                </a:solidFill>
              </a:rPr>
              <a:t>“(</a:t>
            </a:r>
            <a:r>
              <a:rPr lang="ko-KR" altLang="en-US" b="1" dirty="0" smtClean="0">
                <a:solidFill>
                  <a:srgbClr val="005BE2"/>
                </a:solidFill>
              </a:rPr>
              <a:t>입력된 </a:t>
            </a:r>
            <a:r>
              <a:rPr lang="en-US" altLang="ko-KR" b="1" dirty="0" smtClean="0">
                <a:solidFill>
                  <a:srgbClr val="005BE2"/>
                </a:solidFill>
              </a:rPr>
              <a:t>TEXT)</a:t>
            </a:r>
            <a:r>
              <a:rPr lang="ko-KR" altLang="en-US" b="1" dirty="0" smtClean="0">
                <a:solidFill>
                  <a:srgbClr val="005BE2"/>
                </a:solidFill>
              </a:rPr>
              <a:t>가 </a:t>
            </a:r>
            <a:r>
              <a:rPr lang="en-US" altLang="ko-KR" b="1" dirty="0" smtClean="0">
                <a:solidFill>
                  <a:srgbClr val="005BE2"/>
                </a:solidFill>
              </a:rPr>
              <a:t>SAVE</a:t>
            </a:r>
          </a:p>
          <a:p>
            <a:pPr marL="0" indent="0">
              <a:buNone/>
            </a:pPr>
            <a:r>
              <a:rPr lang="ko-KR" altLang="en-US" b="1" dirty="0" smtClean="0">
                <a:solidFill>
                  <a:srgbClr val="005BE2"/>
                </a:solidFill>
              </a:rPr>
              <a:t>     되었습니다</a:t>
            </a:r>
            <a:r>
              <a:rPr lang="en-US" altLang="ko-KR" dirty="0" smtClean="0"/>
              <a:t>”  </a:t>
            </a:r>
            <a:r>
              <a:rPr lang="ko-KR" altLang="en-US" dirty="0" smtClean="0"/>
              <a:t>메시지 출력 </a:t>
            </a:r>
            <a:endParaRPr lang="en-US" altLang="ko-KR" dirty="0" smtClean="0"/>
          </a:p>
          <a:p>
            <a:r>
              <a:rPr lang="ko-KR" altLang="en-US" dirty="0" smtClean="0"/>
              <a:t>글자 수가 </a:t>
            </a:r>
            <a:r>
              <a:rPr lang="en-US" altLang="ko-KR" dirty="0" smtClean="0"/>
              <a:t>50</a:t>
            </a:r>
            <a:r>
              <a:rPr lang="ko-KR" altLang="en-US" dirty="0" smtClean="0"/>
              <a:t>글자를 넘어가</a:t>
            </a:r>
            <a:r>
              <a:rPr lang="ko-KR" altLang="en-US" dirty="0"/>
              <a:t>면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SAVE </a:t>
            </a:r>
            <a:r>
              <a:rPr lang="ko-KR" altLang="en-US" dirty="0" smtClean="0"/>
              <a:t>불가</a:t>
            </a:r>
            <a:r>
              <a:rPr lang="en-US" altLang="ko-KR" dirty="0" smtClean="0"/>
              <a:t>. “</a:t>
            </a:r>
            <a:r>
              <a:rPr lang="ko-KR" altLang="en-US" b="1" dirty="0" smtClean="0">
                <a:solidFill>
                  <a:srgbClr val="005BE2"/>
                </a:solidFill>
              </a:rPr>
              <a:t>저장할 수 없습니다</a:t>
            </a:r>
            <a:r>
              <a:rPr lang="en-US" altLang="ko-KR" dirty="0" smtClean="0"/>
              <a:t>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  </a:t>
            </a:r>
            <a:r>
              <a:rPr lang="ko-KR" altLang="en-US" dirty="0" smtClean="0"/>
              <a:t>메시지 출력 </a:t>
            </a:r>
            <a:endParaRPr lang="en-US" altLang="ko-KR" dirty="0" smtClean="0"/>
          </a:p>
          <a:p>
            <a:r>
              <a:rPr lang="en-US" altLang="ko-KR" dirty="0" smtClean="0"/>
              <a:t>CANCEL </a:t>
            </a:r>
            <a:r>
              <a:rPr lang="ko-KR" altLang="en-US" dirty="0" smtClean="0"/>
              <a:t>클릭 시 </a:t>
            </a:r>
            <a:r>
              <a:rPr lang="en-US" altLang="ko-KR" dirty="0" smtClean="0"/>
              <a:t>TEXT VIEW</a:t>
            </a:r>
            <a:r>
              <a:rPr lang="ko-KR" altLang="en-US" dirty="0" smtClean="0"/>
              <a:t>의 글자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     사라짐</a:t>
            </a:r>
            <a:endParaRPr lang="en-US" altLang="ko-KR" dirty="0" smtClean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81"/>
          <a:stretch/>
        </p:blipFill>
        <p:spPr bwMode="auto">
          <a:xfrm>
            <a:off x="5660181" y="1919166"/>
            <a:ext cx="3314266" cy="3763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396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Practice #3_6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69838"/>
            <a:ext cx="3065801" cy="4821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내용 개체 틀 3"/>
          <p:cNvSpPr txBox="1">
            <a:spLocks/>
          </p:cNvSpPr>
          <p:nvPr/>
        </p:nvSpPr>
        <p:spPr>
          <a:xfrm>
            <a:off x="457200" y="1455639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Tab</a:t>
            </a:r>
            <a:r>
              <a:rPr lang="ko-KR" altLang="en-US" dirty="0" smtClean="0"/>
              <a:t>의 개수를 늘리고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이름을 다음과 같이 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해당하는 이미지를 변경 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Font typeface="Arial" pitchFamily="34" charset="0"/>
              <a:buNone/>
            </a:pPr>
            <a:endParaRPr lang="en-US" altLang="ko-KR" dirty="0" smtClean="0"/>
          </a:p>
          <a:p>
            <a:pPr marL="0" indent="0">
              <a:buFont typeface="Arial" pitchFamily="34" charset="0"/>
              <a:buNone/>
            </a:pPr>
            <a:endParaRPr lang="en-US" altLang="ko-KR" dirty="0" smtClean="0"/>
          </a:p>
          <a:p>
            <a:pPr marL="0" indent="0">
              <a:buFont typeface="Arial" pitchFamily="34" charset="0"/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71987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</TotalTime>
  <Words>101</Words>
  <Application>Microsoft Office PowerPoint</Application>
  <PresentationFormat>화면 슬라이드 쇼(4:3)</PresentationFormat>
  <Paragraphs>26</Paragraphs>
  <Slides>4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Executive</vt:lpstr>
      <vt:lpstr>실습</vt:lpstr>
      <vt:lpstr>Practice #3_4</vt:lpstr>
      <vt:lpstr>Practice #3_5</vt:lpstr>
      <vt:lpstr>Practice #3_6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Yongbin</dc:creator>
  <cp:lastModifiedBy>OWNER</cp:lastModifiedBy>
  <cp:revision>13</cp:revision>
  <dcterms:created xsi:type="dcterms:W3CDTF">2015-09-14T11:58:45Z</dcterms:created>
  <dcterms:modified xsi:type="dcterms:W3CDTF">2017-09-11T06:20:06Z</dcterms:modified>
</cp:coreProperties>
</file>