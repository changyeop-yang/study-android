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0"/>
  </p:notesMasterIdLst>
  <p:sldIdLst>
    <p:sldId id="256" r:id="rId2"/>
    <p:sldId id="339" r:id="rId3"/>
    <p:sldId id="340" r:id="rId4"/>
    <p:sldId id="341" r:id="rId5"/>
    <p:sldId id="343" r:id="rId6"/>
    <p:sldId id="344" r:id="rId7"/>
    <p:sldId id="345" r:id="rId8"/>
    <p:sldId id="294" r:id="rId9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51B5"/>
    <a:srgbClr val="212121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9" autoAdjust="0"/>
    <p:restoredTop sz="78515" autoAdjust="0"/>
  </p:normalViewPr>
  <p:slideViewPr>
    <p:cSldViewPr snapToGrid="0">
      <p:cViewPr varScale="1">
        <p:scale>
          <a:sx n="90" d="100"/>
          <a:sy n="90" d="100"/>
        </p:scale>
        <p:origin x="-22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891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140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730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451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숙제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/>
              <a:t>School of Computer Science and Engineering</a:t>
            </a:r>
          </a:p>
          <a:p>
            <a:r>
              <a:rPr lang="en-US" altLang="ko-KR" dirty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79" y="1307689"/>
            <a:ext cx="2848222" cy="506350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Homework #9_1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3991896" y="1433724"/>
            <a:ext cx="4621161" cy="43364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en-US" altLang="ko-KR" dirty="0" smtClean="0"/>
          </a:p>
          <a:p>
            <a:r>
              <a:rPr lang="en-US" altLang="ko-KR" dirty="0" smtClean="0"/>
              <a:t>BroadcastReceiverTest_1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ImageView</a:t>
            </a:r>
            <a:r>
              <a:rPr lang="en-US" altLang="ko-KR" dirty="0" smtClean="0"/>
              <a:t> </a:t>
            </a:r>
            <a:r>
              <a:rPr lang="ko-KR" altLang="en-US" dirty="0" smtClean="0"/>
              <a:t>대신 </a:t>
            </a:r>
            <a:r>
              <a:rPr lang="en-US" altLang="ko-KR" dirty="0" err="1" smtClean="0"/>
              <a:t>WebView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등록된 </a:t>
            </a:r>
            <a:r>
              <a:rPr lang="ko-KR" altLang="en-US" dirty="0"/>
              <a:t>웹 브라우저가 실행되는 것이 아닌 </a:t>
            </a:r>
            <a:r>
              <a:rPr lang="en-US" altLang="ko-KR" dirty="0"/>
              <a:t>Activity </a:t>
            </a:r>
            <a:r>
              <a:rPr lang="ko-KR" altLang="en-US" dirty="0" smtClean="0"/>
              <a:t>내에서 </a:t>
            </a:r>
            <a:r>
              <a:rPr lang="ko-KR" altLang="en-US" dirty="0"/>
              <a:t>웹 화면 표시 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b="1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809379" y="1543795"/>
            <a:ext cx="1826943" cy="225628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 smtClean="0">
                <a:latin typeface="+mn-ea"/>
              </a:rPr>
              <a:t>Homework 9.1</a:t>
            </a:r>
            <a:endParaRPr lang="ko-KR" altLang="en-US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322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메인 </a:t>
            </a:r>
            <a:r>
              <a:rPr lang="en-US" altLang="ko-KR" sz="4400" dirty="0" smtClean="0"/>
              <a:t>Activity</a:t>
            </a:r>
            <a:r>
              <a:rPr lang="ko-KR" altLang="en-US" sz="4400" dirty="0" smtClean="0"/>
              <a:t>에서 </a:t>
            </a:r>
            <a:r>
              <a:rPr lang="en-US" altLang="ko-KR" sz="4400" dirty="0" err="1" smtClean="0"/>
              <a:t>WebView</a:t>
            </a:r>
            <a:r>
              <a:rPr lang="en-US" altLang="ko-KR" sz="4400" dirty="0" smtClean="0"/>
              <a:t> </a:t>
            </a:r>
            <a:r>
              <a:rPr lang="ko-KR" altLang="en-US" sz="4400" dirty="0" smtClean="0"/>
              <a:t>처리</a:t>
            </a:r>
            <a:endParaRPr lang="ko-KR" altLang="en-US" sz="4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494071" y="1843628"/>
            <a:ext cx="8155857" cy="43364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AndroidManifest.xml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b="1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81000" y="3104465"/>
            <a:ext cx="8382000" cy="1268245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&lt;manifest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... 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&lt;uses-permission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8822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android:name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6666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88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"android.permission.INTERNET"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    ...</a:t>
            </a:r>
            <a:b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0" lang="ko-KR" altLang="ko-KR" b="0" i="0" u="none" strike="noStrike" cap="none" normalizeH="0" baseline="0" smtClean="0">
                <a:ln>
                  <a:noFill/>
                </a:ln>
                <a:solidFill>
                  <a:srgbClr val="00008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&lt;/manifest&gt;</a:t>
            </a: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4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049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메인 </a:t>
            </a:r>
            <a:r>
              <a:rPr lang="en-US" altLang="ko-KR" sz="4400" dirty="0" smtClean="0"/>
              <a:t>Activity</a:t>
            </a:r>
            <a:r>
              <a:rPr lang="ko-KR" altLang="en-US" sz="4400" dirty="0" smtClean="0"/>
              <a:t>에서 </a:t>
            </a:r>
            <a:r>
              <a:rPr lang="en-US" altLang="ko-KR" sz="4400" dirty="0" err="1" smtClean="0"/>
              <a:t>WebView</a:t>
            </a:r>
            <a:r>
              <a:rPr lang="en-US" altLang="ko-KR" sz="4400" dirty="0" smtClean="0"/>
              <a:t> </a:t>
            </a:r>
            <a:r>
              <a:rPr lang="ko-KR" altLang="en-US" sz="4400" dirty="0" smtClean="0"/>
              <a:t>처리</a:t>
            </a:r>
            <a:endParaRPr lang="ko-KR" altLang="en-US" sz="4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494071" y="1843628"/>
            <a:ext cx="8155857" cy="43364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AndroidManifest.xml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b="1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56592" y="2708817"/>
            <a:ext cx="743081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onCreate(Bundle savedInstanceState)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.onCreate(savedInstanceState);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setContentView(R.layout.</a:t>
            </a: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activity_main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WebView mWebView = (WebView)findViewById(R.id.</a:t>
            </a: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webView1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   </a:t>
            </a:r>
            <a:r>
              <a:rPr lang="en-US" altLang="ko-KR" sz="1600" dirty="0" err="1" smtClean="0">
                <a:solidFill>
                  <a:srgbClr val="000000"/>
                </a:solidFill>
                <a:latin typeface="+mn-ea"/>
              </a:rPr>
              <a:t>mWebViewClient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(new </a:t>
            </a:r>
            <a:r>
              <a:rPr lang="en-US" altLang="ko-KR" sz="1600" dirty="0" err="1" smtClean="0">
                <a:solidFill>
                  <a:srgbClr val="000000"/>
                </a:solidFill>
                <a:latin typeface="+mn-ea"/>
              </a:rPr>
              <a:t>WebViewClient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());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mWebView.loadUrl(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"http://m.naver.com"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772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Homework </a:t>
            </a:r>
            <a:r>
              <a:rPr lang="en-US" altLang="ko-KR" dirty="0" smtClean="0"/>
              <a:t>#9_2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494071" y="1475762"/>
            <a:ext cx="8155857" cy="433645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BroadcastReceiverTest_2 </a:t>
            </a:r>
            <a:r>
              <a:rPr lang="ko-KR" altLang="en-US" dirty="0" smtClean="0"/>
              <a:t>를 이용하여 </a:t>
            </a:r>
            <a:r>
              <a:rPr lang="en-US" altLang="ko-KR" dirty="0" smtClean="0"/>
              <a:t>receive 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Toast </a:t>
            </a:r>
            <a:r>
              <a:rPr lang="ko-KR" altLang="en-US" dirty="0" smtClean="0"/>
              <a:t>알림 표시</a:t>
            </a:r>
            <a:endParaRPr lang="en-US" altLang="ko-KR" dirty="0" smtClean="0"/>
          </a:p>
          <a:p>
            <a:r>
              <a:rPr lang="ko-KR" altLang="en-US" dirty="0" smtClean="0"/>
              <a:t>에뮬레이터 우측 메뉴 </a:t>
            </a:r>
            <a:r>
              <a:rPr lang="ko-KR" altLang="en-US" dirty="0" err="1" smtClean="0"/>
              <a:t>최하단</a:t>
            </a:r>
            <a:r>
              <a:rPr lang="en-US" altLang="ko-KR" dirty="0" smtClean="0"/>
              <a:t> </a:t>
            </a:r>
            <a:r>
              <a:rPr lang="ko-KR" altLang="en-US" dirty="0" smtClean="0"/>
              <a:t>메뉴를 통해 배터리 조절</a:t>
            </a:r>
            <a:endParaRPr lang="en-US" altLang="ko-KR" dirty="0"/>
          </a:p>
          <a:p>
            <a:endParaRPr lang="en-US" altLang="ko-KR" b="1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993" y="2826327"/>
            <a:ext cx="5121609" cy="389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3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dirty="0" smtClean="0"/>
              <a:t>실습 후 주의사항</a:t>
            </a:r>
            <a:endParaRPr lang="ko-KR" altLang="en-US" sz="44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75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511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34128</TotalTime>
  <Words>134</Words>
  <Application>Microsoft Office PowerPoint</Application>
  <PresentationFormat>화면 슬라이드 쇼(4:3)</PresentationFormat>
  <Paragraphs>77</Paragraphs>
  <Slides>8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Executive</vt:lpstr>
      <vt:lpstr>숙제</vt:lpstr>
      <vt:lpstr>Homework #9_1</vt:lpstr>
      <vt:lpstr>메인 Activity에서 WebView 처리</vt:lpstr>
      <vt:lpstr>메인 Activity에서 WebView 처리</vt:lpstr>
      <vt:lpstr>Homework #9_2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1825</cp:revision>
  <cp:lastPrinted>2011-03-01T18:43:48Z</cp:lastPrinted>
  <dcterms:created xsi:type="dcterms:W3CDTF">2010-10-12T07:50:15Z</dcterms:created>
  <dcterms:modified xsi:type="dcterms:W3CDTF">2017-11-28T08:28:26Z</dcterms:modified>
</cp:coreProperties>
</file>